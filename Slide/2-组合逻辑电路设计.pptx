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7.xml" ContentType="application/vnd.openxmlformats-officedocument.presentationml.notesSlide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0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2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3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4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5.xml" ContentType="application/vnd.openxmlformats-officedocument.presentationml.notesSlide+xml"/>
  <Override PartName="/ppt/tags/tag71.xml" ContentType="application/vnd.openxmlformats-officedocument.presentationml.tags+xml"/>
  <Override PartName="/ppt/notesSlides/notesSlide16.xml" ContentType="application/vnd.openxmlformats-officedocument.presentationml.notesSlide+xml"/>
  <Override PartName="/ppt/tags/tag72.xml" ContentType="application/vnd.openxmlformats-officedocument.presentationml.tags+xml"/>
  <Override PartName="/ppt/notesSlides/notesSlide17.xml" ContentType="application/vnd.openxmlformats-officedocument.presentationml.notesSlide+xml"/>
  <Override PartName="/ppt/tags/tag73.xml" ContentType="application/vnd.openxmlformats-officedocument.presentationml.tags+xml"/>
  <Override PartName="/ppt/notesSlides/notesSlide18.xml" ContentType="application/vnd.openxmlformats-officedocument.presentationml.notesSlide+xml"/>
  <Override PartName="/ppt/tags/tag74.xml" ContentType="application/vnd.openxmlformats-officedocument.presentationml.tags+xml"/>
  <Override PartName="/ppt/notesSlides/notesSlide19.xml" ContentType="application/vnd.openxmlformats-officedocument.presentationml.notesSlide+xml"/>
  <Override PartName="/ppt/tags/tag75.xml" ContentType="application/vnd.openxmlformats-officedocument.presentationml.tags+xml"/>
  <Override PartName="/ppt/notesSlides/notesSlide20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21.xml" ContentType="application/vnd.openxmlformats-officedocument.presentationml.notesSlide+xml"/>
  <Override PartName="/ppt/tags/tag83.xml" ContentType="application/vnd.openxmlformats-officedocument.presentationml.tags+xml"/>
  <Override PartName="/ppt/notesSlides/notesSlide22.xml" ContentType="application/vnd.openxmlformats-officedocument.presentationml.notesSlide+xml"/>
  <Override PartName="/ppt/tags/tag84.xml" ContentType="application/vnd.openxmlformats-officedocument.presentationml.tags+xml"/>
  <Override PartName="/ppt/notesSlides/notesSlide23.xml" ContentType="application/vnd.openxmlformats-officedocument.presentationml.notesSlide+xml"/>
  <Override PartName="/ppt/tags/tag85.xml" ContentType="application/vnd.openxmlformats-officedocument.presentationml.tags+xml"/>
  <Override PartName="/ppt/notesSlides/notesSlide24.xml" ContentType="application/vnd.openxmlformats-officedocument.presentationml.notesSlide+xml"/>
  <Override PartName="/ppt/tags/tag86.xml" ContentType="application/vnd.openxmlformats-officedocument.presentationml.tags+xml"/>
  <Override PartName="/ppt/notesSlides/notesSlide25.xml" ContentType="application/vnd.openxmlformats-officedocument.presentationml.notesSlide+xml"/>
  <Override PartName="/ppt/tags/tag87.xml" ContentType="application/vnd.openxmlformats-officedocument.presentationml.tags+xml"/>
  <Override PartName="/ppt/notesSlides/notesSlide26.xml" ContentType="application/vnd.openxmlformats-officedocument.presentationml.notesSlide+xml"/>
  <Override PartName="/ppt/tags/tag88.xml" ContentType="application/vnd.openxmlformats-officedocument.presentationml.tags+xml"/>
  <Override PartName="/ppt/notesSlides/notesSlide27.xml" ContentType="application/vnd.openxmlformats-officedocument.presentationml.notesSlide+xml"/>
  <Override PartName="/ppt/tags/tag89.xml" ContentType="application/vnd.openxmlformats-officedocument.presentationml.tags+xml"/>
  <Override PartName="/ppt/notesSlides/notesSlide28.xml" ContentType="application/vnd.openxmlformats-officedocument.presentationml.notesSlide+xml"/>
  <Override PartName="/ppt/tags/tag90.xml" ContentType="application/vnd.openxmlformats-officedocument.presentationml.tags+xml"/>
  <Override PartName="/ppt/notesSlides/notesSlide29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30.xml" ContentType="application/vnd.openxmlformats-officedocument.presentationml.notesSlide+xml"/>
  <Override PartName="/ppt/tags/tag98.xml" ContentType="application/vnd.openxmlformats-officedocument.presentationml.tags+xml"/>
  <Override PartName="/ppt/notesSlides/notesSlide31.xml" ContentType="application/vnd.openxmlformats-officedocument.presentationml.notesSlide+xml"/>
  <Override PartName="/ppt/tags/tag99.xml" ContentType="application/vnd.openxmlformats-officedocument.presentationml.tags+xml"/>
  <Override PartName="/ppt/notesSlides/notesSlide32.xml" ContentType="application/vnd.openxmlformats-officedocument.presentationml.notesSlide+xml"/>
  <Override PartName="/ppt/tags/tag100.xml" ContentType="application/vnd.openxmlformats-officedocument.presentationml.tags+xml"/>
  <Override PartName="/ppt/notesSlides/notesSlide33.xml" ContentType="application/vnd.openxmlformats-officedocument.presentationml.notesSlide+xml"/>
  <Override PartName="/ppt/tags/tag101.xml" ContentType="application/vnd.openxmlformats-officedocument.presentationml.tags+xml"/>
  <Override PartName="/ppt/notesSlides/notesSlide34.xml" ContentType="application/vnd.openxmlformats-officedocument.presentationml.notesSlide+xml"/>
  <Override PartName="/ppt/tags/tag102.xml" ContentType="application/vnd.openxmlformats-officedocument.presentationml.tags+xml"/>
  <Override PartName="/ppt/notesSlides/notesSlide35.xml" ContentType="application/vnd.openxmlformats-officedocument.presentationml.notesSlide+xml"/>
  <Override PartName="/ppt/tags/tag103.xml" ContentType="application/vnd.openxmlformats-officedocument.presentationml.tags+xml"/>
  <Override PartName="/ppt/notesSlides/notesSlide36.xml" ContentType="application/vnd.openxmlformats-officedocument.presentationml.notesSlide+xml"/>
  <Override PartName="/ppt/tags/tag104.xml" ContentType="application/vnd.openxmlformats-officedocument.presentationml.tags+xml"/>
  <Override PartName="/ppt/notesSlides/notesSlide37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38.xml" ContentType="application/vnd.openxmlformats-officedocument.presentationml.notesSlide+xml"/>
  <Override PartName="/ppt/tags/tag112.xml" ContentType="application/vnd.openxmlformats-officedocument.presentationml.tags+xml"/>
  <Override PartName="/ppt/notesSlides/notesSlide39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40.xml" ContentType="application/vnd.openxmlformats-officedocument.presentationml.notesSlide+xml"/>
  <Override PartName="/ppt/tags/tag126.xml" ContentType="application/vnd.openxmlformats-officedocument.presentationml.tags+xml"/>
  <Override PartName="/ppt/notesSlides/notesSlide41.xml" ContentType="application/vnd.openxmlformats-officedocument.presentationml.notesSlide+xml"/>
  <Override PartName="/ppt/tags/tag127.xml" ContentType="application/vnd.openxmlformats-officedocument.presentationml.tags+xml"/>
  <Override PartName="/ppt/notesSlides/notesSlide42.xml" ContentType="application/vnd.openxmlformats-officedocument.presentationml.notesSlide+xml"/>
  <Override PartName="/ppt/tags/tag128.xml" ContentType="application/vnd.openxmlformats-officedocument.presentationml.tags+xml"/>
  <Override PartName="/ppt/notesSlides/notesSlide43.xml" ContentType="application/vnd.openxmlformats-officedocument.presentationml.notesSlide+xml"/>
  <Override PartName="/ppt/tags/tag129.xml" ContentType="application/vnd.openxmlformats-officedocument.presentationml.tags+xml"/>
  <Override PartName="/ppt/notesSlides/notesSlide44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45.xml" ContentType="application/vnd.openxmlformats-officedocument.presentationml.notesSlide+xml"/>
  <Override PartName="/ppt/tags/tag135.xml" ContentType="application/vnd.openxmlformats-officedocument.presentationml.tags+xml"/>
  <Override PartName="/ppt/notesSlides/notesSlide46.xml" ContentType="application/vnd.openxmlformats-officedocument.presentationml.notesSlide+xml"/>
  <Override PartName="/ppt/tags/tag136.xml" ContentType="application/vnd.openxmlformats-officedocument.presentationml.tags+xml"/>
  <Override PartName="/ppt/notesSlides/notesSlide47.xml" ContentType="application/vnd.openxmlformats-officedocument.presentationml.notesSlide+xml"/>
  <Override PartName="/ppt/tags/tag137.xml" ContentType="application/vnd.openxmlformats-officedocument.presentationml.tags+xml"/>
  <Override PartName="/ppt/notesSlides/notesSlide48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49.xml" ContentType="application/vnd.openxmlformats-officedocument.presentationml.notesSlide+xml"/>
  <Override PartName="/ppt/tags/tag143.xml" ContentType="application/vnd.openxmlformats-officedocument.presentationml.tags+xml"/>
  <Override PartName="/ppt/notesSlides/notesSlide50.xml" ContentType="application/vnd.openxmlformats-officedocument.presentationml.notesSlide+xml"/>
  <Override PartName="/ppt/tags/tag144.xml" ContentType="application/vnd.openxmlformats-officedocument.presentationml.tags+xml"/>
  <Override PartName="/ppt/notesSlides/notesSlide51.xml" ContentType="application/vnd.openxmlformats-officedocument.presentationml.notesSlide+xml"/>
  <Override PartName="/ppt/tags/tag145.xml" ContentType="application/vnd.openxmlformats-officedocument.presentationml.tags+xml"/>
  <Override PartName="/ppt/notesSlides/notesSlide52.xml" ContentType="application/vnd.openxmlformats-officedocument.presentationml.notesSlide+xml"/>
  <Override PartName="/ppt/tags/tag146.xml" ContentType="application/vnd.openxmlformats-officedocument.presentationml.tags+xml"/>
  <Override PartName="/ppt/notesSlides/notesSlide53.xml" ContentType="application/vnd.openxmlformats-officedocument.presentationml.notesSlide+xml"/>
  <Override PartName="/ppt/tags/tag147.xml" ContentType="application/vnd.openxmlformats-officedocument.presentationml.tags+xml"/>
  <Override PartName="/ppt/notesSlides/notesSlide54.xml" ContentType="application/vnd.openxmlformats-officedocument.presentationml.notesSlide+xml"/>
  <Override PartName="/ppt/tags/tag148.xml" ContentType="application/vnd.openxmlformats-officedocument.presentationml.tags+xml"/>
  <Override PartName="/ppt/notesSlides/notesSlide55.xml" ContentType="application/vnd.openxmlformats-officedocument.presentationml.notesSlide+xml"/>
  <Override PartName="/ppt/tags/tag149.xml" ContentType="application/vnd.openxmlformats-officedocument.presentationml.tags+xml"/>
  <Override PartName="/ppt/notesSlides/notesSlide56.xml" ContentType="application/vnd.openxmlformats-officedocument.presentationml.notesSlide+xml"/>
  <Override PartName="/ppt/tags/tag150.xml" ContentType="application/vnd.openxmlformats-officedocument.presentationml.tags+xml"/>
  <Override PartName="/ppt/notesSlides/notesSlide57.xml" ContentType="application/vnd.openxmlformats-officedocument.presentationml.notesSlide+xml"/>
  <Override PartName="/ppt/tags/tag151.xml" ContentType="application/vnd.openxmlformats-officedocument.presentationml.tags+xml"/>
  <Override PartName="/ppt/notesSlides/notesSlide58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notesSlides/notesSlide59.xml" ContentType="application/vnd.openxmlformats-officedocument.presentationml.notesSlide+xml"/>
  <Override PartName="/ppt/tags/tag162.xml" ContentType="application/vnd.openxmlformats-officedocument.presentationml.tags+xml"/>
  <Override PartName="/ppt/notesSlides/notesSlide60.xml" ContentType="application/vnd.openxmlformats-officedocument.presentationml.notesSlide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61.xml" ContentType="application/vnd.openxmlformats-officedocument.presentationml.notesSlide+xml"/>
  <Override PartName="/ppt/tags/tag165.xml" ContentType="application/vnd.openxmlformats-officedocument.presentationml.tags+xml"/>
  <Override PartName="/ppt/notesSlides/notesSlide62.xml" ContentType="application/vnd.openxmlformats-officedocument.presentationml.notesSlide+xml"/>
  <Override PartName="/ppt/tags/tag166.xml" ContentType="application/vnd.openxmlformats-officedocument.presentationml.tags+xml"/>
  <Override PartName="/ppt/notesSlides/notesSlide63.xml" ContentType="application/vnd.openxmlformats-officedocument.presentationml.notesSlide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64.xml" ContentType="application/vnd.openxmlformats-officedocument.presentationml.notesSlid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65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66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67.xml" ContentType="application/vnd.openxmlformats-officedocument.presentationml.notesSlide+xml"/>
  <Override PartName="/ppt/tags/tag202.xml" ContentType="application/vnd.openxmlformats-officedocument.presentationml.tags+xml"/>
  <Override PartName="/ppt/notesSlides/notesSlide68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69.xml" ContentType="application/vnd.openxmlformats-officedocument.presentationml.notesSlide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notesSlides/notesSlide70.xml" ContentType="application/vnd.openxmlformats-officedocument.presentationml.notesSlide+xml"/>
  <Override PartName="/ppt/tags/tag224.xml" ContentType="application/vnd.openxmlformats-officedocument.presentationml.tags+xml"/>
  <Override PartName="/ppt/notesSlides/notesSlide71.xml" ContentType="application/vnd.openxmlformats-officedocument.presentationml.notesSlide+xml"/>
  <Override PartName="/ppt/tags/tag225.xml" ContentType="application/vnd.openxmlformats-officedocument.presentationml.tags+xml"/>
  <Override PartName="/ppt/notesSlides/notesSlide72.xml" ContentType="application/vnd.openxmlformats-officedocument.presentationml.notesSlide+xml"/>
  <Override PartName="/ppt/tags/tag226.xml" ContentType="application/vnd.openxmlformats-officedocument.presentationml.tags+xml"/>
  <Override PartName="/ppt/notesSlides/notesSlide73.xml" ContentType="application/vnd.openxmlformats-officedocument.presentationml.notesSlide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74.xml" ContentType="application/vnd.openxmlformats-officedocument.presentationml.notesSlide+xml"/>
  <Override PartName="/ppt/tags/tag230.xml" ContentType="application/vnd.openxmlformats-officedocument.presentationml.tags+xml"/>
  <Override PartName="/ppt/notesSlides/notesSlide75.xml" ContentType="application/vnd.openxmlformats-officedocument.presentationml.notesSlide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08"/>
  </p:notesMasterIdLst>
  <p:sldIdLst>
    <p:sldId id="280" r:id="rId3"/>
    <p:sldId id="4777" r:id="rId4"/>
    <p:sldId id="4779" r:id="rId5"/>
    <p:sldId id="4781" r:id="rId6"/>
    <p:sldId id="257" r:id="rId7"/>
    <p:sldId id="4813" r:id="rId8"/>
    <p:sldId id="4814" r:id="rId9"/>
    <p:sldId id="4784" r:id="rId10"/>
    <p:sldId id="4782" r:id="rId11"/>
    <p:sldId id="4815" r:id="rId12"/>
    <p:sldId id="4816" r:id="rId13"/>
    <p:sldId id="4785" r:id="rId14"/>
    <p:sldId id="4817" r:id="rId15"/>
    <p:sldId id="4818" r:id="rId16"/>
    <p:sldId id="4819" r:id="rId17"/>
    <p:sldId id="4787" r:id="rId18"/>
    <p:sldId id="4783" r:id="rId19"/>
    <p:sldId id="4798" r:id="rId20"/>
    <p:sldId id="4820" r:id="rId21"/>
    <p:sldId id="4799" r:id="rId22"/>
    <p:sldId id="4821" r:id="rId23"/>
    <p:sldId id="4822" r:id="rId24"/>
    <p:sldId id="4823" r:id="rId25"/>
    <p:sldId id="4788" r:id="rId26"/>
    <p:sldId id="4801" r:id="rId27"/>
    <p:sldId id="4792" r:id="rId28"/>
    <p:sldId id="4824" r:id="rId29"/>
    <p:sldId id="4825" r:id="rId30"/>
    <p:sldId id="4826" r:id="rId31"/>
    <p:sldId id="4827" r:id="rId32"/>
    <p:sldId id="4828" r:id="rId33"/>
    <p:sldId id="4829" r:id="rId34"/>
    <p:sldId id="4793" r:id="rId35"/>
    <p:sldId id="4830" r:id="rId36"/>
    <p:sldId id="4832" r:id="rId37"/>
    <p:sldId id="4833" r:id="rId38"/>
    <p:sldId id="4831" r:id="rId39"/>
    <p:sldId id="4834" r:id="rId40"/>
    <p:sldId id="4835" r:id="rId41"/>
    <p:sldId id="4836" r:id="rId42"/>
    <p:sldId id="4837" r:id="rId43"/>
    <p:sldId id="4838" r:id="rId44"/>
    <p:sldId id="4794" r:id="rId45"/>
    <p:sldId id="4839" r:id="rId46"/>
    <p:sldId id="4843" r:id="rId47"/>
    <p:sldId id="4840" r:id="rId48"/>
    <p:sldId id="4841" r:id="rId49"/>
    <p:sldId id="4842" r:id="rId50"/>
    <p:sldId id="4844" r:id="rId51"/>
    <p:sldId id="4845" r:id="rId52"/>
    <p:sldId id="4847" r:id="rId53"/>
    <p:sldId id="4795" r:id="rId54"/>
    <p:sldId id="4848" r:id="rId55"/>
    <p:sldId id="4846" r:id="rId56"/>
    <p:sldId id="4796" r:id="rId57"/>
    <p:sldId id="4797" r:id="rId58"/>
    <p:sldId id="4802" r:id="rId59"/>
    <p:sldId id="4849" r:id="rId60"/>
    <p:sldId id="4850" r:id="rId61"/>
    <p:sldId id="4851" r:id="rId62"/>
    <p:sldId id="4852" r:id="rId63"/>
    <p:sldId id="4853" r:id="rId64"/>
    <p:sldId id="4803" r:id="rId65"/>
    <p:sldId id="4854" r:id="rId66"/>
    <p:sldId id="4855" r:id="rId67"/>
    <p:sldId id="4856" r:id="rId68"/>
    <p:sldId id="4857" r:id="rId69"/>
    <p:sldId id="4805" r:id="rId70"/>
    <p:sldId id="4858" r:id="rId71"/>
    <p:sldId id="4859" r:id="rId72"/>
    <p:sldId id="4860" r:id="rId73"/>
    <p:sldId id="4786" r:id="rId74"/>
    <p:sldId id="4771" r:id="rId75"/>
    <p:sldId id="4772" r:id="rId76"/>
    <p:sldId id="4773" r:id="rId77"/>
    <p:sldId id="4774" r:id="rId78"/>
    <p:sldId id="4775" r:id="rId79"/>
    <p:sldId id="4776" r:id="rId80"/>
    <p:sldId id="4804" r:id="rId81"/>
    <p:sldId id="4861" r:id="rId82"/>
    <p:sldId id="4862" r:id="rId83"/>
    <p:sldId id="4863" r:id="rId84"/>
    <p:sldId id="4865" r:id="rId85"/>
    <p:sldId id="4864" r:id="rId86"/>
    <p:sldId id="4806" r:id="rId87"/>
    <p:sldId id="4866" r:id="rId88"/>
    <p:sldId id="4807" r:id="rId89"/>
    <p:sldId id="4867" r:id="rId90"/>
    <p:sldId id="4868" r:id="rId91"/>
    <p:sldId id="4808" r:id="rId92"/>
    <p:sldId id="4869" r:id="rId93"/>
    <p:sldId id="4870" r:id="rId94"/>
    <p:sldId id="4809" r:id="rId95"/>
    <p:sldId id="4871" r:id="rId96"/>
    <p:sldId id="4872" r:id="rId97"/>
    <p:sldId id="4810" r:id="rId98"/>
    <p:sldId id="4811" r:id="rId99"/>
    <p:sldId id="4873" r:id="rId100"/>
    <p:sldId id="4874" r:id="rId101"/>
    <p:sldId id="4875" r:id="rId102"/>
    <p:sldId id="4876" r:id="rId103"/>
    <p:sldId id="4812" r:id="rId104"/>
    <p:sldId id="4877" r:id="rId105"/>
    <p:sldId id="4878" r:id="rId106"/>
    <p:sldId id="4879" r:id="rId10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>
          <p15:clr>
            <a:srgbClr val="A4A3A4"/>
          </p15:clr>
        </p15:guide>
        <p15:guide id="1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A90"/>
    <a:srgbClr val="FFFFFF"/>
    <a:srgbClr val="ED7D31"/>
    <a:srgbClr val="A5A5A5"/>
    <a:srgbClr val="5B9BD5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8" autoAdjust="0"/>
    <p:restoredTop sz="96366" autoAdjust="0"/>
  </p:normalViewPr>
  <p:slideViewPr>
    <p:cSldViewPr snapToGrid="0">
      <p:cViewPr varScale="1">
        <p:scale>
          <a:sx n="63" d="100"/>
          <a:sy n="63" d="100"/>
        </p:scale>
        <p:origin x="560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presProps" Target="presProp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EC571-FA84-4A68-AB34-1202DD873C49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18F46-F0AD-4219-9AB1-B0BF1A1CDD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F08AB-C193-23E7-68CF-2B37826D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D4C6A2C-2988-40AE-B6E4-85FEC576D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1950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03A11-55DB-66AA-67F2-B7938310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2D43A3A-35CA-64FA-004E-D695C1A01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283062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EA204-8331-4C42-D08B-1CF2DF4C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F93A53A-0C7F-21DE-D8FC-DE30E41F9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693221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A023-9798-50A0-03DA-0CD1C3A7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59DFF92-B882-5830-53AE-04F81FA11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42743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31C13-34B2-9B2A-B726-284D4F85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4C2870D-29FF-B76D-ACBE-45EFF5CFD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88603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B3BD7-2ACA-3D5D-34E3-4F6664BCE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8A08FA8-9421-352A-BC83-E99261AE4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208393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7DAE-C45A-A00C-95F6-71608CA7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066F47A-D8A8-2899-6035-921E34BC9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4651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186AE-59CA-7724-2D27-3312D284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FCAE7F0-056A-BCA4-F20A-4BFDC23C1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336954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B1C32-E43C-848F-B13B-96AA14FED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74CAD2D-5358-E3C0-1E3B-B3C72446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220799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5727-9949-53E2-C29A-E7C7521C2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EEF063E-A6FD-A0E5-CF50-AD8444739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621199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98E5D-61E9-60B8-F3FC-A5056FD6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A69E494-CE06-20D1-0417-B23E192A8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138267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F6F58-3659-0628-3E62-E7A898FB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72317A4-4FDC-F2B9-83A4-8EEFC32BC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110237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20CC-F40B-74F4-A425-EF37202E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59A1A9CD-87C0-4B6A-9877-DF1C8E1FB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4251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73EA-69DA-C0AA-9F9F-CB59BB4E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5660776-F7D3-3BDB-66E9-384589B69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144308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4EAF3-EE1D-0678-031D-C97A24FD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D822627-1B88-BDB7-A479-694155DB4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5540453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23204-9A7E-3DC0-161B-C3AF2EFB8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1C705AD-D2A2-185F-C8BC-C89BA8C6A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800607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758E-3192-F3C6-A433-B36A1BB0A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70A6819-8582-4514-26D6-EDFDAC3DA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129498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642D-2C15-D767-E988-CF4EE97D6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C7D6216-6C00-FEE8-CD76-953930D5D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95758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26598-7411-C210-CD3F-975ED9FB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6CB952C-3456-4B06-371A-168DCAEA6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8591421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767A-9255-EDA2-AE4E-377A7A20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E942038-587F-5852-C4C9-2D5CD1F03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604512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3E77-D8EB-1AE9-5061-C072A1DE4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D5032EC-1182-F8B6-9756-276A437CD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4346012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F0E8-1CE8-5858-A2C0-AA3FE692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68D5431-E7DF-D109-B3BD-FD3C0DE26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150052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DC12-4663-C233-1860-EB00BDA7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3BFFC0C-2415-40BA-0172-039BA55E4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519426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6E90-AF8B-88CD-AED1-E5C8A71F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E3DB093-70EA-5CC4-30F2-AEE52F8D6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7924022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A9BE5-02FD-4A3A-C52E-4D615428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168A430-2CB5-64A8-708B-BDF9AB5FD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8385974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D741-517A-B906-3AA5-85C5F6FCC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138F3E3-82DD-FAB5-7738-F35207FAD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0976845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115E-6D66-A08D-5201-28077A05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BB5817A-414E-E120-7060-32776AE84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893653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51A6-E733-AB84-2D73-3D827029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B0528CC-6342-2903-B5CA-0AEC506FD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3143851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99C20-43FB-2078-E8FB-14FD834B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C651204-81B7-9EAB-FFEE-ACCE39B68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0048760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BFCBF-A1C8-5272-7A0C-E7F65E227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901275D-F6FA-C33F-4EAF-64FBCA00A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5674655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EF20D-EA41-F941-D35E-04D6073C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F7E6618-EF6E-351F-8699-E0B9451D2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71427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5EBAB-AB53-3E6E-CBF9-B8D62FAE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D3694D0-CBF4-2BA3-B103-7B8844590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 dirty="0"/>
          </a:p>
        </p:txBody>
      </p:sp>
    </p:spTree>
    <p:extLst>
      <p:ext uri="{BB962C8B-B14F-4D97-AF65-F5344CB8AC3E}">
        <p14:creationId xmlns:p14="http://schemas.microsoft.com/office/powerpoint/2010/main" val="11854301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E16A-8A5D-98F5-9DBC-7DFC2D68A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C30C78E4-3790-493B-57E7-78DF0A86E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118754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DA7F-CF73-2BAD-317C-98BF5351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52D221D-766E-29D6-E31F-7C6993A2A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183838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5AAFE-F04C-C325-0BD0-965EA911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27CE611-E0C5-D7EF-8016-63AE1B215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0103465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FC667-D854-844F-E70D-A936B410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FA24A2C-E7D0-5254-41BC-5CC671DB7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6041730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5413C-F202-B499-8A63-D5555FA5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5853FE0-0E4F-FA8D-635B-9C25548AB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6772013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B872-498E-F32A-2408-0E77D1E4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DAB2ACD-83E8-A0C1-C167-8438B86DF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242527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8300B-44EE-7F72-353B-78D79F6A4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AB3EE63-8100-94D7-9361-2071FFDC4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6908467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054B-32FD-2042-616F-A4BB92C9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B1EA6E2-A45D-9B60-A98B-4BA76305A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4355406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6489D-621E-C3D7-2868-A260C037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EB155CC-3327-99D2-7D7E-D67CF1118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9557066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EAF88-092D-961F-11EF-AC2F916D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9222607-818A-E6B3-7DA0-03E919B7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291110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E26AF-437B-F117-0F87-0979C42F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4A2013D-B692-E398-F8D0-383922A1A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6602846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FEEA-4E14-ABC9-A3FB-6C63A203F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D1FD48B-43B5-16DF-9986-92B1884F3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5569342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E78C-0AF4-4BC7-63F6-357760CC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55764A3-375C-03EA-B9F1-32BC9AEC4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2684767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7843-4132-0263-018F-036E6B98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631A5CB-2423-C0D5-EA64-A1BD511A9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2096460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D9D8-98B1-4A26-AED3-50B09982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E1155E0E-E5B9-EBC6-8360-31B740A88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427795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B331-D829-8E65-796C-596BA0EFA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B108CC8-EAAD-99EC-BBCF-B8A0FEA55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2501152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FEB6-96C5-083C-2292-4344451A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2CFEAA2-AE35-BA99-FE1A-EBA5B8D42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505015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3BC7-A38E-3D46-31F6-4DCABAC60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50DCA6B-8B19-37D1-9D66-7B0BBA9DB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6298582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3CB9E-0522-4E38-BA6E-C24F5293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0B6D3E0-0278-6DC2-BDB4-1FE7E9483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0849043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40FE6-EDB5-1864-6938-DD642624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D0C95FE2-FAFD-1C86-06E4-5BDD62744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6251453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5BEB2-BB61-284A-D31E-250751237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3B01BE5-B0C8-76D4-E7F8-CE35E36F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3440927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8EE34-EB93-CC57-F08E-CEFE21C3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9F1159F-3BF1-0CD5-15AA-31D3CADD9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4727438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BF78-A141-BA74-B271-144E580C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E8738CB-EE13-9E82-88EC-A6C1327DB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77414509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EBC4-2342-6F48-A2E8-38047432E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0E6CC19-7EA5-CE5B-EEEA-065AE2CBA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99251913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B7AB1-5A46-86AB-E3E9-43D08DB88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8BAAA7EF-B18B-DEE8-CB2F-81057726D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12273314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7407B-FA86-5FE6-2C4E-5367EBCF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D4047AA-0385-4397-5C02-D99D50C48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3208472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E3FF-8772-1718-1C8D-1BB9BE6EE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04EABEA-1982-68DA-BBED-483F71DE4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405054833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A54E-9437-98AC-1BB7-73A584A3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A00205EE-4C04-13AD-B580-11CFFCD44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602404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89804-AD08-994A-24F3-33AAFBA5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695633ED-DF62-BADA-722E-DB5C01A1E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662357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47A2-457F-9302-F8BB-79794858A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8BF2F91-E878-BB71-681F-C080E3F8B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34471514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0480-EB07-2552-CB33-0A6EE46D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4787441-0A21-B5FD-BB87-EA51AF04D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13435525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681EE-CE4F-4245-3767-4EFD70F0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39E71527-E975-4B55-872A-95BD0AC66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32485289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9D2D-18ED-C392-399B-C7C24099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F1181C2-6273-E108-58F5-4FDF83F80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09613340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CF01-7537-28D7-53F6-A502899E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F5DBFD2-4F59-812E-A05B-460BD9A48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55468665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3BCE-3349-8772-F7B6-B4BCE346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AA1990B-AE14-CFB0-90AC-BA9D1A6E5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697628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82C57-2AED-130E-1AC0-C68EC4D5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26117D53-6CE6-C9D1-FC4E-6603CF74E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84783470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C4AD0-747D-5E33-EB0C-C1E4949B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1E91C5F5-2E2F-61C8-E42B-9A50DDFE8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93217364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6A3D9-BB1B-5AF5-7415-B1590925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46779521-9BD3-308A-C6C4-E4CA54126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366196050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904AC-801B-C2B4-533A-C3FB111B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94AAF5F0-366C-2513-0165-F733BB6AB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1998469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80EE-6FC9-0A91-48DB-836B6B7F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02932C1-D855-130C-51E5-B9CAB7B40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232974448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E59A-1CEF-BBB1-FAF9-28914129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03FA9D60-7465-8A0C-0B29-B582BE57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72112765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806AA-887E-6833-A653-B10262E74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75A7F216-786B-E341-2CCC-964728F62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04146446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96D9-033F-EACD-7850-9EBAB223C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>
            <a:extLst>
              <a:ext uri="{FF2B5EF4-FFF2-40B4-BE49-F238E27FC236}">
                <a16:creationId xmlns:a16="http://schemas.microsoft.com/office/drawing/2014/main" id="{B6C0BAAF-6C82-D105-6663-0B3247569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trike="noStrike"/>
          </a:p>
        </p:txBody>
      </p:sp>
    </p:spTree>
    <p:extLst>
      <p:ext uri="{BB962C8B-B14F-4D97-AF65-F5344CB8AC3E}">
        <p14:creationId xmlns:p14="http://schemas.microsoft.com/office/powerpoint/2010/main" val="174056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8EBC453-5897-4246-99A6-9D9427CE68C7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804480EC-7AA5-496F-BB35-47C7D88AC33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9DFE877-9183-4D4B-A45A-4F56E2B912AF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8274AC3-F45C-4928-A492-A8F73CC8EA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8DB4199E-CAB8-491F-BCCC-8B1CB47697C3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B1189AB-8D37-44BA-AA33-328E16AA5E7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FB4AF29-F31D-4194-B4AB-77A5FA15B80C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E54A045-A53D-45EC-A7F3-E120730D284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171EDC42-192D-49A2-82CF-894E1769675F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35023A3B-ED50-490A-8934-644BCFF5E87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49C5097-E1C6-47F0-8E25-26B014B7A0C4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48330E3-3FE6-4EA8-A963-196994EEB9A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47C84C9-F9CE-4337-9478-F6F624FB0B9D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729A60D2-D895-4B30-A65C-189AED3678D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4093" y="-2524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C37B82C7-7072-4504-9BBF-CFE6EADC4687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E66F38E9-481C-4085-9C50-8505FB63546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612C8A9-D8F3-4914-A806-1B7E33057AB7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9D173D00-C398-4FD3-98E0-4C1E878AF08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964AC81-CA4C-4B71-BAAA-663588DEE222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5C8E210-FEC0-4401-830C-A3BBCF21D51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AC21F12E-8BA8-42F3-B554-90E98D53F6D8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FF0372E5-07BB-481D-858C-45C8B6B6398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9B85659-F5B8-482C-8C2A-E38B0CED7104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54D7CAA-4954-4541-A8BB-2F84FDA943D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A1DC67D-C773-43E9-A7A1-5E84A7542F0E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27DD1303-4930-41CE-82B9-32F60CCA633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833A8C41-8553-4A88-87E6-0D88AC0E1DDB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11D4951-066A-486E-BD11-F05DC48BE5C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BE429E83-BF2E-4D76-9CCF-14E320E68916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E4FFCF5-6C18-41A4-924C-E51326D90A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A8A306A-1C6C-47BC-8CC3-5303681F1F17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22A7BEF-17DB-4323-B0CF-83D327CBEB1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D8956FB-CDCC-45AF-95FE-76C67A0813E9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AB85B7B4-8DE2-40DD-AAF4-C0D9D2A95AB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E0778E82-0CE6-4DEB-9BD3-4A009BA8508D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88D218D-BB11-4E9A-9FB6-040C6AD3212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0367B5FF-0C63-45AD-AC1A-8BE82D4227ED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53D2EC00-6289-48E7-9BD1-8CE283B65B7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27517"/>
            <a:ext cx="12192000" cy="67068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0F7F-2E6E-45D4-AFD3-8EC384DC055E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4F1DF-5A96-4E61-95D1-CD2AC313FBA5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291790" y="-343806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6771623"/>
            <a:ext cx="12192000" cy="94844"/>
          </a:xfrm>
          <a:prstGeom prst="rect">
            <a:avLst/>
          </a:prstGeom>
          <a:solidFill>
            <a:srgbClr val="035390"/>
          </a:solidFill>
          <a:ln>
            <a:noFill/>
          </a:ln>
        </p:spPr>
        <p:txBody>
          <a:bodyPr anchor="ctr"/>
          <a:lstStyle/>
          <a:p>
            <a:pPr marL="0" lvl="0" indent="0" algn="ctr" defTabSz="1219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Calibri"/>
              <a:ea typeface="宋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l" defTabSz="914400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Microsoft YaHei"/>
          <a:ea typeface="Microsoft YaHei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Calibri"/>
          <a:ea typeface="宋体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Calibri"/>
          <a:ea typeface="宋体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Calibri"/>
          <a:ea typeface="宋体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Calibri"/>
          <a:ea typeface="宋体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/>
          <a:ea typeface="宋体"/>
        </a:defRPr>
      </a:lvl1pPr>
      <a:lvl2pPr marL="457200" lvl="1" algn="l" defTabSz="914400">
        <a:defRPr sz="1800" kern="1200">
          <a:solidFill>
            <a:schemeClr val="tx1"/>
          </a:solidFill>
          <a:latin typeface="Calibri"/>
          <a:ea typeface="宋体"/>
        </a:defRPr>
      </a:lvl2pPr>
      <a:lvl3pPr marL="914400" lvl="2" algn="l" defTabSz="914400">
        <a:defRPr sz="1800" kern="1200">
          <a:solidFill>
            <a:schemeClr val="tx1"/>
          </a:solidFill>
          <a:latin typeface="Calibri"/>
          <a:ea typeface="宋体"/>
        </a:defRPr>
      </a:lvl3pPr>
      <a:lvl4pPr marL="1371600" lvl="3" algn="l" defTabSz="914400">
        <a:defRPr sz="1800" kern="1200">
          <a:solidFill>
            <a:schemeClr val="tx1"/>
          </a:solidFill>
          <a:latin typeface="Calibri"/>
          <a:ea typeface="宋体"/>
        </a:defRPr>
      </a:lvl4pPr>
      <a:lvl5pPr marL="1828800" lvl="4" algn="l" defTabSz="914400">
        <a:defRPr sz="1800" kern="1200">
          <a:solidFill>
            <a:schemeClr val="tx1"/>
          </a:solidFill>
          <a:latin typeface="Calibri"/>
          <a:ea typeface="宋体"/>
        </a:defRPr>
      </a:lvl5pPr>
      <a:lvl6pPr marL="2286000" lvl="5" algn="l" defTabSz="914400">
        <a:defRPr sz="1800" kern="1200">
          <a:solidFill>
            <a:schemeClr val="tx1"/>
          </a:solidFill>
          <a:latin typeface="Calibri"/>
          <a:ea typeface="宋体"/>
        </a:defRPr>
      </a:lvl6pPr>
      <a:lvl7pPr marL="2743200" lvl="6" algn="l" defTabSz="914400">
        <a:defRPr sz="1800" kern="1200">
          <a:solidFill>
            <a:schemeClr val="tx1"/>
          </a:solidFill>
          <a:latin typeface="Calibri"/>
          <a:ea typeface="宋体"/>
        </a:defRPr>
      </a:lvl7pPr>
      <a:lvl8pPr marL="3200400" lvl="7" algn="l" defTabSz="914400">
        <a:defRPr sz="1800" kern="1200">
          <a:solidFill>
            <a:schemeClr val="tx1"/>
          </a:solidFill>
          <a:latin typeface="Calibri"/>
          <a:ea typeface="宋体"/>
        </a:defRPr>
      </a:lvl8pPr>
      <a:lvl9pPr marL="3657600" lvl="8" algn="l" defTabSz="914400">
        <a:defRPr sz="1800" kern="1200">
          <a:solidFill>
            <a:schemeClr val="tx1"/>
          </a:solidFill>
          <a:latin typeface="Calibri"/>
          <a:ea typeface="宋体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C08DE-3F3A-4A6E-971D-362BDA627161}" type="datetimeFigureOut">
              <a:rPr lang="zh-CN" altLang="en-US"/>
              <a:t>2025/10/17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1369-827F-41CD-AEEF-F2204BFEC8F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 Light"/>
          <a:ea typeface="等线 Light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等线"/>
          <a:ea typeface="等线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等线"/>
          <a:ea typeface="等线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等线"/>
          <a:ea typeface="等线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等线"/>
          <a:ea typeface="等线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等线"/>
          <a:ea typeface="等线"/>
        </a:defRPr>
      </a:lvl1pPr>
      <a:lvl2pPr marL="457200" lvl="1" algn="l" defTabSz="914400">
        <a:defRPr sz="1800" kern="1200">
          <a:solidFill>
            <a:schemeClr val="tx1"/>
          </a:solidFill>
          <a:latin typeface="等线"/>
          <a:ea typeface="等线"/>
        </a:defRPr>
      </a:lvl2pPr>
      <a:lvl3pPr marL="914400" lvl="2" algn="l" defTabSz="914400">
        <a:defRPr sz="1800" kern="1200">
          <a:solidFill>
            <a:schemeClr val="tx1"/>
          </a:solidFill>
          <a:latin typeface="等线"/>
          <a:ea typeface="等线"/>
        </a:defRPr>
      </a:lvl3pPr>
      <a:lvl4pPr marL="1371600" lvl="3" algn="l" defTabSz="914400">
        <a:defRPr sz="1800" kern="1200">
          <a:solidFill>
            <a:schemeClr val="tx1"/>
          </a:solidFill>
          <a:latin typeface="等线"/>
          <a:ea typeface="等线"/>
        </a:defRPr>
      </a:lvl4pPr>
      <a:lvl5pPr marL="1828800" lvl="4" algn="l" defTabSz="914400">
        <a:defRPr sz="1800" kern="1200">
          <a:solidFill>
            <a:schemeClr val="tx1"/>
          </a:solidFill>
          <a:latin typeface="等线"/>
          <a:ea typeface="等线"/>
        </a:defRPr>
      </a:lvl5pPr>
      <a:lvl6pPr marL="2286000" lvl="5" algn="l" defTabSz="914400">
        <a:defRPr sz="1800" kern="1200">
          <a:solidFill>
            <a:schemeClr val="tx1"/>
          </a:solidFill>
          <a:latin typeface="等线"/>
          <a:ea typeface="等线"/>
        </a:defRPr>
      </a:lvl6pPr>
      <a:lvl7pPr marL="2743200" lvl="6" algn="l" defTabSz="914400">
        <a:defRPr sz="1800" kern="1200">
          <a:solidFill>
            <a:schemeClr val="tx1"/>
          </a:solidFill>
          <a:latin typeface="等线"/>
          <a:ea typeface="等线"/>
        </a:defRPr>
      </a:lvl7pPr>
      <a:lvl8pPr marL="3200400" lvl="7" algn="l" defTabSz="914400">
        <a:defRPr sz="1800" kern="1200">
          <a:solidFill>
            <a:schemeClr val="tx1"/>
          </a:solidFill>
          <a:latin typeface="等线"/>
          <a:ea typeface="等线"/>
        </a:defRPr>
      </a:lvl8pPr>
      <a:lvl9pPr marL="3657600" lvl="8" algn="l" defTabSz="914400">
        <a:defRPr sz="1800" kern="1200">
          <a:solidFill>
            <a:schemeClr val="tx1"/>
          </a:solidFill>
          <a:latin typeface="等线"/>
          <a:ea typeface="等线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Visio_Drawing1.vsdx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image" Target="../media/image24.png"/><Relationship Id="rId5" Type="http://schemas.openxmlformats.org/officeDocument/2006/relationships/image" Target="../media/image22.emf"/><Relationship Id="rId4" Type="http://schemas.openxmlformats.org/officeDocument/2006/relationships/package" Target="../embeddings/Microsoft_Visio_Drawing.vsdx"/><Relationship Id="rId9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notesSlide" Target="../notesSlides/notesSlide9.xml"/><Relationship Id="rId7" Type="http://schemas.openxmlformats.org/officeDocument/2006/relationships/package" Target="../embeddings/Microsoft_Visio_Drawing3.vsdx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24.emf"/><Relationship Id="rId5" Type="http://schemas.openxmlformats.org/officeDocument/2006/relationships/package" Target="../embeddings/Microsoft_Visio_Drawing2.vsdx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6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Relationship Id="rId6" Type="http://schemas.openxmlformats.org/officeDocument/2006/relationships/image" Target="../media/image940.png"/><Relationship Id="rId5" Type="http://schemas.openxmlformats.org/officeDocument/2006/relationships/image" Target="../media/image930.png"/><Relationship Id="rId4" Type="http://schemas.openxmlformats.org/officeDocument/2006/relationships/image" Target="../media/image9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Relationship Id="rId6" Type="http://schemas.openxmlformats.org/officeDocument/2006/relationships/image" Target="../media/image1050.png"/><Relationship Id="rId5" Type="http://schemas.openxmlformats.org/officeDocument/2006/relationships/image" Target="../media/image104.png"/><Relationship Id="rId4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2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2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Visio_Drawing4.vsdx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Relationship Id="rId4" Type="http://schemas.openxmlformats.org/officeDocument/2006/relationships/image" Target="../media/image6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Relationship Id="rId4" Type="http://schemas.openxmlformats.org/officeDocument/2006/relationships/image" Target="../media/image6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7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Relationship Id="rId6" Type="http://schemas.openxmlformats.org/officeDocument/2006/relationships/image" Target="../media/image70.png"/><Relationship Id="rId10" Type="http://schemas.openxmlformats.org/officeDocument/2006/relationships/image" Target="../media/image31.emf"/><Relationship Id="rId9" Type="http://schemas.openxmlformats.org/officeDocument/2006/relationships/package" Target="../embeddings/Microsoft_Visio_Drawing5.vsdx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3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Visio_Drawing6.vsdx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Relationship Id="rId5" Type="http://schemas.openxmlformats.org/officeDocument/2006/relationships/image" Target="../media/image33.emf"/><Relationship Id="rId4" Type="http://schemas.openxmlformats.org/officeDocument/2006/relationships/oleObject" Target="../embeddings/oleObject4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4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Relationship Id="rId5" Type="http://schemas.openxmlformats.org/officeDocument/2006/relationships/image" Target="../media/image34.emf"/><Relationship Id="rId4" Type="http://schemas.openxmlformats.org/officeDocument/2006/relationships/oleObject" Target="../embeddings/oleObject5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7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Relationship Id="rId6" Type="http://schemas.openxmlformats.org/officeDocument/2006/relationships/image" Target="../media/image77.png"/><Relationship Id="rId5" Type="http://schemas.openxmlformats.org/officeDocument/2006/relationships/image" Target="../media/image35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36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7" Type="http://schemas.openxmlformats.org/officeDocument/2006/relationships/image" Target="../media/image3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Relationship Id="rId6" Type="http://schemas.openxmlformats.org/officeDocument/2006/relationships/package" Target="../embeddings/Microsoft_Visio_Drawing8.vsdx"/><Relationship Id="rId5" Type="http://schemas.openxmlformats.org/officeDocument/2006/relationships/image" Target="../media/image37.emf"/><Relationship Id="rId4" Type="http://schemas.openxmlformats.org/officeDocument/2006/relationships/package" Target="../embeddings/Microsoft_Visio_Drawing7.vsdx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Relationship Id="rId4" Type="http://schemas.openxmlformats.org/officeDocument/2006/relationships/image" Target="../media/image17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notesSlide" Target="../notesSlides/notesSlide53.xml"/><Relationship Id="rId7" Type="http://schemas.openxmlformats.org/officeDocument/2006/relationships/image" Target="../media/image5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Relationship Id="rId6" Type="http://schemas.openxmlformats.org/officeDocument/2006/relationships/image" Target="../media/image69.png"/><Relationship Id="rId5" Type="http://schemas.openxmlformats.org/officeDocument/2006/relationships/image" Target="../media/image300.png"/><Relationship Id="rId4" Type="http://schemas.openxmlformats.org/officeDocument/2006/relationships/image" Target="../media/image20.png"/><Relationship Id="rId9" Type="http://schemas.openxmlformats.org/officeDocument/2006/relationships/image" Target="../media/image70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notesSlide" Target="../notesSlides/notesSlide56.xml"/><Relationship Id="rId7" Type="http://schemas.openxmlformats.org/officeDocument/2006/relationships/image" Target="../media/image1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55.xml"/><Relationship Id="rId9" Type="http://schemas.openxmlformats.org/officeDocument/2006/relationships/tags" Target="../tags/tag16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Relationship Id="rId4" Type="http://schemas.openxmlformats.org/officeDocument/2006/relationships/image" Target="../media/image70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Relationship Id="rId4" Type="http://schemas.openxmlformats.org/officeDocument/2006/relationships/image" Target="../media/image71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3.wmf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2.emf"/><Relationship Id="rId4" Type="http://schemas.openxmlformats.org/officeDocument/2006/relationships/notesSlide" Target="../notesSlides/notesSlide6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Relationship Id="rId6" Type="http://schemas.openxmlformats.org/officeDocument/2006/relationships/image" Target="../media/image76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Relationship Id="rId5" Type="http://schemas.openxmlformats.org/officeDocument/2006/relationships/image" Target="../media/image81.png"/><Relationship Id="rId4" Type="http://schemas.openxmlformats.org/officeDocument/2006/relationships/image" Target="../media/image79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3" Type="http://schemas.openxmlformats.org/officeDocument/2006/relationships/tags" Target="../tags/tag169.xml"/><Relationship Id="rId7" Type="http://schemas.openxmlformats.org/officeDocument/2006/relationships/tags" Target="../tags/tag173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70.xml"/><Relationship Id="rId9" Type="http://schemas.openxmlformats.org/officeDocument/2006/relationships/tags" Target="../tags/tag175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78.xml"/><Relationship Id="rId7" Type="http://schemas.openxmlformats.org/officeDocument/2006/relationships/image" Target="../media/image82.w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83.w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82.xml"/><Relationship Id="rId9" Type="http://schemas.openxmlformats.org/officeDocument/2006/relationships/tags" Target="../tags/tag1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tags" Target="../tags/tag191.xml"/><Relationship Id="rId7" Type="http://schemas.openxmlformats.org/officeDocument/2006/relationships/image" Target="../media/image84.wmf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oleObject" Target="../embeddings/oleObject11.bin"/><Relationship Id="rId5" Type="http://schemas.openxmlformats.org/officeDocument/2006/relationships/notesSlide" Target="../notesSlides/notesSlide6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85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195.xml"/><Relationship Id="rId9" Type="http://schemas.openxmlformats.org/officeDocument/2006/relationships/tags" Target="../tags/tag20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Relationship Id="rId5" Type="http://schemas.openxmlformats.org/officeDocument/2006/relationships/image" Target="../media/image87.emf"/><Relationship Id="rId4" Type="http://schemas.openxmlformats.org/officeDocument/2006/relationships/image" Target="../media/image86.e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214.xml"/><Relationship Id="rId7" Type="http://schemas.openxmlformats.org/officeDocument/2006/relationships/image" Target="../media/image88.w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oleObject" Target="../embeddings/oleObject13.bin"/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89.wmf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18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7" Type="http://schemas.openxmlformats.org/officeDocument/2006/relationships/image" Target="../media/image91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3.xml"/><Relationship Id="rId6" Type="http://schemas.openxmlformats.org/officeDocument/2006/relationships/package" Target="../embeddings/Microsoft_Visio_Drawing9.vsdx"/><Relationship Id="rId5" Type="http://schemas.openxmlformats.org/officeDocument/2006/relationships/image" Target="../media/image90.emf"/><Relationship Id="rId4" Type="http://schemas.openxmlformats.org/officeDocument/2006/relationships/oleObject" Target="../embeddings/oleObject15.bin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Relationship Id="rId4" Type="http://schemas.openxmlformats.org/officeDocument/2006/relationships/image" Target="../media/image9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7" Type="http://schemas.openxmlformats.org/officeDocument/2006/relationships/image" Target="../media/image10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6.xml"/><Relationship Id="rId6" Type="http://schemas.openxmlformats.org/officeDocument/2006/relationships/image" Target="../media/image105.png"/><Relationship Id="rId5" Type="http://schemas.openxmlformats.org/officeDocument/2006/relationships/image" Target="../media/image93.emf"/><Relationship Id="rId4" Type="http://schemas.openxmlformats.org/officeDocument/2006/relationships/oleObject" Target="../embeddings/oleObject16.bin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9.xml"/><Relationship Id="rId6" Type="http://schemas.openxmlformats.org/officeDocument/2006/relationships/image" Target="../media/image108.png"/><Relationship Id="rId5" Type="http://schemas.openxmlformats.org/officeDocument/2006/relationships/image" Target="../media/image94.emf"/><Relationship Id="rId4" Type="http://schemas.openxmlformats.org/officeDocument/2006/relationships/oleObject" Target="../embeddings/oleObject17.bin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0.xml"/><Relationship Id="rId6" Type="http://schemas.openxmlformats.org/officeDocument/2006/relationships/image" Target="../media/image95.png"/><Relationship Id="rId5" Type="http://schemas.openxmlformats.org/officeDocument/2006/relationships/image" Target="../media/image94.emf"/><Relationship Id="rId4" Type="http://schemas.openxmlformats.org/officeDocument/2006/relationships/oleObject" Target="../embeddings/oleObject17.bin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tags" Target="../tags/tag233.xml"/><Relationship Id="rId7" Type="http://schemas.openxmlformats.org/officeDocument/2006/relationships/image" Target="../media/image96.wmf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oleObject" Target="../embeddings/oleObject18.bin"/><Relationship Id="rId5" Type="http://schemas.openxmlformats.org/officeDocument/2006/relationships/notesSlide" Target="../notesSlides/notesSlide7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2767840"/>
            <a:ext cx="12192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研究生院</a:t>
            </a:r>
            <a:r>
              <a:rPr lang="en-US" altLang="zh-CN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2019</a:t>
            </a:r>
            <a:r>
              <a:rPr lang="zh-CN" altLang="en-US" sz="4000" b="1" i="0" u="none" strike="noStrike" kern="100" spc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年改革重点工作汇报</a:t>
            </a:r>
            <a:endParaRPr lang="zh-CN" altLang="en-US" sz="4000" b="1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5" name="副标题 2"/>
          <p:cNvSpPr/>
          <p:nvPr/>
        </p:nvSpPr>
        <p:spPr>
          <a:xfrm>
            <a:off x="1467987" y="5056833"/>
            <a:ext cx="9144000" cy="1135149"/>
          </a:xfrm>
          <a:prstGeom prst="rect">
            <a:avLst/>
          </a:prstGeom>
          <a:noFill/>
          <a:ln>
            <a:noFill/>
          </a:ln>
        </p:spPr>
        <p:txBody>
          <a:bodyPr lIns="91395" tIns="45697" rIns="91395" bIns="45697"/>
          <a:lstStyle/>
          <a:p>
            <a:pPr marL="0" lvl="0" indent="0" algn="ctr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800" b="1" i="0" u="none" strike="noStrike" kern="1200" spc="0" baseline="0" dirty="0">
              <a:ln>
                <a:noFill/>
              </a:ln>
              <a:solidFill>
                <a:srgbClr val="002060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5691" y="648531"/>
            <a:ext cx="2541294" cy="804754"/>
            <a:chOff x="1406525" y="385763"/>
            <a:chExt cx="5875337" cy="1860550"/>
          </a:xfrm>
          <a:solidFill>
            <a:srgbClr val="1C55A1"/>
          </a:solidFill>
          <a:effectLst>
            <a:outerShdw dist="38100" sx="1000" sy="1000" algn="tl" rotWithShape="0">
              <a:prstClr val="black">
                <a:alpha val="0"/>
              </a:prstClr>
            </a:outerShdw>
          </a:effectLst>
        </p:grpSpPr>
        <p:sp>
          <p:nvSpPr>
            <p:cNvPr id="7" name="Freeform 5"/>
            <p:cNvSpPr>
              <a:spLocks noEditPoints="1"/>
            </p:cNvSpPr>
            <p:nvPr/>
          </p:nvSpPr>
          <p:spPr>
            <a:xfrm>
              <a:off x="1406525" y="385763"/>
              <a:ext cx="1833562" cy="1860550"/>
            </a:xfrm>
            <a:custGeom>
              <a:avLst/>
              <a:gdLst>
                <a:gd name="T0" fmla="*/ 304 w 432"/>
                <a:gd name="T1" fmla="*/ 336 h 438"/>
                <a:gd name="T2" fmla="*/ 291 w 432"/>
                <a:gd name="T3" fmla="*/ 345 h 438"/>
                <a:gd name="T4" fmla="*/ 297 w 432"/>
                <a:gd name="T5" fmla="*/ 346 h 438"/>
                <a:gd name="T6" fmla="*/ 302 w 432"/>
                <a:gd name="T7" fmla="*/ 343 h 438"/>
                <a:gd name="T8" fmla="*/ 307 w 432"/>
                <a:gd name="T9" fmla="*/ 349 h 438"/>
                <a:gd name="T10" fmla="*/ 308 w 432"/>
                <a:gd name="T11" fmla="*/ 368 h 438"/>
                <a:gd name="T12" fmla="*/ 316 w 432"/>
                <a:gd name="T13" fmla="*/ 352 h 438"/>
                <a:gd name="T14" fmla="*/ 298 w 432"/>
                <a:gd name="T15" fmla="*/ 356 h 438"/>
                <a:gd name="T16" fmla="*/ 295 w 432"/>
                <a:gd name="T17" fmla="*/ 329 h 438"/>
                <a:gd name="T18" fmla="*/ 260 w 432"/>
                <a:gd name="T19" fmla="*/ 375 h 438"/>
                <a:gd name="T20" fmla="*/ 248 w 432"/>
                <a:gd name="T21" fmla="*/ 368 h 438"/>
                <a:gd name="T22" fmla="*/ 239 w 432"/>
                <a:gd name="T23" fmla="*/ 351 h 438"/>
                <a:gd name="T24" fmla="*/ 230 w 432"/>
                <a:gd name="T25" fmla="*/ 263 h 438"/>
                <a:gd name="T26" fmla="*/ 159 w 432"/>
                <a:gd name="T27" fmla="*/ 199 h 438"/>
                <a:gd name="T28" fmla="*/ 186 w 432"/>
                <a:gd name="T29" fmla="*/ 259 h 438"/>
                <a:gd name="T30" fmla="*/ 221 w 432"/>
                <a:gd name="T31" fmla="*/ 199 h 438"/>
                <a:gd name="T32" fmla="*/ 239 w 432"/>
                <a:gd name="T33" fmla="*/ 199 h 438"/>
                <a:gd name="T34" fmla="*/ 255 w 432"/>
                <a:gd name="T35" fmla="*/ 269 h 438"/>
                <a:gd name="T36" fmla="*/ 252 w 432"/>
                <a:gd name="T37" fmla="*/ 163 h 438"/>
                <a:gd name="T38" fmla="*/ 271 w 432"/>
                <a:gd name="T39" fmla="*/ 196 h 438"/>
                <a:gd name="T40" fmla="*/ 225 w 432"/>
                <a:gd name="T41" fmla="*/ 199 h 438"/>
                <a:gd name="T42" fmla="*/ 200 w 432"/>
                <a:gd name="T43" fmla="*/ 197 h 438"/>
                <a:gd name="T44" fmla="*/ 203 w 432"/>
                <a:gd name="T45" fmla="*/ 180 h 438"/>
                <a:gd name="T46" fmla="*/ 133 w 432"/>
                <a:gd name="T47" fmla="*/ 166 h 438"/>
                <a:gd name="T48" fmla="*/ 287 w 432"/>
                <a:gd name="T49" fmla="*/ 174 h 438"/>
                <a:gd name="T50" fmla="*/ 304 w 432"/>
                <a:gd name="T51" fmla="*/ 160 h 438"/>
                <a:gd name="T52" fmla="*/ 177 w 432"/>
                <a:gd name="T53" fmla="*/ 371 h 438"/>
                <a:gd name="T54" fmla="*/ 187 w 432"/>
                <a:gd name="T55" fmla="*/ 370 h 438"/>
                <a:gd name="T56" fmla="*/ 188 w 432"/>
                <a:gd name="T57" fmla="*/ 390 h 438"/>
                <a:gd name="T58" fmla="*/ 191 w 432"/>
                <a:gd name="T59" fmla="*/ 373 h 438"/>
                <a:gd name="T60" fmla="*/ 204 w 432"/>
                <a:gd name="T61" fmla="*/ 357 h 438"/>
                <a:gd name="T62" fmla="*/ 184 w 432"/>
                <a:gd name="T63" fmla="*/ 362 h 438"/>
                <a:gd name="T64" fmla="*/ 173 w 432"/>
                <a:gd name="T65" fmla="*/ 374 h 438"/>
                <a:gd name="T66" fmla="*/ 142 w 432"/>
                <a:gd name="T67" fmla="*/ 342 h 438"/>
                <a:gd name="T68" fmla="*/ 135 w 432"/>
                <a:gd name="T69" fmla="*/ 335 h 438"/>
                <a:gd name="T70" fmla="*/ 57 w 432"/>
                <a:gd name="T71" fmla="*/ 295 h 438"/>
                <a:gd name="T72" fmla="*/ 61 w 432"/>
                <a:gd name="T73" fmla="*/ 240 h 438"/>
                <a:gd name="T74" fmla="*/ 40 w 432"/>
                <a:gd name="T75" fmla="*/ 215 h 438"/>
                <a:gd name="T76" fmla="*/ 67 w 432"/>
                <a:gd name="T77" fmla="*/ 162 h 438"/>
                <a:gd name="T78" fmla="*/ 91 w 432"/>
                <a:gd name="T79" fmla="*/ 141 h 438"/>
                <a:gd name="T80" fmla="*/ 110 w 432"/>
                <a:gd name="T81" fmla="*/ 116 h 438"/>
                <a:gd name="T82" fmla="*/ 121 w 432"/>
                <a:gd name="T83" fmla="*/ 91 h 438"/>
                <a:gd name="T84" fmla="*/ 144 w 432"/>
                <a:gd name="T85" fmla="*/ 56 h 438"/>
                <a:gd name="T86" fmla="*/ 175 w 432"/>
                <a:gd name="T87" fmla="*/ 45 h 438"/>
                <a:gd name="T88" fmla="*/ 216 w 432"/>
                <a:gd name="T89" fmla="*/ 69 h 438"/>
                <a:gd name="T90" fmla="*/ 252 w 432"/>
                <a:gd name="T91" fmla="*/ 74 h 438"/>
                <a:gd name="T92" fmla="*/ 294 w 432"/>
                <a:gd name="T93" fmla="*/ 58 h 438"/>
                <a:gd name="T94" fmla="*/ 341 w 432"/>
                <a:gd name="T95" fmla="*/ 103 h 438"/>
                <a:gd name="T96" fmla="*/ 357 w 432"/>
                <a:gd name="T97" fmla="*/ 111 h 438"/>
                <a:gd name="T98" fmla="*/ 355 w 432"/>
                <a:gd name="T99" fmla="*/ 166 h 438"/>
                <a:gd name="T100" fmla="*/ 375 w 432"/>
                <a:gd name="T101" fmla="*/ 208 h 438"/>
                <a:gd name="T102" fmla="*/ 377 w 432"/>
                <a:gd name="T103" fmla="*/ 227 h 438"/>
                <a:gd name="T104" fmla="*/ 374 w 432"/>
                <a:gd name="T105" fmla="*/ 284 h 438"/>
                <a:gd name="T106" fmla="*/ 347 w 432"/>
                <a:gd name="T107" fmla="*/ 289 h 438"/>
                <a:gd name="T108" fmla="*/ 363 w 432"/>
                <a:gd name="T109" fmla="*/ 88 h 438"/>
                <a:gd name="T110" fmla="*/ 92 w 432"/>
                <a:gd name="T111" fmla="*/ 55 h 438"/>
                <a:gd name="T112" fmla="*/ 55 w 432"/>
                <a:gd name="T113" fmla="*/ 344 h 438"/>
                <a:gd name="T114" fmla="*/ 340 w 432"/>
                <a:gd name="T115" fmla="*/ 383 h 438"/>
                <a:gd name="T116" fmla="*/ 419 w 432"/>
                <a:gd name="T117" fmla="*/ 274 h 438"/>
                <a:gd name="T118" fmla="*/ 162 w 432"/>
                <a:gd name="T119" fmla="*/ 424 h 438"/>
                <a:gd name="T120" fmla="*/ 14 w 432"/>
                <a:gd name="T121" fmla="*/ 164 h 438"/>
                <a:gd name="T122" fmla="*/ 271 w 432"/>
                <a:gd name="T123" fmla="*/ 13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33562" h="1860550">
                  <a:moveTo>
                    <a:pt x="1243596" y="1440015"/>
                  </a:moveTo>
                  <a:cubicBezTo>
                    <a:pt x="1243596" y="1440015"/>
                    <a:pt x="1247841" y="1440015"/>
                    <a:pt x="1247841" y="1440015"/>
                  </a:cubicBezTo>
                  <a:cubicBezTo>
                    <a:pt x="1247841" y="1440015"/>
                    <a:pt x="1252085" y="1440015"/>
                    <a:pt x="1252085" y="1440015"/>
                  </a:cubicBezTo>
                  <a:cubicBezTo>
                    <a:pt x="1252085" y="1440015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52085" y="1444263"/>
                    <a:pt x="1252085" y="1444263"/>
                    <a:pt x="1252085" y="1444263"/>
                  </a:cubicBezTo>
                  <a:cubicBezTo>
                    <a:pt x="1247841" y="1444263"/>
                    <a:pt x="1243596" y="1440015"/>
                    <a:pt x="1243596" y="1440015"/>
                  </a:cubicBezTo>
                  <a:cubicBezTo>
                    <a:pt x="1243596" y="1440015"/>
                    <a:pt x="1243596" y="1440015"/>
                    <a:pt x="1243596" y="1440015"/>
                  </a:cubicBezTo>
                  <a:moveTo>
                    <a:pt x="1273307" y="1418776"/>
                  </a:move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0280"/>
                    <a:pt x="1286040" y="1397536"/>
                    <a:pt x="1294529" y="1389041"/>
                  </a:cubicBezTo>
                  <a:cubicBezTo>
                    <a:pt x="1294529" y="1389041"/>
                    <a:pt x="1294529" y="1389041"/>
                    <a:pt x="1294529" y="1384793"/>
                  </a:cubicBezTo>
                  <a:cubicBezTo>
                    <a:pt x="1294529" y="1384793"/>
                    <a:pt x="1294529" y="1384793"/>
                    <a:pt x="1298773" y="1384793"/>
                  </a:cubicBezTo>
                  <a:cubicBezTo>
                    <a:pt x="1298773" y="1389041"/>
                    <a:pt x="1298773" y="1389041"/>
                    <a:pt x="1298773" y="1389041"/>
                  </a:cubicBezTo>
                  <a:cubicBezTo>
                    <a:pt x="1298773" y="1389041"/>
                    <a:pt x="1303017" y="1393289"/>
                    <a:pt x="1298773" y="1393289"/>
                  </a:cubicBezTo>
                  <a:cubicBezTo>
                    <a:pt x="1298773" y="1397536"/>
                    <a:pt x="1298773" y="1401784"/>
                    <a:pt x="1298773" y="1406032"/>
                  </a:cubicBezTo>
                  <a:cubicBezTo>
                    <a:pt x="1298773" y="1406032"/>
                    <a:pt x="1298773" y="1406032"/>
                    <a:pt x="1298773" y="1406032"/>
                  </a:cubicBezTo>
                  <a:cubicBezTo>
                    <a:pt x="1298773" y="1406032"/>
                    <a:pt x="1298773" y="1406032"/>
                    <a:pt x="1298773" y="1406032"/>
                  </a:cubicBezTo>
                  <a:cubicBezTo>
                    <a:pt x="1298773" y="1414528"/>
                    <a:pt x="1303017" y="1431519"/>
                    <a:pt x="1298773" y="1435767"/>
                  </a:cubicBezTo>
                  <a:cubicBezTo>
                    <a:pt x="1294529" y="1435767"/>
                    <a:pt x="1294529" y="1435767"/>
                    <a:pt x="1294529" y="1435767"/>
                  </a:cubicBezTo>
                  <a:cubicBezTo>
                    <a:pt x="1294529" y="1431519"/>
                    <a:pt x="1290284" y="1431519"/>
                    <a:pt x="1290284" y="1427271"/>
                  </a:cubicBezTo>
                  <a:cubicBezTo>
                    <a:pt x="1290284" y="1427271"/>
                    <a:pt x="1290284" y="1427271"/>
                    <a:pt x="1290284" y="1427271"/>
                  </a:cubicBezTo>
                  <a:cubicBezTo>
                    <a:pt x="1290284" y="1427271"/>
                    <a:pt x="1290284" y="1427271"/>
                    <a:pt x="1290284" y="1427271"/>
                  </a:cubicBezTo>
                  <a:cubicBezTo>
                    <a:pt x="1286040" y="1427271"/>
                    <a:pt x="1286040" y="1427271"/>
                    <a:pt x="1286040" y="1427271"/>
                  </a:cubicBezTo>
                  <a:cubicBezTo>
                    <a:pt x="1281796" y="1427271"/>
                    <a:pt x="1281796" y="1427271"/>
                    <a:pt x="1277551" y="1427271"/>
                  </a:cubicBezTo>
                  <a:cubicBezTo>
                    <a:pt x="1277551" y="1423023"/>
                    <a:pt x="1273307" y="1423023"/>
                    <a:pt x="1273307" y="1423023"/>
                  </a:cubicBezTo>
                  <a:cubicBezTo>
                    <a:pt x="1273307" y="1423023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ubicBezTo>
                    <a:pt x="1273307" y="1418776"/>
                    <a:pt x="1273307" y="1418776"/>
                    <a:pt x="1273307" y="1418776"/>
                  </a:cubicBezTo>
                  <a:close/>
                  <a:moveTo>
                    <a:pt x="1281796" y="1440015"/>
                  </a:moveTo>
                  <a:cubicBezTo>
                    <a:pt x="1281796" y="1440015"/>
                    <a:pt x="1281796" y="1440015"/>
                    <a:pt x="1281796" y="1440015"/>
                  </a:cubicBezTo>
                  <a:cubicBezTo>
                    <a:pt x="1286040" y="1440015"/>
                    <a:pt x="1286040" y="1440015"/>
                    <a:pt x="1286040" y="1440015"/>
                  </a:cubicBezTo>
                  <a:cubicBezTo>
                    <a:pt x="1286040" y="1440015"/>
                    <a:pt x="1286040" y="1440015"/>
                    <a:pt x="1286040" y="1440015"/>
                  </a:cubicBezTo>
                  <a:cubicBezTo>
                    <a:pt x="1286040" y="1440015"/>
                    <a:pt x="1286040" y="1440015"/>
                    <a:pt x="1286040" y="1444263"/>
                  </a:cubicBezTo>
                  <a:cubicBezTo>
                    <a:pt x="1286040" y="1444263"/>
                    <a:pt x="1286040" y="1444263"/>
                    <a:pt x="1286040" y="1444263"/>
                  </a:cubicBezTo>
                  <a:cubicBezTo>
                    <a:pt x="1286040" y="1444263"/>
                    <a:pt x="1281796" y="1444263"/>
                    <a:pt x="1281796" y="1444263"/>
                  </a:cubicBezTo>
                  <a:cubicBezTo>
                    <a:pt x="1281796" y="1444263"/>
                    <a:pt x="1281796" y="1444263"/>
                    <a:pt x="1281796" y="1440015"/>
                  </a:cubicBezTo>
                  <a:moveTo>
                    <a:pt x="1201153" y="1427271"/>
                  </a:moveTo>
                  <a:cubicBezTo>
                    <a:pt x="1201153" y="1427271"/>
                    <a:pt x="1201153" y="1427271"/>
                    <a:pt x="1201153" y="1427271"/>
                  </a:cubicBezTo>
                  <a:cubicBezTo>
                    <a:pt x="1205397" y="1427271"/>
                    <a:pt x="1205397" y="1427271"/>
                    <a:pt x="1205397" y="1427271"/>
                  </a:cubicBezTo>
                  <a:cubicBezTo>
                    <a:pt x="1205397" y="1431519"/>
                    <a:pt x="1209642" y="1431519"/>
                    <a:pt x="1213886" y="1435767"/>
                  </a:cubicBezTo>
                  <a:cubicBezTo>
                    <a:pt x="1218130" y="1440015"/>
                    <a:pt x="1226619" y="1444263"/>
                    <a:pt x="1235108" y="1452758"/>
                  </a:cubicBezTo>
                  <a:cubicBezTo>
                    <a:pt x="1235108" y="1452758"/>
                    <a:pt x="1235108" y="1452758"/>
                    <a:pt x="1235108" y="1452758"/>
                  </a:cubicBezTo>
                  <a:cubicBezTo>
                    <a:pt x="1235108" y="1457006"/>
                    <a:pt x="1235108" y="1457006"/>
                    <a:pt x="1235108" y="1457006"/>
                  </a:cubicBezTo>
                  <a:cubicBezTo>
                    <a:pt x="1235108" y="1461254"/>
                    <a:pt x="1239352" y="1461254"/>
                    <a:pt x="1235108" y="1465502"/>
                  </a:cubicBezTo>
                  <a:cubicBezTo>
                    <a:pt x="1235108" y="1465502"/>
                    <a:pt x="1235108" y="1465502"/>
                    <a:pt x="1235108" y="1465502"/>
                  </a:cubicBezTo>
                  <a:cubicBezTo>
                    <a:pt x="1235108" y="1465502"/>
                    <a:pt x="1235108" y="1465502"/>
                    <a:pt x="1235108" y="1465502"/>
                  </a:cubicBezTo>
                  <a:cubicBezTo>
                    <a:pt x="1230863" y="1465502"/>
                    <a:pt x="1222375" y="1461254"/>
                    <a:pt x="1213886" y="1465502"/>
                  </a:cubicBezTo>
                  <a:cubicBezTo>
                    <a:pt x="1213886" y="1465502"/>
                    <a:pt x="1209642" y="1465502"/>
                    <a:pt x="1209642" y="1465502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09642" y="1469750"/>
                    <a:pt x="1209642" y="1469750"/>
                    <a:pt x="1209642" y="1469750"/>
                  </a:cubicBezTo>
                  <a:cubicBezTo>
                    <a:pt x="1218130" y="1473997"/>
                    <a:pt x="1226619" y="1478245"/>
                    <a:pt x="1230863" y="1486741"/>
                  </a:cubicBezTo>
                  <a:cubicBezTo>
                    <a:pt x="1235108" y="1486741"/>
                    <a:pt x="1235108" y="1490989"/>
                    <a:pt x="1235108" y="1490989"/>
                  </a:cubicBezTo>
                  <a:cubicBezTo>
                    <a:pt x="1235108" y="1490989"/>
                    <a:pt x="1235108" y="1495237"/>
                    <a:pt x="1239352" y="1495237"/>
                  </a:cubicBezTo>
                  <a:cubicBezTo>
                    <a:pt x="1239352" y="1495237"/>
                    <a:pt x="1239352" y="1495237"/>
                    <a:pt x="1239352" y="1495237"/>
                  </a:cubicBezTo>
                  <a:cubicBezTo>
                    <a:pt x="1239352" y="1495237"/>
                    <a:pt x="1239352" y="1495237"/>
                    <a:pt x="1239352" y="1495237"/>
                  </a:cubicBezTo>
                  <a:cubicBezTo>
                    <a:pt x="1243596" y="1495237"/>
                    <a:pt x="1243596" y="1495237"/>
                    <a:pt x="1247841" y="1495237"/>
                  </a:cubicBezTo>
                  <a:cubicBezTo>
                    <a:pt x="1247841" y="1495237"/>
                    <a:pt x="1247841" y="1495237"/>
                    <a:pt x="1247841" y="1495237"/>
                  </a:cubicBezTo>
                  <a:cubicBezTo>
                    <a:pt x="1247841" y="1495237"/>
                    <a:pt x="1247841" y="1495237"/>
                    <a:pt x="1247841" y="1495237"/>
                  </a:cubicBezTo>
                  <a:cubicBezTo>
                    <a:pt x="1252085" y="1495237"/>
                    <a:pt x="1252085" y="1490989"/>
                    <a:pt x="1247841" y="1490989"/>
                  </a:cubicBezTo>
                  <a:cubicBezTo>
                    <a:pt x="1247841" y="1486741"/>
                    <a:pt x="1247841" y="1478245"/>
                    <a:pt x="1252085" y="1473997"/>
                  </a:cubicBezTo>
                  <a:cubicBezTo>
                    <a:pt x="1252085" y="1473997"/>
                    <a:pt x="1256330" y="1473997"/>
                    <a:pt x="1260574" y="1473997"/>
                  </a:cubicBezTo>
                  <a:cubicBezTo>
                    <a:pt x="1260574" y="1473997"/>
                    <a:pt x="1260574" y="1473997"/>
                    <a:pt x="1260574" y="1473997"/>
                  </a:cubicBezTo>
                  <a:cubicBezTo>
                    <a:pt x="1260574" y="1473997"/>
                    <a:pt x="1260574" y="1473997"/>
                    <a:pt x="1260574" y="1473997"/>
                  </a:cubicBezTo>
                  <a:cubicBezTo>
                    <a:pt x="1260574" y="1473997"/>
                    <a:pt x="1260574" y="1469750"/>
                    <a:pt x="1260574" y="1469750"/>
                  </a:cubicBezTo>
                  <a:cubicBezTo>
                    <a:pt x="1260574" y="1469750"/>
                    <a:pt x="1260574" y="1469750"/>
                    <a:pt x="1260574" y="1469750"/>
                  </a:cubicBezTo>
                  <a:cubicBezTo>
                    <a:pt x="1260574" y="1469750"/>
                    <a:pt x="1260574" y="1469750"/>
                    <a:pt x="1260574" y="1469750"/>
                  </a:cubicBezTo>
                  <a:cubicBezTo>
                    <a:pt x="1260574" y="1469750"/>
                    <a:pt x="1260574" y="1465502"/>
                    <a:pt x="1260574" y="1465502"/>
                  </a:cubicBezTo>
                  <a:cubicBezTo>
                    <a:pt x="1260574" y="1465502"/>
                    <a:pt x="1260574" y="1465502"/>
                    <a:pt x="1260574" y="1465502"/>
                  </a:cubicBezTo>
                  <a:cubicBezTo>
                    <a:pt x="1260574" y="1461254"/>
                    <a:pt x="1260574" y="1461254"/>
                    <a:pt x="1260574" y="1461254"/>
                  </a:cubicBezTo>
                  <a:cubicBezTo>
                    <a:pt x="1260574" y="1461254"/>
                    <a:pt x="1260574" y="1461254"/>
                    <a:pt x="1260574" y="1457006"/>
                  </a:cubicBezTo>
                  <a:cubicBezTo>
                    <a:pt x="1260574" y="1457006"/>
                    <a:pt x="1260574" y="1457006"/>
                    <a:pt x="1260574" y="1457006"/>
                  </a:cubicBezTo>
                  <a:cubicBezTo>
                    <a:pt x="1264818" y="1444263"/>
                    <a:pt x="1264818" y="1444263"/>
                    <a:pt x="1264818" y="1444263"/>
                  </a:cubicBezTo>
                  <a:cubicBezTo>
                    <a:pt x="1264818" y="1444263"/>
                    <a:pt x="1264818" y="1444263"/>
                    <a:pt x="1264818" y="1444263"/>
                  </a:cubicBezTo>
                  <a:cubicBezTo>
                    <a:pt x="1269063" y="1444263"/>
                    <a:pt x="1269063" y="1444263"/>
                    <a:pt x="1269063" y="1444263"/>
                  </a:cubicBezTo>
                  <a:cubicBezTo>
                    <a:pt x="1269063" y="1444263"/>
                    <a:pt x="1269063" y="1444263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48510"/>
                    <a:pt x="1269063" y="1448510"/>
                    <a:pt x="1269063" y="1448510"/>
                  </a:cubicBezTo>
                  <a:cubicBezTo>
                    <a:pt x="1269063" y="1452758"/>
                    <a:pt x="1269063" y="1452758"/>
                    <a:pt x="1269063" y="1452758"/>
                  </a:cubicBezTo>
                  <a:cubicBezTo>
                    <a:pt x="1269063" y="1452758"/>
                    <a:pt x="1269063" y="1452758"/>
                    <a:pt x="1269063" y="1452758"/>
                  </a:cubicBezTo>
                  <a:cubicBezTo>
                    <a:pt x="1269063" y="1452758"/>
                    <a:pt x="1273307" y="1452758"/>
                    <a:pt x="1273307" y="1448510"/>
                  </a:cubicBezTo>
                  <a:cubicBezTo>
                    <a:pt x="1273307" y="1452758"/>
                    <a:pt x="1273307" y="1452758"/>
                    <a:pt x="1277551" y="1457006"/>
                  </a:cubicBezTo>
                  <a:cubicBezTo>
                    <a:pt x="1277551" y="1457006"/>
                    <a:pt x="1277551" y="1457006"/>
                    <a:pt x="1277551" y="1457006"/>
                  </a:cubicBezTo>
                  <a:cubicBezTo>
                    <a:pt x="1277551" y="1457006"/>
                    <a:pt x="1277551" y="1457006"/>
                    <a:pt x="1277551" y="1457006"/>
                  </a:cubicBezTo>
                  <a:cubicBezTo>
                    <a:pt x="1277551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57006"/>
                    <a:pt x="1281796" y="1457006"/>
                    <a:pt x="1281796" y="1457006"/>
                  </a:cubicBezTo>
                  <a:cubicBezTo>
                    <a:pt x="1281796" y="1461254"/>
                    <a:pt x="1277551" y="1469750"/>
                    <a:pt x="1273307" y="1478245"/>
                  </a:cubicBezTo>
                  <a:cubicBezTo>
                    <a:pt x="1273307" y="1478245"/>
                    <a:pt x="1273307" y="1478245"/>
                    <a:pt x="1269063" y="1478245"/>
                  </a:cubicBezTo>
                  <a:cubicBezTo>
                    <a:pt x="1269063" y="1478245"/>
                    <a:pt x="1269063" y="1478245"/>
                    <a:pt x="1269063" y="1478245"/>
                  </a:cubicBezTo>
                  <a:cubicBezTo>
                    <a:pt x="1269063" y="1478245"/>
                    <a:pt x="1269063" y="1478245"/>
                    <a:pt x="1269063" y="1478245"/>
                  </a:cubicBezTo>
                  <a:cubicBezTo>
                    <a:pt x="1260574" y="1495237"/>
                    <a:pt x="1252085" y="1507980"/>
                    <a:pt x="1243596" y="1524971"/>
                  </a:cubicBezTo>
                  <a:cubicBezTo>
                    <a:pt x="1239352" y="1529219"/>
                    <a:pt x="1230863" y="1537715"/>
                    <a:pt x="1235108" y="1546211"/>
                  </a:cubicBezTo>
                  <a:cubicBezTo>
                    <a:pt x="1235108" y="1546211"/>
                    <a:pt x="1235108" y="1550458"/>
                    <a:pt x="1235108" y="1550458"/>
                  </a:cubicBezTo>
                  <a:cubicBezTo>
                    <a:pt x="1235108" y="1550458"/>
                    <a:pt x="1235108" y="1550458"/>
                    <a:pt x="1235108" y="1550458"/>
                  </a:cubicBezTo>
                  <a:cubicBezTo>
                    <a:pt x="1235108" y="1550458"/>
                    <a:pt x="1235108" y="1550458"/>
                    <a:pt x="1235108" y="1550458"/>
                  </a:cubicBezTo>
                  <a:cubicBezTo>
                    <a:pt x="1239352" y="1550458"/>
                    <a:pt x="1243596" y="1550458"/>
                    <a:pt x="1247841" y="1550458"/>
                  </a:cubicBezTo>
                  <a:cubicBezTo>
                    <a:pt x="1252085" y="1550458"/>
                    <a:pt x="1256330" y="1550458"/>
                    <a:pt x="1256330" y="1550458"/>
                  </a:cubicBezTo>
                  <a:cubicBezTo>
                    <a:pt x="1256330" y="1550458"/>
                    <a:pt x="1256330" y="1550458"/>
                    <a:pt x="1256330" y="1550458"/>
                  </a:cubicBezTo>
                  <a:cubicBezTo>
                    <a:pt x="1256330" y="1550458"/>
                    <a:pt x="1256330" y="1550458"/>
                    <a:pt x="1256330" y="1550458"/>
                  </a:cubicBezTo>
                  <a:cubicBezTo>
                    <a:pt x="1264818" y="1541963"/>
                    <a:pt x="1260574" y="1537715"/>
                    <a:pt x="1264818" y="1533467"/>
                  </a:cubicBezTo>
                  <a:cubicBezTo>
                    <a:pt x="1269063" y="1520724"/>
                    <a:pt x="1277551" y="1507980"/>
                    <a:pt x="1286040" y="1495237"/>
                  </a:cubicBezTo>
                  <a:cubicBezTo>
                    <a:pt x="1286040" y="1490989"/>
                    <a:pt x="1290284" y="1486741"/>
                    <a:pt x="1290284" y="1486741"/>
                  </a:cubicBezTo>
                  <a:cubicBezTo>
                    <a:pt x="1294529" y="1482493"/>
                    <a:pt x="1298773" y="1473997"/>
                    <a:pt x="1307262" y="1469750"/>
                  </a:cubicBezTo>
                  <a:cubicBezTo>
                    <a:pt x="1307262" y="1469750"/>
                    <a:pt x="1307262" y="1469750"/>
                    <a:pt x="1307262" y="1469750"/>
                  </a:cubicBezTo>
                  <a:cubicBezTo>
                    <a:pt x="1307262" y="1469750"/>
                    <a:pt x="1307262" y="1469750"/>
                    <a:pt x="1307262" y="1469750"/>
                  </a:cubicBezTo>
                  <a:cubicBezTo>
                    <a:pt x="1307262" y="1469750"/>
                    <a:pt x="1307262" y="1473997"/>
                    <a:pt x="1307262" y="1473997"/>
                  </a:cubicBezTo>
                  <a:cubicBezTo>
                    <a:pt x="1307262" y="1478245"/>
                    <a:pt x="1307262" y="1478245"/>
                    <a:pt x="1303017" y="1482493"/>
                  </a:cubicBezTo>
                  <a:cubicBezTo>
                    <a:pt x="1303017" y="1490989"/>
                    <a:pt x="1303017" y="1495237"/>
                    <a:pt x="1298773" y="1499484"/>
                  </a:cubicBezTo>
                  <a:cubicBezTo>
                    <a:pt x="1298773" y="1503732"/>
                    <a:pt x="1294529" y="1507980"/>
                    <a:pt x="1294529" y="1507980"/>
                  </a:cubicBezTo>
                  <a:cubicBezTo>
                    <a:pt x="1294529" y="1512228"/>
                    <a:pt x="1294529" y="1512228"/>
                    <a:pt x="1294529" y="1512228"/>
                  </a:cubicBezTo>
                  <a:cubicBezTo>
                    <a:pt x="1298773" y="1512228"/>
                    <a:pt x="1298773" y="1512228"/>
                    <a:pt x="1298773" y="1512228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8773" y="1516476"/>
                    <a:pt x="1298773" y="1516476"/>
                  </a:cubicBezTo>
                  <a:cubicBezTo>
                    <a:pt x="1298773" y="1516476"/>
                    <a:pt x="1290284" y="1524971"/>
                    <a:pt x="1290284" y="1524971"/>
                  </a:cubicBezTo>
                  <a:cubicBezTo>
                    <a:pt x="1286040" y="1529219"/>
                    <a:pt x="1286040" y="1533467"/>
                    <a:pt x="1281796" y="1537715"/>
                  </a:cubicBezTo>
                  <a:cubicBezTo>
                    <a:pt x="1273307" y="1546211"/>
                    <a:pt x="1264818" y="1554706"/>
                    <a:pt x="1260574" y="1563202"/>
                  </a:cubicBezTo>
                  <a:cubicBezTo>
                    <a:pt x="1260574" y="1563202"/>
                    <a:pt x="1260574" y="1563202"/>
                    <a:pt x="1260574" y="1563202"/>
                  </a:cubicBezTo>
                  <a:cubicBezTo>
                    <a:pt x="1260574" y="1563202"/>
                    <a:pt x="1260574" y="1563202"/>
                    <a:pt x="1260574" y="1563202"/>
                  </a:cubicBezTo>
                  <a:cubicBezTo>
                    <a:pt x="1264818" y="1567450"/>
                    <a:pt x="1269063" y="1567450"/>
                    <a:pt x="1273307" y="1567450"/>
                  </a:cubicBezTo>
                  <a:cubicBezTo>
                    <a:pt x="1277551" y="1567450"/>
                    <a:pt x="1286040" y="1567450"/>
                    <a:pt x="1286040" y="1567450"/>
                  </a:cubicBezTo>
                  <a:cubicBezTo>
                    <a:pt x="1286040" y="1567450"/>
                    <a:pt x="1290284" y="1567450"/>
                    <a:pt x="1290284" y="1567450"/>
                  </a:cubicBezTo>
                  <a:cubicBezTo>
                    <a:pt x="1294529" y="1563202"/>
                    <a:pt x="1294529" y="1554706"/>
                    <a:pt x="1294529" y="1550458"/>
                  </a:cubicBezTo>
                  <a:cubicBezTo>
                    <a:pt x="1298773" y="1546211"/>
                    <a:pt x="1303017" y="1537715"/>
                    <a:pt x="1311506" y="1533467"/>
                  </a:cubicBezTo>
                  <a:cubicBezTo>
                    <a:pt x="1311506" y="1533467"/>
                    <a:pt x="1311506" y="1529219"/>
                    <a:pt x="1311506" y="1529219"/>
                  </a:cubicBezTo>
                  <a:cubicBezTo>
                    <a:pt x="1311506" y="1533467"/>
                    <a:pt x="1315751" y="1533467"/>
                    <a:pt x="1315751" y="1533467"/>
                  </a:cubicBezTo>
                  <a:cubicBezTo>
                    <a:pt x="1315751" y="1537715"/>
                    <a:pt x="1319995" y="1537715"/>
                    <a:pt x="1319995" y="1541963"/>
                  </a:cubicBezTo>
                  <a:cubicBezTo>
                    <a:pt x="1319995" y="1541963"/>
                    <a:pt x="1319995" y="1546211"/>
                    <a:pt x="1319995" y="1550458"/>
                  </a:cubicBezTo>
                  <a:cubicBezTo>
                    <a:pt x="1319995" y="1554706"/>
                    <a:pt x="1315751" y="1558954"/>
                    <a:pt x="1311506" y="1563202"/>
                  </a:cubicBezTo>
                  <a:cubicBezTo>
                    <a:pt x="1307262" y="1563202"/>
                    <a:pt x="1307262" y="1563202"/>
                    <a:pt x="1307262" y="1563202"/>
                  </a:cubicBezTo>
                  <a:cubicBezTo>
                    <a:pt x="1303017" y="1567450"/>
                    <a:pt x="1303017" y="1567450"/>
                    <a:pt x="1298773" y="1567450"/>
                  </a:cubicBezTo>
                  <a:cubicBezTo>
                    <a:pt x="1298773" y="1567450"/>
                    <a:pt x="1298773" y="1571697"/>
                    <a:pt x="1294529" y="1571697"/>
                  </a:cubicBezTo>
                  <a:cubicBezTo>
                    <a:pt x="1294529" y="1571697"/>
                    <a:pt x="1294529" y="1571697"/>
                    <a:pt x="1294529" y="1571697"/>
                  </a:cubicBezTo>
                  <a:cubicBezTo>
                    <a:pt x="1294529" y="1571697"/>
                    <a:pt x="1294529" y="1571697"/>
                    <a:pt x="1294529" y="1571697"/>
                  </a:cubicBezTo>
                  <a:cubicBezTo>
                    <a:pt x="1294529" y="1575945"/>
                    <a:pt x="1294529" y="1575945"/>
                    <a:pt x="1294529" y="1575945"/>
                  </a:cubicBezTo>
                  <a:cubicBezTo>
                    <a:pt x="1294529" y="1575945"/>
                    <a:pt x="1294529" y="1575945"/>
                    <a:pt x="1294529" y="1575945"/>
                  </a:cubicBezTo>
                  <a:cubicBezTo>
                    <a:pt x="1303017" y="1571697"/>
                    <a:pt x="1307262" y="1571697"/>
                    <a:pt x="1311506" y="1571697"/>
                  </a:cubicBezTo>
                  <a:cubicBezTo>
                    <a:pt x="1319995" y="1571697"/>
                    <a:pt x="1324239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2728" y="1571697"/>
                    <a:pt x="1332728" y="1571697"/>
                    <a:pt x="1332728" y="1571697"/>
                  </a:cubicBezTo>
                  <a:cubicBezTo>
                    <a:pt x="1336972" y="1571697"/>
                    <a:pt x="1336972" y="1571697"/>
                    <a:pt x="1336972" y="1571697"/>
                  </a:cubicBezTo>
                  <a:cubicBezTo>
                    <a:pt x="1336972" y="1563202"/>
                    <a:pt x="1336972" y="1546211"/>
                    <a:pt x="1332728" y="1537715"/>
                  </a:cubicBezTo>
                  <a:cubicBezTo>
                    <a:pt x="1332728" y="1537715"/>
                    <a:pt x="1332728" y="1537715"/>
                    <a:pt x="1332728" y="1537715"/>
                  </a:cubicBezTo>
                  <a:cubicBezTo>
                    <a:pt x="1328484" y="1533467"/>
                    <a:pt x="1324239" y="1529219"/>
                    <a:pt x="1319995" y="1524971"/>
                  </a:cubicBezTo>
                  <a:cubicBezTo>
                    <a:pt x="1319995" y="1520724"/>
                    <a:pt x="1319995" y="1520724"/>
                    <a:pt x="1319995" y="1520724"/>
                  </a:cubicBezTo>
                  <a:cubicBezTo>
                    <a:pt x="1319995" y="1520724"/>
                    <a:pt x="1319995" y="1516476"/>
                    <a:pt x="1324239" y="1516476"/>
                  </a:cubicBezTo>
                  <a:cubicBezTo>
                    <a:pt x="1324239" y="1516476"/>
                    <a:pt x="1328484" y="1512228"/>
                    <a:pt x="1328484" y="1512228"/>
                  </a:cubicBezTo>
                  <a:cubicBezTo>
                    <a:pt x="1336972" y="1507980"/>
                    <a:pt x="1336972" y="1507980"/>
                    <a:pt x="1336972" y="1507980"/>
                  </a:cubicBezTo>
                  <a:cubicBezTo>
                    <a:pt x="1336972" y="1507980"/>
                    <a:pt x="1336972" y="1507980"/>
                    <a:pt x="1336972" y="1507980"/>
                  </a:cubicBezTo>
                  <a:cubicBezTo>
                    <a:pt x="1341217" y="1503732"/>
                    <a:pt x="1336972" y="1499484"/>
                    <a:pt x="1341217" y="1495237"/>
                  </a:cubicBezTo>
                  <a:cubicBezTo>
                    <a:pt x="1341217" y="1495237"/>
                    <a:pt x="1341217" y="1495237"/>
                    <a:pt x="1341217" y="1495237"/>
                  </a:cubicBezTo>
                  <a:cubicBezTo>
                    <a:pt x="1341217" y="1495237"/>
                    <a:pt x="1341217" y="1495237"/>
                    <a:pt x="1341217" y="1495237"/>
                  </a:cubicBezTo>
                  <a:cubicBezTo>
                    <a:pt x="1341217" y="1495237"/>
                    <a:pt x="1341217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6972" y="1490989"/>
                    <a:pt x="1336972" y="1490989"/>
                    <a:pt x="1336972" y="1490989"/>
                  </a:cubicBezTo>
                  <a:cubicBezTo>
                    <a:pt x="1332728" y="1490989"/>
                    <a:pt x="1328484" y="1490989"/>
                    <a:pt x="1328484" y="1490989"/>
                  </a:cubicBezTo>
                  <a:cubicBezTo>
                    <a:pt x="1324239" y="1495237"/>
                    <a:pt x="1324239" y="1495237"/>
                    <a:pt x="1324239" y="1495237"/>
                  </a:cubicBezTo>
                  <a:cubicBezTo>
                    <a:pt x="1319995" y="1499484"/>
                    <a:pt x="1319995" y="1499484"/>
                    <a:pt x="1319995" y="1499484"/>
                  </a:cubicBezTo>
                  <a:cubicBezTo>
                    <a:pt x="1307262" y="1507980"/>
                    <a:pt x="1307262" y="1507980"/>
                    <a:pt x="1307262" y="1507980"/>
                  </a:cubicBezTo>
                  <a:cubicBezTo>
                    <a:pt x="1307262" y="1507980"/>
                    <a:pt x="1307262" y="1507980"/>
                    <a:pt x="1307262" y="1507980"/>
                  </a:cubicBezTo>
                  <a:cubicBezTo>
                    <a:pt x="1307262" y="1507980"/>
                    <a:pt x="1307262" y="1507980"/>
                    <a:pt x="1303017" y="1503732"/>
                  </a:cubicBezTo>
                  <a:cubicBezTo>
                    <a:pt x="1303017" y="1503732"/>
                    <a:pt x="1303017" y="1503732"/>
                    <a:pt x="1303017" y="1503732"/>
                  </a:cubicBezTo>
                  <a:cubicBezTo>
                    <a:pt x="1303017" y="1503732"/>
                    <a:pt x="1303017" y="1503732"/>
                    <a:pt x="1303017" y="1503732"/>
                  </a:cubicBezTo>
                  <a:cubicBezTo>
                    <a:pt x="1307262" y="1499484"/>
                    <a:pt x="1311506" y="1495237"/>
                    <a:pt x="1315751" y="1486741"/>
                  </a:cubicBezTo>
                  <a:cubicBezTo>
                    <a:pt x="1315751" y="1486741"/>
                    <a:pt x="1315751" y="1486741"/>
                    <a:pt x="1315751" y="1486741"/>
                  </a:cubicBezTo>
                  <a:cubicBezTo>
                    <a:pt x="1319995" y="1478245"/>
                    <a:pt x="1319995" y="1473997"/>
                    <a:pt x="1324239" y="1465502"/>
                  </a:cubicBezTo>
                  <a:cubicBezTo>
                    <a:pt x="1324239" y="1465502"/>
                    <a:pt x="1328484" y="1457006"/>
                    <a:pt x="1324239" y="1452758"/>
                  </a:cubicBezTo>
                  <a:cubicBezTo>
                    <a:pt x="1324239" y="1448510"/>
                    <a:pt x="1324239" y="1448510"/>
                    <a:pt x="1324239" y="1448510"/>
                  </a:cubicBezTo>
                  <a:cubicBezTo>
                    <a:pt x="1319995" y="1448510"/>
                    <a:pt x="1315751" y="1448510"/>
                    <a:pt x="1311506" y="1448510"/>
                  </a:cubicBezTo>
                  <a:cubicBezTo>
                    <a:pt x="1307262" y="1452758"/>
                    <a:pt x="1303017" y="1457006"/>
                    <a:pt x="1303017" y="1461254"/>
                  </a:cubicBezTo>
                  <a:cubicBezTo>
                    <a:pt x="1303017" y="1461254"/>
                    <a:pt x="1303017" y="1461254"/>
                    <a:pt x="1298773" y="1461254"/>
                  </a:cubicBezTo>
                  <a:cubicBezTo>
                    <a:pt x="1294529" y="1469750"/>
                    <a:pt x="1286040" y="1478245"/>
                    <a:pt x="1281796" y="1486741"/>
                  </a:cubicBezTo>
                  <a:cubicBezTo>
                    <a:pt x="1277551" y="1490989"/>
                    <a:pt x="1273307" y="1495237"/>
                    <a:pt x="1273307" y="1499484"/>
                  </a:cubicBezTo>
                  <a:cubicBezTo>
                    <a:pt x="1269063" y="1499484"/>
                    <a:pt x="1264818" y="1507980"/>
                    <a:pt x="1264818" y="1512228"/>
                  </a:cubicBezTo>
                  <a:cubicBezTo>
                    <a:pt x="1264818" y="1512228"/>
                    <a:pt x="1264818" y="1512228"/>
                    <a:pt x="1264818" y="1512228"/>
                  </a:cubicBezTo>
                  <a:cubicBezTo>
                    <a:pt x="1264818" y="1507980"/>
                    <a:pt x="1264818" y="1499484"/>
                    <a:pt x="1269063" y="1495237"/>
                  </a:cubicBezTo>
                  <a:cubicBezTo>
                    <a:pt x="1277551" y="1482493"/>
                    <a:pt x="1277551" y="1482493"/>
                    <a:pt x="1277551" y="1482493"/>
                  </a:cubicBezTo>
                  <a:cubicBezTo>
                    <a:pt x="1290284" y="1457006"/>
                    <a:pt x="1290284" y="1457006"/>
                    <a:pt x="1290284" y="1457006"/>
                  </a:cubicBezTo>
                  <a:cubicBezTo>
                    <a:pt x="1290284" y="1457006"/>
                    <a:pt x="1294529" y="1457006"/>
                    <a:pt x="1294529" y="1452758"/>
                  </a:cubicBezTo>
                  <a:cubicBezTo>
                    <a:pt x="1298773" y="1452758"/>
                    <a:pt x="1298773" y="1452758"/>
                    <a:pt x="1298773" y="1452758"/>
                  </a:cubicBezTo>
                  <a:cubicBezTo>
                    <a:pt x="1303017" y="1452758"/>
                    <a:pt x="1303017" y="1448510"/>
                    <a:pt x="1303017" y="1448510"/>
                  </a:cubicBezTo>
                  <a:cubicBezTo>
                    <a:pt x="1311506" y="1435767"/>
                    <a:pt x="1307262" y="1418776"/>
                    <a:pt x="1311506" y="1406032"/>
                  </a:cubicBezTo>
                  <a:cubicBezTo>
                    <a:pt x="1311506" y="1401784"/>
                    <a:pt x="1311506" y="1384793"/>
                    <a:pt x="1307262" y="1376297"/>
                  </a:cubicBezTo>
                  <a:cubicBezTo>
                    <a:pt x="1307262" y="1372049"/>
                    <a:pt x="1303017" y="1372049"/>
                    <a:pt x="1303017" y="1372049"/>
                  </a:cubicBezTo>
                  <a:cubicBezTo>
                    <a:pt x="1298773" y="1372049"/>
                    <a:pt x="1294529" y="1372049"/>
                    <a:pt x="1290284" y="1372049"/>
                  </a:cubicBezTo>
                  <a:cubicBezTo>
                    <a:pt x="1290284" y="1372049"/>
                    <a:pt x="1290284" y="1372049"/>
                    <a:pt x="1290284" y="1372049"/>
                  </a:cubicBezTo>
                  <a:cubicBezTo>
                    <a:pt x="1290284" y="1376297"/>
                    <a:pt x="1290284" y="1376297"/>
                    <a:pt x="1290284" y="1376297"/>
                  </a:cubicBezTo>
                  <a:cubicBezTo>
                    <a:pt x="1286040" y="1380545"/>
                    <a:pt x="1277551" y="1397536"/>
                    <a:pt x="1273307" y="1406032"/>
                  </a:cubicBezTo>
                  <a:cubicBezTo>
                    <a:pt x="1269063" y="1401784"/>
                    <a:pt x="1273307" y="1397536"/>
                    <a:pt x="1273307" y="1393289"/>
                  </a:cubicBezTo>
                  <a:cubicBezTo>
                    <a:pt x="1277551" y="1389041"/>
                    <a:pt x="1277551" y="1380545"/>
                    <a:pt x="1273307" y="1376297"/>
                  </a:cubicBezTo>
                  <a:cubicBezTo>
                    <a:pt x="1273307" y="1376297"/>
                    <a:pt x="1273307" y="1376297"/>
                    <a:pt x="1273307" y="1376297"/>
                  </a:cubicBezTo>
                  <a:cubicBezTo>
                    <a:pt x="1273307" y="1376297"/>
                    <a:pt x="1273307" y="1376297"/>
                    <a:pt x="1273307" y="1376297"/>
                  </a:cubicBezTo>
                  <a:cubicBezTo>
                    <a:pt x="1273307" y="1372049"/>
                    <a:pt x="1273307" y="1372049"/>
                    <a:pt x="1269063" y="1372049"/>
                  </a:cubicBezTo>
                  <a:cubicBezTo>
                    <a:pt x="1264818" y="1372049"/>
                    <a:pt x="1256330" y="1372049"/>
                    <a:pt x="1247841" y="1376297"/>
                  </a:cubicBezTo>
                  <a:cubicBezTo>
                    <a:pt x="1247841" y="1376297"/>
                    <a:pt x="1247841" y="1376297"/>
                    <a:pt x="1247841" y="1376297"/>
                  </a:cubicBezTo>
                  <a:cubicBezTo>
                    <a:pt x="1247841" y="1376297"/>
                    <a:pt x="1247841" y="1376297"/>
                    <a:pt x="1247841" y="1376297"/>
                  </a:cubicBezTo>
                  <a:cubicBezTo>
                    <a:pt x="1247841" y="1380545"/>
                    <a:pt x="1252085" y="1384793"/>
                    <a:pt x="1252085" y="1384793"/>
                  </a:cubicBezTo>
                  <a:cubicBezTo>
                    <a:pt x="1252085" y="1389041"/>
                    <a:pt x="1252085" y="1389041"/>
                    <a:pt x="1252085" y="1389041"/>
                  </a:cubicBezTo>
                  <a:cubicBezTo>
                    <a:pt x="1252085" y="1397536"/>
                    <a:pt x="1252085" y="1397536"/>
                    <a:pt x="1252085" y="1397536"/>
                  </a:cubicBezTo>
                  <a:cubicBezTo>
                    <a:pt x="1252085" y="1401784"/>
                    <a:pt x="1252085" y="1410280"/>
                    <a:pt x="1252085" y="1414528"/>
                  </a:cubicBezTo>
                  <a:cubicBezTo>
                    <a:pt x="1252085" y="1418776"/>
                    <a:pt x="1252085" y="1423023"/>
                    <a:pt x="1247841" y="1423023"/>
                  </a:cubicBezTo>
                  <a:cubicBezTo>
                    <a:pt x="1247841" y="1423023"/>
                    <a:pt x="1243596" y="1427271"/>
                    <a:pt x="1243596" y="1427271"/>
                  </a:cubicBezTo>
                  <a:cubicBezTo>
                    <a:pt x="1239352" y="1427271"/>
                    <a:pt x="1239352" y="1427271"/>
                    <a:pt x="1239352" y="1427271"/>
                  </a:cubicBezTo>
                  <a:cubicBezTo>
                    <a:pt x="1235108" y="1427271"/>
                    <a:pt x="1230863" y="1423023"/>
                    <a:pt x="1222375" y="1423023"/>
                  </a:cubicBezTo>
                  <a:cubicBezTo>
                    <a:pt x="1218130" y="1423023"/>
                    <a:pt x="1218130" y="1423023"/>
                    <a:pt x="1213886" y="1423023"/>
                  </a:cubicBezTo>
                  <a:cubicBezTo>
                    <a:pt x="1209642" y="1423023"/>
                    <a:pt x="1209642" y="1423023"/>
                    <a:pt x="1205397" y="1423023"/>
                  </a:cubicBezTo>
                  <a:cubicBezTo>
                    <a:pt x="1201153" y="1427271"/>
                    <a:pt x="1201153" y="1427271"/>
                    <a:pt x="1201153" y="1427271"/>
                  </a:cubicBezTo>
                  <a:close/>
                  <a:moveTo>
                    <a:pt x="1052600" y="1584441"/>
                  </a:moveTo>
                  <a:cubicBezTo>
                    <a:pt x="1052600" y="1584441"/>
                    <a:pt x="1052600" y="1588689"/>
                    <a:pt x="1052600" y="1588689"/>
                  </a:cubicBezTo>
                  <a:cubicBezTo>
                    <a:pt x="1052600" y="1601432"/>
                    <a:pt x="1069578" y="1609928"/>
                    <a:pt x="1073822" y="1618424"/>
                  </a:cubicBezTo>
                  <a:cubicBezTo>
                    <a:pt x="1078067" y="1618424"/>
                    <a:pt x="1078067" y="1618424"/>
                    <a:pt x="1082311" y="1618424"/>
                  </a:cubicBezTo>
                  <a:cubicBezTo>
                    <a:pt x="1082311" y="1622671"/>
                    <a:pt x="1082311" y="1622671"/>
                    <a:pt x="1086555" y="1622671"/>
                  </a:cubicBezTo>
                  <a:cubicBezTo>
                    <a:pt x="1086555" y="1622671"/>
                    <a:pt x="1090800" y="1622671"/>
                    <a:pt x="1090800" y="1622671"/>
                  </a:cubicBezTo>
                  <a:cubicBezTo>
                    <a:pt x="1090800" y="1622671"/>
                    <a:pt x="1090800" y="1622671"/>
                    <a:pt x="1090800" y="1622671"/>
                  </a:cubicBezTo>
                  <a:cubicBezTo>
                    <a:pt x="1099288" y="1618424"/>
                    <a:pt x="1103533" y="1609928"/>
                    <a:pt x="1107777" y="1605680"/>
                  </a:cubicBezTo>
                  <a:cubicBezTo>
                    <a:pt x="1112021" y="1605680"/>
                    <a:pt x="1112021" y="1601432"/>
                    <a:pt x="1116266" y="1601432"/>
                  </a:cubicBezTo>
                  <a:cubicBezTo>
                    <a:pt x="1116266" y="1597184"/>
                    <a:pt x="1120510" y="1597184"/>
                    <a:pt x="1120510" y="1592937"/>
                  </a:cubicBezTo>
                  <a:cubicBezTo>
                    <a:pt x="1120510" y="1592937"/>
                    <a:pt x="1120510" y="1592937"/>
                    <a:pt x="1120510" y="1592937"/>
                  </a:cubicBezTo>
                  <a:cubicBezTo>
                    <a:pt x="1116266" y="1592937"/>
                    <a:pt x="1116266" y="1592937"/>
                    <a:pt x="1116266" y="1592937"/>
                  </a:cubicBezTo>
                  <a:cubicBezTo>
                    <a:pt x="1116266" y="1592937"/>
                    <a:pt x="1112021" y="1592937"/>
                    <a:pt x="1107777" y="1592937"/>
                  </a:cubicBezTo>
                  <a:cubicBezTo>
                    <a:pt x="1107777" y="1592937"/>
                    <a:pt x="1107777" y="1592937"/>
                    <a:pt x="1107777" y="1592937"/>
                  </a:cubicBezTo>
                  <a:cubicBezTo>
                    <a:pt x="1107777" y="1592937"/>
                    <a:pt x="1107777" y="1592937"/>
                    <a:pt x="1107777" y="1592937"/>
                  </a:cubicBezTo>
                  <a:cubicBezTo>
                    <a:pt x="1107777" y="1592937"/>
                    <a:pt x="1103533" y="1592937"/>
                    <a:pt x="1103533" y="1592937"/>
                  </a:cubicBezTo>
                  <a:cubicBezTo>
                    <a:pt x="1099288" y="1592937"/>
                    <a:pt x="1095044" y="1597184"/>
                    <a:pt x="1090800" y="1597184"/>
                  </a:cubicBezTo>
                  <a:cubicBezTo>
                    <a:pt x="1090800" y="1597184"/>
                    <a:pt x="1086555" y="1597184"/>
                    <a:pt x="1086555" y="1597184"/>
                  </a:cubicBezTo>
                  <a:cubicBezTo>
                    <a:pt x="1082311" y="1597184"/>
                    <a:pt x="1078067" y="1597184"/>
                    <a:pt x="1078067" y="1597184"/>
                  </a:cubicBezTo>
                  <a:cubicBezTo>
                    <a:pt x="1069578" y="1592937"/>
                    <a:pt x="1061089" y="1588689"/>
                    <a:pt x="1056845" y="1580193"/>
                  </a:cubicBezTo>
                  <a:cubicBezTo>
                    <a:pt x="1056845" y="1580193"/>
                    <a:pt x="1056845" y="1580193"/>
                    <a:pt x="1056845" y="1580193"/>
                  </a:cubicBezTo>
                  <a:cubicBezTo>
                    <a:pt x="1052600" y="1580193"/>
                    <a:pt x="1052600" y="1580193"/>
                    <a:pt x="1052600" y="1580193"/>
                  </a:cubicBezTo>
                  <a:cubicBezTo>
                    <a:pt x="1052600" y="1580193"/>
                    <a:pt x="1052600" y="1580193"/>
                    <a:pt x="1052600" y="1580193"/>
                  </a:cubicBezTo>
                  <a:lnTo>
                    <a:pt x="1052600" y="1584441"/>
                  </a:lnTo>
                  <a:close/>
                  <a:moveTo>
                    <a:pt x="1014401" y="1605680"/>
                  </a:moveTo>
                  <a:cubicBezTo>
                    <a:pt x="1018646" y="1601432"/>
                    <a:pt x="1018646" y="1597184"/>
                    <a:pt x="1022890" y="1592937"/>
                  </a:cubicBezTo>
                  <a:cubicBezTo>
                    <a:pt x="1027134" y="1609928"/>
                    <a:pt x="1022890" y="1618424"/>
                    <a:pt x="1014401" y="1626919"/>
                  </a:cubicBezTo>
                  <a:cubicBezTo>
                    <a:pt x="1005912" y="1635415"/>
                    <a:pt x="993179" y="1639663"/>
                    <a:pt x="980446" y="1648158"/>
                  </a:cubicBezTo>
                  <a:cubicBezTo>
                    <a:pt x="980446" y="1648158"/>
                    <a:pt x="980446" y="1648158"/>
                    <a:pt x="980446" y="1648158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0446" y="1652406"/>
                    <a:pt x="980446" y="1652406"/>
                    <a:pt x="980446" y="1652406"/>
                  </a:cubicBezTo>
                  <a:cubicBezTo>
                    <a:pt x="984691" y="1656654"/>
                    <a:pt x="993179" y="1652406"/>
                    <a:pt x="997424" y="1652406"/>
                  </a:cubicBezTo>
                  <a:cubicBezTo>
                    <a:pt x="1001668" y="1652406"/>
                    <a:pt x="1001668" y="1652406"/>
                    <a:pt x="1001668" y="1652406"/>
                  </a:cubicBezTo>
                  <a:cubicBezTo>
                    <a:pt x="1027134" y="1643911"/>
                    <a:pt x="1039867" y="1622671"/>
                    <a:pt x="1044112" y="1601432"/>
                  </a:cubicBezTo>
                  <a:cubicBezTo>
                    <a:pt x="1044112" y="1592937"/>
                    <a:pt x="1044112" y="1580193"/>
                    <a:pt x="1044112" y="1571697"/>
                  </a:cubicBezTo>
                  <a:cubicBezTo>
                    <a:pt x="1048356" y="1567450"/>
                    <a:pt x="1048356" y="1567450"/>
                    <a:pt x="1052600" y="1563202"/>
                  </a:cubicBezTo>
                  <a:cubicBezTo>
                    <a:pt x="1052600" y="1563202"/>
                    <a:pt x="1052600" y="1563202"/>
                    <a:pt x="1052600" y="1563202"/>
                  </a:cubicBezTo>
                  <a:cubicBezTo>
                    <a:pt x="1052600" y="1563202"/>
                    <a:pt x="1052600" y="1563202"/>
                    <a:pt x="1052600" y="1563202"/>
                  </a:cubicBezTo>
                  <a:cubicBezTo>
                    <a:pt x="1056845" y="1563202"/>
                    <a:pt x="1061089" y="1558954"/>
                    <a:pt x="1065333" y="1554706"/>
                  </a:cubicBezTo>
                  <a:cubicBezTo>
                    <a:pt x="1065333" y="1550458"/>
                    <a:pt x="1065333" y="1550458"/>
                    <a:pt x="1065333" y="1550458"/>
                  </a:cubicBezTo>
                  <a:cubicBezTo>
                    <a:pt x="1065333" y="1554706"/>
                    <a:pt x="1065333" y="1554706"/>
                    <a:pt x="1065333" y="1554706"/>
                  </a:cubicBezTo>
                  <a:cubicBezTo>
                    <a:pt x="1069578" y="1546211"/>
                    <a:pt x="1078067" y="1537715"/>
                    <a:pt x="1082311" y="1533467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82311" y="1529219"/>
                    <a:pt x="1082311" y="1529219"/>
                  </a:cubicBezTo>
                  <a:cubicBezTo>
                    <a:pt x="1082311" y="1529219"/>
                    <a:pt x="1078067" y="1524971"/>
                    <a:pt x="1073822" y="1524971"/>
                  </a:cubicBezTo>
                  <a:cubicBezTo>
                    <a:pt x="1069578" y="1524971"/>
                    <a:pt x="1065333" y="1524971"/>
                    <a:pt x="1061089" y="1524971"/>
                  </a:cubicBezTo>
                  <a:cubicBezTo>
                    <a:pt x="1061089" y="1524971"/>
                    <a:pt x="1052600" y="1524971"/>
                    <a:pt x="1052600" y="1524971"/>
                  </a:cubicBezTo>
                  <a:cubicBezTo>
                    <a:pt x="1052600" y="1524971"/>
                    <a:pt x="1052600" y="1524971"/>
                    <a:pt x="1052600" y="1524971"/>
                  </a:cubicBezTo>
                  <a:cubicBezTo>
                    <a:pt x="1052600" y="1524971"/>
                    <a:pt x="1052600" y="1524971"/>
                    <a:pt x="1052600" y="1524971"/>
                  </a:cubicBezTo>
                  <a:cubicBezTo>
                    <a:pt x="1048356" y="1524971"/>
                    <a:pt x="1048356" y="1524971"/>
                    <a:pt x="1048356" y="1524971"/>
                  </a:cubicBezTo>
                  <a:cubicBezTo>
                    <a:pt x="1048356" y="1524971"/>
                    <a:pt x="1048356" y="1524971"/>
                    <a:pt x="1048356" y="1524971"/>
                  </a:cubicBezTo>
                  <a:cubicBezTo>
                    <a:pt x="1048356" y="1524971"/>
                    <a:pt x="1052600" y="1529219"/>
                    <a:pt x="1052600" y="1529219"/>
                  </a:cubicBezTo>
                  <a:cubicBezTo>
                    <a:pt x="1052600" y="1533467"/>
                    <a:pt x="1056845" y="1533467"/>
                    <a:pt x="1056845" y="1533467"/>
                  </a:cubicBezTo>
                  <a:cubicBezTo>
                    <a:pt x="1056845" y="1533467"/>
                    <a:pt x="1056845" y="1533467"/>
                    <a:pt x="1056845" y="1533467"/>
                  </a:cubicBezTo>
                  <a:cubicBezTo>
                    <a:pt x="1056845" y="1537715"/>
                    <a:pt x="1048356" y="1546211"/>
                    <a:pt x="1044112" y="1550458"/>
                  </a:cubicBezTo>
                  <a:cubicBezTo>
                    <a:pt x="1044112" y="1533467"/>
                    <a:pt x="1048356" y="1516476"/>
                    <a:pt x="1048356" y="1499484"/>
                  </a:cubicBezTo>
                  <a:cubicBezTo>
                    <a:pt x="1044112" y="1499484"/>
                    <a:pt x="1044112" y="1499484"/>
                    <a:pt x="1044112" y="1499484"/>
                  </a:cubicBezTo>
                  <a:cubicBezTo>
                    <a:pt x="1044112" y="1499484"/>
                    <a:pt x="1044112" y="1499484"/>
                    <a:pt x="1044112" y="1499484"/>
                  </a:cubicBezTo>
                  <a:cubicBezTo>
                    <a:pt x="1039867" y="1495237"/>
                    <a:pt x="1022890" y="1486741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0989"/>
                    <a:pt x="1014401" y="1490989"/>
                    <a:pt x="1014401" y="1490989"/>
                  </a:cubicBezTo>
                  <a:cubicBezTo>
                    <a:pt x="1014401" y="1495237"/>
                    <a:pt x="1014401" y="1495237"/>
                    <a:pt x="1014401" y="1499484"/>
                  </a:cubicBezTo>
                  <a:cubicBezTo>
                    <a:pt x="1014401" y="1503732"/>
                    <a:pt x="1018646" y="1507980"/>
                    <a:pt x="1018646" y="1512228"/>
                  </a:cubicBezTo>
                  <a:cubicBezTo>
                    <a:pt x="1018646" y="1512228"/>
                    <a:pt x="1018646" y="1516476"/>
                    <a:pt x="1018646" y="1516476"/>
                  </a:cubicBezTo>
                  <a:cubicBezTo>
                    <a:pt x="1022890" y="1533467"/>
                    <a:pt x="1022890" y="1550458"/>
                    <a:pt x="1022890" y="1567450"/>
                  </a:cubicBezTo>
                  <a:cubicBezTo>
                    <a:pt x="1014401" y="1575945"/>
                    <a:pt x="1005912" y="1584441"/>
                    <a:pt x="997424" y="1592937"/>
                  </a:cubicBezTo>
                  <a:cubicBezTo>
                    <a:pt x="993179" y="1597184"/>
                    <a:pt x="988935" y="1597184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0446" y="1601432"/>
                    <a:pt x="980446" y="1601432"/>
                    <a:pt x="980446" y="1601432"/>
                  </a:cubicBezTo>
                  <a:cubicBezTo>
                    <a:pt x="984691" y="1609928"/>
                    <a:pt x="988935" y="1622671"/>
                    <a:pt x="997424" y="1618424"/>
                  </a:cubicBezTo>
                  <a:cubicBezTo>
                    <a:pt x="997424" y="1618424"/>
                    <a:pt x="997424" y="1618424"/>
                    <a:pt x="1001668" y="1618424"/>
                  </a:cubicBezTo>
                  <a:cubicBezTo>
                    <a:pt x="1005912" y="1614176"/>
                    <a:pt x="1010157" y="1609928"/>
                    <a:pt x="1014401" y="1605680"/>
                  </a:cubicBezTo>
                  <a:moveTo>
                    <a:pt x="946491" y="1117180"/>
                  </a:moveTo>
                  <a:cubicBezTo>
                    <a:pt x="942247" y="1117180"/>
                    <a:pt x="942247" y="1121427"/>
                    <a:pt x="942247" y="1125675"/>
                  </a:cubicBezTo>
                  <a:cubicBezTo>
                    <a:pt x="942247" y="1129923"/>
                    <a:pt x="942247" y="1134171"/>
                    <a:pt x="946491" y="1138419"/>
                  </a:cubicBezTo>
                  <a:cubicBezTo>
                    <a:pt x="950736" y="1138419"/>
                    <a:pt x="954980" y="1142667"/>
                    <a:pt x="963469" y="1142667"/>
                  </a:cubicBezTo>
                  <a:cubicBezTo>
                    <a:pt x="967713" y="1142667"/>
                    <a:pt x="971958" y="1138419"/>
                    <a:pt x="976202" y="1138419"/>
                  </a:cubicBezTo>
                  <a:cubicBezTo>
                    <a:pt x="980446" y="1134171"/>
                    <a:pt x="984691" y="1129923"/>
                    <a:pt x="984691" y="1125675"/>
                  </a:cubicBezTo>
                  <a:cubicBezTo>
                    <a:pt x="984691" y="1121427"/>
                    <a:pt x="980446" y="1117180"/>
                    <a:pt x="976202" y="1117180"/>
                  </a:cubicBezTo>
                  <a:cubicBezTo>
                    <a:pt x="971958" y="1112932"/>
                    <a:pt x="967713" y="1112932"/>
                    <a:pt x="963469" y="1112932"/>
                  </a:cubicBezTo>
                  <a:cubicBezTo>
                    <a:pt x="963469" y="1112932"/>
                    <a:pt x="963469" y="1112932"/>
                    <a:pt x="963469" y="1112932"/>
                  </a:cubicBezTo>
                  <a:cubicBezTo>
                    <a:pt x="954980" y="1112932"/>
                    <a:pt x="950736" y="1112932"/>
                    <a:pt x="946491" y="1117180"/>
                  </a:cubicBezTo>
                  <a:moveTo>
                    <a:pt x="874337" y="1134171"/>
                  </a:moveTo>
                  <a:cubicBezTo>
                    <a:pt x="878582" y="1134171"/>
                    <a:pt x="882826" y="1129923"/>
                    <a:pt x="882826" y="1125675"/>
                  </a:cubicBezTo>
                  <a:cubicBezTo>
                    <a:pt x="882826" y="1121427"/>
                    <a:pt x="878582" y="1117180"/>
                    <a:pt x="874337" y="1117180"/>
                  </a:cubicBezTo>
                  <a:cubicBezTo>
                    <a:pt x="874337" y="1112932"/>
                    <a:pt x="865849" y="1108684"/>
                    <a:pt x="861604" y="1108684"/>
                  </a:cubicBezTo>
                  <a:cubicBezTo>
                    <a:pt x="861604" y="1108684"/>
                    <a:pt x="861604" y="1108684"/>
                    <a:pt x="861604" y="1108684"/>
                  </a:cubicBezTo>
                  <a:cubicBezTo>
                    <a:pt x="853116" y="1108684"/>
                    <a:pt x="848871" y="1112932"/>
                    <a:pt x="844627" y="1117180"/>
                  </a:cubicBezTo>
                  <a:cubicBezTo>
                    <a:pt x="840383" y="1117180"/>
                    <a:pt x="836138" y="1121427"/>
                    <a:pt x="836138" y="1125675"/>
                  </a:cubicBezTo>
                  <a:cubicBezTo>
                    <a:pt x="836138" y="1129923"/>
                    <a:pt x="840383" y="1134171"/>
                    <a:pt x="844627" y="1134171"/>
                  </a:cubicBezTo>
                  <a:cubicBezTo>
                    <a:pt x="848871" y="1138419"/>
                    <a:pt x="853116" y="1142667"/>
                    <a:pt x="861604" y="1142667"/>
                  </a:cubicBezTo>
                  <a:cubicBezTo>
                    <a:pt x="865849" y="1142667"/>
                    <a:pt x="874337" y="1138419"/>
                    <a:pt x="874337" y="1134171"/>
                  </a:cubicBezTo>
                  <a:moveTo>
                    <a:pt x="840383" y="1168154"/>
                  </a:moveTo>
                  <a:cubicBezTo>
                    <a:pt x="836138" y="1172401"/>
                    <a:pt x="836138" y="1172401"/>
                    <a:pt x="836138" y="1176649"/>
                  </a:cubicBezTo>
                  <a:cubicBezTo>
                    <a:pt x="836138" y="1180897"/>
                    <a:pt x="836138" y="1185145"/>
                    <a:pt x="840383" y="1189393"/>
                  </a:cubicBezTo>
                  <a:cubicBezTo>
                    <a:pt x="844627" y="1189393"/>
                    <a:pt x="853116" y="1193641"/>
                    <a:pt x="861604" y="1193641"/>
                  </a:cubicBezTo>
                  <a:cubicBezTo>
                    <a:pt x="865849" y="1193641"/>
                    <a:pt x="874337" y="1189393"/>
                    <a:pt x="878582" y="1189393"/>
                  </a:cubicBezTo>
                  <a:cubicBezTo>
                    <a:pt x="882826" y="1185145"/>
                    <a:pt x="882826" y="1180897"/>
                    <a:pt x="882826" y="1176649"/>
                  </a:cubicBezTo>
                  <a:cubicBezTo>
                    <a:pt x="882826" y="1172401"/>
                    <a:pt x="882826" y="1172401"/>
                    <a:pt x="878582" y="1168154"/>
                  </a:cubicBezTo>
                  <a:cubicBezTo>
                    <a:pt x="874337" y="1163906"/>
                    <a:pt x="865849" y="1159658"/>
                    <a:pt x="861604" y="1159658"/>
                  </a:cubicBezTo>
                  <a:cubicBezTo>
                    <a:pt x="861604" y="1159658"/>
                    <a:pt x="861604" y="1159658"/>
                    <a:pt x="861604" y="1159658"/>
                  </a:cubicBezTo>
                  <a:cubicBezTo>
                    <a:pt x="853116" y="1159658"/>
                    <a:pt x="844627" y="1163906"/>
                    <a:pt x="840383" y="1168154"/>
                  </a:cubicBezTo>
                  <a:moveTo>
                    <a:pt x="674853" y="845318"/>
                  </a:moveTo>
                  <a:cubicBezTo>
                    <a:pt x="674853" y="845318"/>
                    <a:pt x="674853" y="828327"/>
                    <a:pt x="679097" y="807088"/>
                  </a:cubicBezTo>
                  <a:cubicBezTo>
                    <a:pt x="679097" y="781601"/>
                    <a:pt x="687586" y="751866"/>
                    <a:pt x="696074" y="726379"/>
                  </a:cubicBezTo>
                  <a:cubicBezTo>
                    <a:pt x="700319" y="709388"/>
                    <a:pt x="704563" y="692396"/>
                    <a:pt x="717296" y="679653"/>
                  </a:cubicBezTo>
                  <a:cubicBezTo>
                    <a:pt x="717296" y="671157"/>
                    <a:pt x="721541" y="666909"/>
                    <a:pt x="725785" y="662662"/>
                  </a:cubicBezTo>
                  <a:cubicBezTo>
                    <a:pt x="721541" y="628679"/>
                    <a:pt x="713052" y="611688"/>
                    <a:pt x="713052" y="611688"/>
                  </a:cubicBezTo>
                  <a:cubicBezTo>
                    <a:pt x="713052" y="603192"/>
                    <a:pt x="713052" y="598944"/>
                    <a:pt x="721541" y="594696"/>
                  </a:cubicBezTo>
                  <a:cubicBezTo>
                    <a:pt x="725785" y="590449"/>
                    <a:pt x="734274" y="594696"/>
                    <a:pt x="734274" y="598944"/>
                  </a:cubicBezTo>
                  <a:cubicBezTo>
                    <a:pt x="734274" y="603192"/>
                    <a:pt x="763984" y="662662"/>
                    <a:pt x="759740" y="785849"/>
                  </a:cubicBezTo>
                  <a:cubicBezTo>
                    <a:pt x="759740" y="845318"/>
                    <a:pt x="751251" y="917532"/>
                    <a:pt x="730029" y="1006736"/>
                  </a:cubicBezTo>
                  <a:cubicBezTo>
                    <a:pt x="725785" y="1015232"/>
                    <a:pt x="721541" y="1015232"/>
                    <a:pt x="717296" y="1015232"/>
                  </a:cubicBezTo>
                  <a:cubicBezTo>
                    <a:pt x="717296" y="1015232"/>
                    <a:pt x="717296" y="1015232"/>
                    <a:pt x="713052" y="1015232"/>
                  </a:cubicBezTo>
                  <a:cubicBezTo>
                    <a:pt x="708808" y="1015232"/>
                    <a:pt x="704563" y="1006736"/>
                    <a:pt x="704563" y="1002488"/>
                  </a:cubicBezTo>
                  <a:cubicBezTo>
                    <a:pt x="725785" y="913284"/>
                    <a:pt x="734274" y="841071"/>
                    <a:pt x="738518" y="785849"/>
                  </a:cubicBezTo>
                  <a:cubicBezTo>
                    <a:pt x="738518" y="747618"/>
                    <a:pt x="734274" y="722131"/>
                    <a:pt x="734274" y="696644"/>
                  </a:cubicBezTo>
                  <a:cubicBezTo>
                    <a:pt x="730029" y="700892"/>
                    <a:pt x="725785" y="705140"/>
                    <a:pt x="725785" y="709388"/>
                  </a:cubicBezTo>
                  <a:cubicBezTo>
                    <a:pt x="717296" y="726379"/>
                    <a:pt x="713052" y="743370"/>
                    <a:pt x="708808" y="764610"/>
                  </a:cubicBezTo>
                  <a:cubicBezTo>
                    <a:pt x="700319" y="802840"/>
                    <a:pt x="696074" y="836823"/>
                    <a:pt x="696074" y="845318"/>
                  </a:cubicBezTo>
                  <a:cubicBezTo>
                    <a:pt x="696074" y="845318"/>
                    <a:pt x="696074" y="845318"/>
                    <a:pt x="696074" y="845318"/>
                  </a:cubicBezTo>
                  <a:cubicBezTo>
                    <a:pt x="696074" y="853814"/>
                    <a:pt x="691830" y="858062"/>
                    <a:pt x="683341" y="858062"/>
                  </a:cubicBezTo>
                  <a:cubicBezTo>
                    <a:pt x="683341" y="858062"/>
                    <a:pt x="683341" y="858062"/>
                    <a:pt x="683341" y="858062"/>
                  </a:cubicBezTo>
                  <a:cubicBezTo>
                    <a:pt x="679097" y="858062"/>
                    <a:pt x="674853" y="849566"/>
                    <a:pt x="674853" y="845318"/>
                  </a:cubicBezTo>
                  <a:moveTo>
                    <a:pt x="768229" y="1100188"/>
                  </a:moveTo>
                  <a:cubicBezTo>
                    <a:pt x="768229" y="1095940"/>
                    <a:pt x="772473" y="1091693"/>
                    <a:pt x="776717" y="1091693"/>
                  </a:cubicBezTo>
                  <a:cubicBezTo>
                    <a:pt x="785206" y="1091693"/>
                    <a:pt x="789450" y="1095940"/>
                    <a:pt x="789450" y="1100188"/>
                  </a:cubicBezTo>
                  <a:cubicBezTo>
                    <a:pt x="789450" y="1202136"/>
                    <a:pt x="789450" y="1202136"/>
                    <a:pt x="789450" y="1202136"/>
                  </a:cubicBezTo>
                  <a:cubicBezTo>
                    <a:pt x="789450" y="1210632"/>
                    <a:pt x="785206" y="1214880"/>
                    <a:pt x="776717" y="1214880"/>
                  </a:cubicBezTo>
                  <a:cubicBezTo>
                    <a:pt x="772473" y="1214880"/>
                    <a:pt x="768229" y="1210632"/>
                    <a:pt x="768229" y="1202136"/>
                  </a:cubicBezTo>
                  <a:lnTo>
                    <a:pt x="768229" y="1100188"/>
                  </a:lnTo>
                  <a:close/>
                  <a:moveTo>
                    <a:pt x="814916" y="1176649"/>
                  </a:moveTo>
                  <a:cubicBezTo>
                    <a:pt x="814916" y="1168154"/>
                    <a:pt x="819161" y="1155410"/>
                    <a:pt x="827650" y="1151162"/>
                  </a:cubicBezTo>
                  <a:cubicBezTo>
                    <a:pt x="827650" y="1151162"/>
                    <a:pt x="827650" y="1151162"/>
                    <a:pt x="827650" y="1151162"/>
                  </a:cubicBezTo>
                  <a:cubicBezTo>
                    <a:pt x="823405" y="1146914"/>
                    <a:pt x="814916" y="1134171"/>
                    <a:pt x="814916" y="1125675"/>
                  </a:cubicBezTo>
                  <a:cubicBezTo>
                    <a:pt x="814916" y="1117180"/>
                    <a:pt x="823405" y="1104436"/>
                    <a:pt x="831894" y="1100188"/>
                  </a:cubicBezTo>
                  <a:cubicBezTo>
                    <a:pt x="836138" y="1091693"/>
                    <a:pt x="848871" y="1091693"/>
                    <a:pt x="861604" y="1091693"/>
                  </a:cubicBezTo>
                  <a:cubicBezTo>
                    <a:pt x="870093" y="1091693"/>
                    <a:pt x="882826" y="1091693"/>
                    <a:pt x="891315" y="1100188"/>
                  </a:cubicBezTo>
                  <a:cubicBezTo>
                    <a:pt x="899804" y="1104436"/>
                    <a:pt x="904048" y="1117180"/>
                    <a:pt x="904048" y="1125675"/>
                  </a:cubicBezTo>
                  <a:cubicBezTo>
                    <a:pt x="904048" y="1134171"/>
                    <a:pt x="899804" y="1146914"/>
                    <a:pt x="891315" y="1151162"/>
                  </a:cubicBezTo>
                  <a:cubicBezTo>
                    <a:pt x="891315" y="1151162"/>
                    <a:pt x="891315" y="1151162"/>
                    <a:pt x="891315" y="1151162"/>
                  </a:cubicBezTo>
                  <a:cubicBezTo>
                    <a:pt x="899804" y="1155410"/>
                    <a:pt x="904048" y="1168154"/>
                    <a:pt x="904048" y="1176649"/>
                  </a:cubicBezTo>
                  <a:cubicBezTo>
                    <a:pt x="904048" y="1189393"/>
                    <a:pt x="899804" y="1197888"/>
                    <a:pt x="891315" y="1202136"/>
                  </a:cubicBezTo>
                  <a:cubicBezTo>
                    <a:pt x="882826" y="1210632"/>
                    <a:pt x="870093" y="1214880"/>
                    <a:pt x="861604" y="1214880"/>
                  </a:cubicBezTo>
                  <a:cubicBezTo>
                    <a:pt x="848871" y="1214880"/>
                    <a:pt x="836138" y="1210632"/>
                    <a:pt x="827650" y="1202136"/>
                  </a:cubicBezTo>
                  <a:cubicBezTo>
                    <a:pt x="819161" y="1197888"/>
                    <a:pt x="814916" y="1189393"/>
                    <a:pt x="814916" y="1176649"/>
                  </a:cubicBezTo>
                  <a:moveTo>
                    <a:pt x="916781" y="845318"/>
                  </a:moveTo>
                  <a:cubicBezTo>
                    <a:pt x="916781" y="824079"/>
                    <a:pt x="916781" y="802840"/>
                    <a:pt x="916781" y="790097"/>
                  </a:cubicBezTo>
                  <a:cubicBezTo>
                    <a:pt x="921025" y="781601"/>
                    <a:pt x="925270" y="777353"/>
                    <a:pt x="929514" y="777353"/>
                  </a:cubicBezTo>
                  <a:cubicBezTo>
                    <a:pt x="938003" y="777353"/>
                    <a:pt x="942247" y="785849"/>
                    <a:pt x="942247" y="790097"/>
                  </a:cubicBezTo>
                  <a:cubicBezTo>
                    <a:pt x="942247" y="807088"/>
                    <a:pt x="938003" y="824079"/>
                    <a:pt x="938003" y="845318"/>
                  </a:cubicBezTo>
                  <a:cubicBezTo>
                    <a:pt x="938003" y="875053"/>
                    <a:pt x="942247" y="917532"/>
                    <a:pt x="946491" y="964258"/>
                  </a:cubicBezTo>
                  <a:cubicBezTo>
                    <a:pt x="946491" y="968505"/>
                    <a:pt x="942247" y="977001"/>
                    <a:pt x="938003" y="977001"/>
                  </a:cubicBezTo>
                  <a:cubicBezTo>
                    <a:pt x="938003" y="977001"/>
                    <a:pt x="938003" y="977001"/>
                    <a:pt x="933758" y="977001"/>
                  </a:cubicBezTo>
                  <a:cubicBezTo>
                    <a:pt x="929514" y="977001"/>
                    <a:pt x="925270" y="972753"/>
                    <a:pt x="925270" y="964258"/>
                  </a:cubicBezTo>
                  <a:cubicBezTo>
                    <a:pt x="916781" y="917532"/>
                    <a:pt x="916781" y="879301"/>
                    <a:pt x="916781" y="845318"/>
                  </a:cubicBezTo>
                  <a:moveTo>
                    <a:pt x="921025" y="1125675"/>
                  </a:moveTo>
                  <a:cubicBezTo>
                    <a:pt x="921025" y="1104436"/>
                    <a:pt x="942247" y="1091693"/>
                    <a:pt x="963469" y="1091693"/>
                  </a:cubicBezTo>
                  <a:cubicBezTo>
                    <a:pt x="980446" y="1091693"/>
                    <a:pt x="993179" y="1100188"/>
                    <a:pt x="1001668" y="1112932"/>
                  </a:cubicBezTo>
                  <a:cubicBezTo>
                    <a:pt x="1001668" y="1112932"/>
                    <a:pt x="1001668" y="1112932"/>
                    <a:pt x="1001668" y="1117180"/>
                  </a:cubicBezTo>
                  <a:cubicBezTo>
                    <a:pt x="1001668" y="1117180"/>
                    <a:pt x="1005912" y="1125675"/>
                    <a:pt x="1005912" y="1138419"/>
                  </a:cubicBezTo>
                  <a:cubicBezTo>
                    <a:pt x="1005912" y="1155410"/>
                    <a:pt x="997424" y="1189393"/>
                    <a:pt x="950736" y="1210632"/>
                  </a:cubicBezTo>
                  <a:cubicBezTo>
                    <a:pt x="950736" y="1214880"/>
                    <a:pt x="946491" y="1214880"/>
                    <a:pt x="946491" y="1214880"/>
                  </a:cubicBezTo>
                  <a:cubicBezTo>
                    <a:pt x="942247" y="1214880"/>
                    <a:pt x="938003" y="1210632"/>
                    <a:pt x="938003" y="1210632"/>
                  </a:cubicBezTo>
                  <a:cubicBezTo>
                    <a:pt x="933758" y="1202136"/>
                    <a:pt x="933758" y="1197888"/>
                    <a:pt x="942247" y="1193641"/>
                  </a:cubicBezTo>
                  <a:cubicBezTo>
                    <a:pt x="963469" y="1180897"/>
                    <a:pt x="971958" y="1168154"/>
                    <a:pt x="980446" y="1159658"/>
                  </a:cubicBezTo>
                  <a:cubicBezTo>
                    <a:pt x="976202" y="1159658"/>
                    <a:pt x="967713" y="1159658"/>
                    <a:pt x="963469" y="1159658"/>
                  </a:cubicBezTo>
                  <a:cubicBezTo>
                    <a:pt x="942247" y="1159658"/>
                    <a:pt x="921025" y="1146914"/>
                    <a:pt x="921025" y="1125675"/>
                  </a:cubicBezTo>
                  <a:moveTo>
                    <a:pt x="1014401" y="977001"/>
                  </a:moveTo>
                  <a:cubicBezTo>
                    <a:pt x="1005912" y="977001"/>
                    <a:pt x="1001668" y="972753"/>
                    <a:pt x="1001668" y="964258"/>
                  </a:cubicBezTo>
                  <a:cubicBezTo>
                    <a:pt x="993179" y="917532"/>
                    <a:pt x="993179" y="879301"/>
                    <a:pt x="993179" y="845318"/>
                  </a:cubicBezTo>
                  <a:cubicBezTo>
                    <a:pt x="993179" y="824079"/>
                    <a:pt x="993179" y="802840"/>
                    <a:pt x="997424" y="790097"/>
                  </a:cubicBezTo>
                  <a:cubicBezTo>
                    <a:pt x="997424" y="781601"/>
                    <a:pt x="1001668" y="777353"/>
                    <a:pt x="1010157" y="777353"/>
                  </a:cubicBezTo>
                  <a:cubicBezTo>
                    <a:pt x="1014401" y="777353"/>
                    <a:pt x="1018646" y="785849"/>
                    <a:pt x="1018646" y="790097"/>
                  </a:cubicBezTo>
                  <a:cubicBezTo>
                    <a:pt x="1018646" y="807088"/>
                    <a:pt x="1014401" y="824079"/>
                    <a:pt x="1014401" y="845318"/>
                  </a:cubicBezTo>
                  <a:cubicBezTo>
                    <a:pt x="1014401" y="875053"/>
                    <a:pt x="1018646" y="917532"/>
                    <a:pt x="1022890" y="964258"/>
                  </a:cubicBezTo>
                  <a:cubicBezTo>
                    <a:pt x="1027134" y="968505"/>
                    <a:pt x="1022890" y="977001"/>
                    <a:pt x="1014401" y="977001"/>
                  </a:cubicBezTo>
                  <a:cubicBezTo>
                    <a:pt x="1014401" y="977001"/>
                    <a:pt x="1014401" y="977001"/>
                    <a:pt x="1014401" y="977001"/>
                  </a:cubicBezTo>
                  <a:moveTo>
                    <a:pt x="1018646" y="1197888"/>
                  </a:moveTo>
                  <a:cubicBezTo>
                    <a:pt x="1018646" y="1193641"/>
                    <a:pt x="1027134" y="1189393"/>
                    <a:pt x="1031379" y="1189393"/>
                  </a:cubicBezTo>
                  <a:cubicBezTo>
                    <a:pt x="1035623" y="1193641"/>
                    <a:pt x="1039867" y="1193641"/>
                    <a:pt x="1048356" y="1193641"/>
                  </a:cubicBezTo>
                  <a:cubicBezTo>
                    <a:pt x="1048356" y="1193641"/>
                    <a:pt x="1048356" y="1193641"/>
                    <a:pt x="1048356" y="1193641"/>
                  </a:cubicBezTo>
                  <a:cubicBezTo>
                    <a:pt x="1056845" y="1193641"/>
                    <a:pt x="1065333" y="1189393"/>
                    <a:pt x="1069578" y="1189393"/>
                  </a:cubicBezTo>
                  <a:cubicBezTo>
                    <a:pt x="1078067" y="1185145"/>
                    <a:pt x="1078067" y="1180897"/>
                    <a:pt x="1078067" y="1176649"/>
                  </a:cubicBezTo>
                  <a:cubicBezTo>
                    <a:pt x="1082311" y="1176649"/>
                    <a:pt x="1082311" y="1172401"/>
                    <a:pt x="1082311" y="1172401"/>
                  </a:cubicBezTo>
                  <a:cubicBezTo>
                    <a:pt x="1078067" y="1168154"/>
                    <a:pt x="1078067" y="1163906"/>
                    <a:pt x="1069578" y="1159658"/>
                  </a:cubicBezTo>
                  <a:cubicBezTo>
                    <a:pt x="1065333" y="1155410"/>
                    <a:pt x="1056845" y="1155410"/>
                    <a:pt x="1048356" y="1155410"/>
                  </a:cubicBezTo>
                  <a:cubicBezTo>
                    <a:pt x="1048356" y="1155410"/>
                    <a:pt x="1044112" y="1155410"/>
                    <a:pt x="1044112" y="1155410"/>
                  </a:cubicBezTo>
                  <a:cubicBezTo>
                    <a:pt x="1044112" y="1155410"/>
                    <a:pt x="1044112" y="1155410"/>
                    <a:pt x="1044112" y="1155410"/>
                  </a:cubicBezTo>
                  <a:cubicBezTo>
                    <a:pt x="1039867" y="1159658"/>
                    <a:pt x="1035623" y="1155410"/>
                    <a:pt x="1035623" y="1155410"/>
                  </a:cubicBezTo>
                  <a:cubicBezTo>
                    <a:pt x="1031379" y="1155410"/>
                    <a:pt x="1027134" y="1151162"/>
                    <a:pt x="1027134" y="1146914"/>
                  </a:cubicBezTo>
                  <a:cubicBezTo>
                    <a:pt x="1031379" y="1104436"/>
                    <a:pt x="1031379" y="1104436"/>
                    <a:pt x="1031379" y="1104436"/>
                  </a:cubicBezTo>
                  <a:cubicBezTo>
                    <a:pt x="1031379" y="1100188"/>
                    <a:pt x="1035623" y="1095940"/>
                    <a:pt x="1039867" y="1095940"/>
                  </a:cubicBezTo>
                  <a:cubicBezTo>
                    <a:pt x="1082311" y="1095940"/>
                    <a:pt x="1082311" y="1095940"/>
                    <a:pt x="1082311" y="1095940"/>
                  </a:cubicBezTo>
                  <a:cubicBezTo>
                    <a:pt x="1086555" y="1095940"/>
                    <a:pt x="1095044" y="1100188"/>
                    <a:pt x="1095044" y="1104436"/>
                  </a:cubicBezTo>
                  <a:cubicBezTo>
                    <a:pt x="1095044" y="1108684"/>
                    <a:pt x="1086555" y="1112932"/>
                    <a:pt x="1082311" y="1112932"/>
                  </a:cubicBezTo>
                  <a:cubicBezTo>
                    <a:pt x="1052600" y="1112932"/>
                    <a:pt x="1052600" y="1112932"/>
                    <a:pt x="1052600" y="1112932"/>
                  </a:cubicBezTo>
                  <a:cubicBezTo>
                    <a:pt x="1052600" y="1134171"/>
                    <a:pt x="1052600" y="1134171"/>
                    <a:pt x="1052600" y="1134171"/>
                  </a:cubicBezTo>
                  <a:cubicBezTo>
                    <a:pt x="1061089" y="1134171"/>
                    <a:pt x="1069578" y="1138419"/>
                    <a:pt x="1082311" y="1142667"/>
                  </a:cubicBezTo>
                  <a:cubicBezTo>
                    <a:pt x="1090800" y="1146914"/>
                    <a:pt x="1103533" y="1159658"/>
                    <a:pt x="1103533" y="1172401"/>
                  </a:cubicBezTo>
                  <a:cubicBezTo>
                    <a:pt x="1103533" y="1176649"/>
                    <a:pt x="1103533" y="1176649"/>
                    <a:pt x="1099288" y="1180897"/>
                  </a:cubicBezTo>
                  <a:cubicBezTo>
                    <a:pt x="1099288" y="1189393"/>
                    <a:pt x="1090800" y="1202136"/>
                    <a:pt x="1082311" y="1206384"/>
                  </a:cubicBezTo>
                  <a:cubicBezTo>
                    <a:pt x="1073822" y="1210632"/>
                    <a:pt x="1061089" y="1214880"/>
                    <a:pt x="1048356" y="1214880"/>
                  </a:cubicBezTo>
                  <a:cubicBezTo>
                    <a:pt x="1048356" y="1214880"/>
                    <a:pt x="1048356" y="1214880"/>
                    <a:pt x="1044112" y="1214880"/>
                  </a:cubicBezTo>
                  <a:cubicBezTo>
                    <a:pt x="1039867" y="1214880"/>
                    <a:pt x="1031379" y="1210632"/>
                    <a:pt x="1027134" y="1210632"/>
                  </a:cubicBezTo>
                  <a:cubicBezTo>
                    <a:pt x="1018646" y="1210632"/>
                    <a:pt x="1018646" y="1202136"/>
                    <a:pt x="1018646" y="1197888"/>
                  </a:cubicBezTo>
                  <a:moveTo>
                    <a:pt x="1103533" y="1019479"/>
                  </a:moveTo>
                  <a:cubicBezTo>
                    <a:pt x="1095044" y="1019479"/>
                    <a:pt x="1090800" y="1010984"/>
                    <a:pt x="1090800" y="1006736"/>
                  </a:cubicBezTo>
                  <a:cubicBezTo>
                    <a:pt x="1090800" y="858062"/>
                    <a:pt x="1090800" y="858062"/>
                    <a:pt x="1090800" y="858062"/>
                  </a:cubicBezTo>
                  <a:cubicBezTo>
                    <a:pt x="1052600" y="858062"/>
                    <a:pt x="1052600" y="858062"/>
                    <a:pt x="1052600" y="858062"/>
                  </a:cubicBezTo>
                  <a:cubicBezTo>
                    <a:pt x="1048356" y="858062"/>
                    <a:pt x="1044112" y="853814"/>
                    <a:pt x="1044112" y="845318"/>
                  </a:cubicBezTo>
                  <a:cubicBezTo>
                    <a:pt x="1044112" y="841071"/>
                    <a:pt x="1048356" y="832575"/>
                    <a:pt x="1052600" y="832575"/>
                  </a:cubicBezTo>
                  <a:cubicBezTo>
                    <a:pt x="1090800" y="832575"/>
                    <a:pt x="1090800" y="832575"/>
                    <a:pt x="1090800" y="832575"/>
                  </a:cubicBezTo>
                  <a:cubicBezTo>
                    <a:pt x="1090800" y="785849"/>
                    <a:pt x="1090800" y="785849"/>
                    <a:pt x="1090800" y="785849"/>
                  </a:cubicBezTo>
                  <a:cubicBezTo>
                    <a:pt x="1052600" y="785849"/>
                    <a:pt x="1052600" y="785849"/>
                    <a:pt x="1052600" y="785849"/>
                  </a:cubicBezTo>
                  <a:cubicBezTo>
                    <a:pt x="1048356" y="785849"/>
                    <a:pt x="1044112" y="781601"/>
                    <a:pt x="1044112" y="777353"/>
                  </a:cubicBezTo>
                  <a:cubicBezTo>
                    <a:pt x="1044112" y="768857"/>
                    <a:pt x="1048356" y="764610"/>
                    <a:pt x="1052600" y="764610"/>
                  </a:cubicBezTo>
                  <a:cubicBezTo>
                    <a:pt x="1090800" y="764610"/>
                    <a:pt x="1090800" y="764610"/>
                    <a:pt x="1090800" y="764610"/>
                  </a:cubicBezTo>
                  <a:cubicBezTo>
                    <a:pt x="1090800" y="717883"/>
                    <a:pt x="1090800" y="717883"/>
                    <a:pt x="1090800" y="717883"/>
                  </a:cubicBezTo>
                  <a:cubicBezTo>
                    <a:pt x="1052600" y="717883"/>
                    <a:pt x="1052600" y="717883"/>
                    <a:pt x="1052600" y="717883"/>
                  </a:cubicBezTo>
                  <a:cubicBezTo>
                    <a:pt x="1048356" y="717883"/>
                    <a:pt x="1044112" y="713636"/>
                    <a:pt x="1044112" y="705140"/>
                  </a:cubicBezTo>
                  <a:cubicBezTo>
                    <a:pt x="1044112" y="696644"/>
                    <a:pt x="1048356" y="692396"/>
                    <a:pt x="1052600" y="692396"/>
                  </a:cubicBezTo>
                  <a:cubicBezTo>
                    <a:pt x="1069578" y="692396"/>
                    <a:pt x="1069578" y="692396"/>
                    <a:pt x="1069578" y="692396"/>
                  </a:cubicBezTo>
                  <a:cubicBezTo>
                    <a:pt x="1069578" y="688149"/>
                    <a:pt x="1069578" y="683901"/>
                    <a:pt x="1069578" y="679653"/>
                  </a:cubicBezTo>
                  <a:cubicBezTo>
                    <a:pt x="1069578" y="662662"/>
                    <a:pt x="1065333" y="641422"/>
                    <a:pt x="1056845" y="611688"/>
                  </a:cubicBezTo>
                  <a:cubicBezTo>
                    <a:pt x="1052600" y="603192"/>
                    <a:pt x="1056845" y="598944"/>
                    <a:pt x="1065333" y="594696"/>
                  </a:cubicBezTo>
                  <a:cubicBezTo>
                    <a:pt x="1069578" y="594696"/>
                    <a:pt x="1078067" y="594696"/>
                    <a:pt x="1078067" y="603192"/>
                  </a:cubicBezTo>
                  <a:cubicBezTo>
                    <a:pt x="1090800" y="632927"/>
                    <a:pt x="1090800" y="658414"/>
                    <a:pt x="1090800" y="679653"/>
                  </a:cubicBezTo>
                  <a:cubicBezTo>
                    <a:pt x="1090800" y="683901"/>
                    <a:pt x="1090800" y="688149"/>
                    <a:pt x="1090800" y="692396"/>
                  </a:cubicBezTo>
                  <a:cubicBezTo>
                    <a:pt x="1112021" y="692396"/>
                    <a:pt x="1112021" y="692396"/>
                    <a:pt x="1112021" y="692396"/>
                  </a:cubicBezTo>
                  <a:cubicBezTo>
                    <a:pt x="1112021" y="688149"/>
                    <a:pt x="1112021" y="683901"/>
                    <a:pt x="1112021" y="679653"/>
                  </a:cubicBezTo>
                  <a:cubicBezTo>
                    <a:pt x="1112021" y="658414"/>
                    <a:pt x="1116266" y="632927"/>
                    <a:pt x="1128999" y="603192"/>
                  </a:cubicBezTo>
                  <a:cubicBezTo>
                    <a:pt x="1128999" y="594696"/>
                    <a:pt x="1137488" y="594696"/>
                    <a:pt x="1141732" y="594696"/>
                  </a:cubicBezTo>
                  <a:cubicBezTo>
                    <a:pt x="1150221" y="598944"/>
                    <a:pt x="1150221" y="603192"/>
                    <a:pt x="1150221" y="611688"/>
                  </a:cubicBezTo>
                  <a:cubicBezTo>
                    <a:pt x="1141732" y="641422"/>
                    <a:pt x="1137488" y="662662"/>
                    <a:pt x="1137488" y="679653"/>
                  </a:cubicBezTo>
                  <a:cubicBezTo>
                    <a:pt x="1137488" y="683901"/>
                    <a:pt x="1137488" y="688149"/>
                    <a:pt x="1137488" y="692396"/>
                  </a:cubicBezTo>
                  <a:cubicBezTo>
                    <a:pt x="1150221" y="692396"/>
                    <a:pt x="1150221" y="692396"/>
                    <a:pt x="1150221" y="692396"/>
                  </a:cubicBezTo>
                  <a:cubicBezTo>
                    <a:pt x="1158709" y="692396"/>
                    <a:pt x="1162954" y="696644"/>
                    <a:pt x="1162954" y="705140"/>
                  </a:cubicBezTo>
                  <a:cubicBezTo>
                    <a:pt x="1162954" y="713636"/>
                    <a:pt x="1158709" y="717883"/>
                    <a:pt x="1150221" y="717883"/>
                  </a:cubicBezTo>
                  <a:cubicBezTo>
                    <a:pt x="1116266" y="717883"/>
                    <a:pt x="1116266" y="717883"/>
                    <a:pt x="1116266" y="717883"/>
                  </a:cubicBezTo>
                  <a:cubicBezTo>
                    <a:pt x="1116266" y="764610"/>
                    <a:pt x="1116266" y="764610"/>
                    <a:pt x="1116266" y="764610"/>
                  </a:cubicBezTo>
                  <a:cubicBezTo>
                    <a:pt x="1150221" y="764610"/>
                    <a:pt x="1150221" y="764610"/>
                    <a:pt x="1150221" y="764610"/>
                  </a:cubicBezTo>
                  <a:cubicBezTo>
                    <a:pt x="1158709" y="764610"/>
                    <a:pt x="1162954" y="768857"/>
                    <a:pt x="1162954" y="777353"/>
                  </a:cubicBezTo>
                  <a:cubicBezTo>
                    <a:pt x="1162954" y="781601"/>
                    <a:pt x="1158709" y="785849"/>
                    <a:pt x="1150221" y="785849"/>
                  </a:cubicBezTo>
                  <a:cubicBezTo>
                    <a:pt x="1116266" y="785849"/>
                    <a:pt x="1116266" y="785849"/>
                    <a:pt x="1116266" y="785849"/>
                  </a:cubicBezTo>
                  <a:cubicBezTo>
                    <a:pt x="1116266" y="832575"/>
                    <a:pt x="1116266" y="832575"/>
                    <a:pt x="1116266" y="832575"/>
                  </a:cubicBezTo>
                  <a:cubicBezTo>
                    <a:pt x="1150221" y="832575"/>
                    <a:pt x="1150221" y="832575"/>
                    <a:pt x="1150221" y="832575"/>
                  </a:cubicBezTo>
                  <a:cubicBezTo>
                    <a:pt x="1158709" y="832575"/>
                    <a:pt x="1162954" y="841071"/>
                    <a:pt x="1162954" y="845318"/>
                  </a:cubicBezTo>
                  <a:cubicBezTo>
                    <a:pt x="1162954" y="853814"/>
                    <a:pt x="1158709" y="858062"/>
                    <a:pt x="1150221" y="858062"/>
                  </a:cubicBezTo>
                  <a:cubicBezTo>
                    <a:pt x="1116266" y="858062"/>
                    <a:pt x="1116266" y="858062"/>
                    <a:pt x="1116266" y="858062"/>
                  </a:cubicBezTo>
                  <a:cubicBezTo>
                    <a:pt x="1116266" y="1006736"/>
                    <a:pt x="1116266" y="1006736"/>
                    <a:pt x="1116266" y="1006736"/>
                  </a:cubicBezTo>
                  <a:cubicBezTo>
                    <a:pt x="1116266" y="1010984"/>
                    <a:pt x="1107777" y="1019479"/>
                    <a:pt x="1103533" y="1019479"/>
                  </a:cubicBezTo>
                  <a:moveTo>
                    <a:pt x="1035623" y="683901"/>
                  </a:moveTo>
                  <a:cubicBezTo>
                    <a:pt x="1035623" y="696644"/>
                    <a:pt x="1031379" y="713636"/>
                    <a:pt x="1031379" y="726379"/>
                  </a:cubicBezTo>
                  <a:cubicBezTo>
                    <a:pt x="1027134" y="730627"/>
                    <a:pt x="1022890" y="734875"/>
                    <a:pt x="1018646" y="734875"/>
                  </a:cubicBezTo>
                  <a:cubicBezTo>
                    <a:pt x="1018646" y="734875"/>
                    <a:pt x="1018646" y="734875"/>
                    <a:pt x="1014401" y="734875"/>
                  </a:cubicBezTo>
                  <a:cubicBezTo>
                    <a:pt x="1010157" y="734875"/>
                    <a:pt x="1005912" y="726379"/>
                    <a:pt x="1005912" y="722131"/>
                  </a:cubicBezTo>
                  <a:cubicBezTo>
                    <a:pt x="1010157" y="709388"/>
                    <a:pt x="1010157" y="696644"/>
                    <a:pt x="1010157" y="683901"/>
                  </a:cubicBezTo>
                  <a:cubicBezTo>
                    <a:pt x="1010157" y="662662"/>
                    <a:pt x="1005912" y="641422"/>
                    <a:pt x="997424" y="611688"/>
                  </a:cubicBezTo>
                  <a:cubicBezTo>
                    <a:pt x="993179" y="603192"/>
                    <a:pt x="997424" y="598944"/>
                    <a:pt x="1005912" y="594696"/>
                  </a:cubicBezTo>
                  <a:cubicBezTo>
                    <a:pt x="1010157" y="594696"/>
                    <a:pt x="1018646" y="594696"/>
                    <a:pt x="1018646" y="603192"/>
                  </a:cubicBezTo>
                  <a:cubicBezTo>
                    <a:pt x="1031379" y="632927"/>
                    <a:pt x="1035623" y="658414"/>
                    <a:pt x="1035623" y="683901"/>
                  </a:cubicBezTo>
                  <a:moveTo>
                    <a:pt x="997424" y="679653"/>
                  </a:moveTo>
                  <a:cubicBezTo>
                    <a:pt x="997424" y="696644"/>
                    <a:pt x="993179" y="705140"/>
                    <a:pt x="993179" y="717883"/>
                  </a:cubicBezTo>
                  <a:cubicBezTo>
                    <a:pt x="988935" y="730627"/>
                    <a:pt x="988935" y="743370"/>
                    <a:pt x="984691" y="756114"/>
                  </a:cubicBezTo>
                  <a:cubicBezTo>
                    <a:pt x="980446" y="781601"/>
                    <a:pt x="976202" y="807088"/>
                    <a:pt x="976202" y="845318"/>
                  </a:cubicBezTo>
                  <a:cubicBezTo>
                    <a:pt x="976202" y="883549"/>
                    <a:pt x="980446" y="934523"/>
                    <a:pt x="993179" y="1002488"/>
                  </a:cubicBezTo>
                  <a:cubicBezTo>
                    <a:pt x="993179" y="1010984"/>
                    <a:pt x="988935" y="1015232"/>
                    <a:pt x="980446" y="1019479"/>
                  </a:cubicBezTo>
                  <a:cubicBezTo>
                    <a:pt x="980446" y="1019479"/>
                    <a:pt x="980446" y="1019479"/>
                    <a:pt x="980446" y="1019479"/>
                  </a:cubicBezTo>
                  <a:cubicBezTo>
                    <a:pt x="976202" y="1019479"/>
                    <a:pt x="967713" y="1015232"/>
                    <a:pt x="967713" y="1006736"/>
                  </a:cubicBezTo>
                  <a:cubicBezTo>
                    <a:pt x="959225" y="938771"/>
                    <a:pt x="954980" y="887797"/>
                    <a:pt x="954980" y="845318"/>
                  </a:cubicBezTo>
                  <a:cubicBezTo>
                    <a:pt x="954980" y="807088"/>
                    <a:pt x="959225" y="777353"/>
                    <a:pt x="963469" y="751866"/>
                  </a:cubicBezTo>
                  <a:cubicBezTo>
                    <a:pt x="963469" y="739123"/>
                    <a:pt x="967713" y="726379"/>
                    <a:pt x="967713" y="713636"/>
                  </a:cubicBezTo>
                  <a:cubicBezTo>
                    <a:pt x="971958" y="705140"/>
                    <a:pt x="971958" y="692396"/>
                    <a:pt x="971958" y="679653"/>
                  </a:cubicBezTo>
                  <a:cubicBezTo>
                    <a:pt x="971958" y="662662"/>
                    <a:pt x="967713" y="641422"/>
                    <a:pt x="959225" y="611688"/>
                  </a:cubicBezTo>
                  <a:cubicBezTo>
                    <a:pt x="954980" y="603192"/>
                    <a:pt x="959225" y="598944"/>
                    <a:pt x="967713" y="594696"/>
                  </a:cubicBezTo>
                  <a:cubicBezTo>
                    <a:pt x="971958" y="594696"/>
                    <a:pt x="980446" y="594696"/>
                    <a:pt x="980446" y="603192"/>
                  </a:cubicBezTo>
                  <a:cubicBezTo>
                    <a:pt x="993179" y="632927"/>
                    <a:pt x="997424" y="658414"/>
                    <a:pt x="997424" y="679653"/>
                  </a:cubicBezTo>
                  <a:moveTo>
                    <a:pt x="954980" y="683901"/>
                  </a:moveTo>
                  <a:cubicBezTo>
                    <a:pt x="954980" y="696644"/>
                    <a:pt x="954980" y="713636"/>
                    <a:pt x="954980" y="726379"/>
                  </a:cubicBezTo>
                  <a:cubicBezTo>
                    <a:pt x="950736" y="730627"/>
                    <a:pt x="946491" y="734875"/>
                    <a:pt x="942247" y="734875"/>
                  </a:cubicBezTo>
                  <a:cubicBezTo>
                    <a:pt x="942247" y="734875"/>
                    <a:pt x="938003" y="734875"/>
                    <a:pt x="938003" y="734875"/>
                  </a:cubicBezTo>
                  <a:cubicBezTo>
                    <a:pt x="933758" y="734875"/>
                    <a:pt x="929514" y="726379"/>
                    <a:pt x="929514" y="722131"/>
                  </a:cubicBezTo>
                  <a:cubicBezTo>
                    <a:pt x="933758" y="709388"/>
                    <a:pt x="933758" y="696644"/>
                    <a:pt x="933758" y="683901"/>
                  </a:cubicBezTo>
                  <a:cubicBezTo>
                    <a:pt x="933758" y="662662"/>
                    <a:pt x="929514" y="641422"/>
                    <a:pt x="921025" y="611688"/>
                  </a:cubicBezTo>
                  <a:cubicBezTo>
                    <a:pt x="916781" y="603192"/>
                    <a:pt x="921025" y="598944"/>
                    <a:pt x="929514" y="594696"/>
                  </a:cubicBezTo>
                  <a:cubicBezTo>
                    <a:pt x="933758" y="594696"/>
                    <a:pt x="942247" y="594696"/>
                    <a:pt x="942247" y="603192"/>
                  </a:cubicBezTo>
                  <a:cubicBezTo>
                    <a:pt x="954980" y="632927"/>
                    <a:pt x="954980" y="658414"/>
                    <a:pt x="954980" y="683901"/>
                  </a:cubicBezTo>
                  <a:moveTo>
                    <a:pt x="874337" y="845318"/>
                  </a:moveTo>
                  <a:cubicBezTo>
                    <a:pt x="874337" y="849566"/>
                    <a:pt x="870093" y="858062"/>
                    <a:pt x="861604" y="858062"/>
                  </a:cubicBezTo>
                  <a:cubicBezTo>
                    <a:pt x="861604" y="858062"/>
                    <a:pt x="861604" y="858062"/>
                    <a:pt x="861604" y="858062"/>
                  </a:cubicBezTo>
                  <a:cubicBezTo>
                    <a:pt x="857360" y="858062"/>
                    <a:pt x="853116" y="853814"/>
                    <a:pt x="848871" y="845318"/>
                  </a:cubicBezTo>
                  <a:cubicBezTo>
                    <a:pt x="848871" y="845318"/>
                    <a:pt x="848871" y="845318"/>
                    <a:pt x="848871" y="845318"/>
                  </a:cubicBezTo>
                  <a:cubicBezTo>
                    <a:pt x="848871" y="845318"/>
                    <a:pt x="848871" y="845318"/>
                    <a:pt x="848871" y="845318"/>
                  </a:cubicBezTo>
                  <a:cubicBezTo>
                    <a:pt x="848871" y="841071"/>
                    <a:pt x="848871" y="841071"/>
                    <a:pt x="848871" y="836823"/>
                  </a:cubicBezTo>
                  <a:cubicBezTo>
                    <a:pt x="848871" y="828327"/>
                    <a:pt x="848871" y="819831"/>
                    <a:pt x="844627" y="811336"/>
                  </a:cubicBezTo>
                  <a:cubicBezTo>
                    <a:pt x="844627" y="785849"/>
                    <a:pt x="840383" y="760362"/>
                    <a:pt x="831894" y="734875"/>
                  </a:cubicBezTo>
                  <a:cubicBezTo>
                    <a:pt x="827650" y="717883"/>
                    <a:pt x="823405" y="705140"/>
                    <a:pt x="814916" y="696644"/>
                  </a:cubicBezTo>
                  <a:cubicBezTo>
                    <a:pt x="810672" y="722131"/>
                    <a:pt x="810672" y="747618"/>
                    <a:pt x="810672" y="785849"/>
                  </a:cubicBezTo>
                  <a:cubicBezTo>
                    <a:pt x="810672" y="841071"/>
                    <a:pt x="819161" y="913284"/>
                    <a:pt x="840383" y="1002488"/>
                  </a:cubicBezTo>
                  <a:cubicBezTo>
                    <a:pt x="844627" y="1006736"/>
                    <a:pt x="840383" y="1015232"/>
                    <a:pt x="831894" y="1015232"/>
                  </a:cubicBezTo>
                  <a:cubicBezTo>
                    <a:pt x="831894" y="1015232"/>
                    <a:pt x="831894" y="1015232"/>
                    <a:pt x="831894" y="1015232"/>
                  </a:cubicBezTo>
                  <a:cubicBezTo>
                    <a:pt x="823405" y="1015232"/>
                    <a:pt x="819161" y="1015232"/>
                    <a:pt x="819161" y="1006736"/>
                  </a:cubicBezTo>
                  <a:cubicBezTo>
                    <a:pt x="797939" y="917532"/>
                    <a:pt x="789450" y="845318"/>
                    <a:pt x="789450" y="785849"/>
                  </a:cubicBezTo>
                  <a:cubicBezTo>
                    <a:pt x="785206" y="662662"/>
                    <a:pt x="810672" y="603192"/>
                    <a:pt x="810672" y="598944"/>
                  </a:cubicBezTo>
                  <a:cubicBezTo>
                    <a:pt x="810672" y="598944"/>
                    <a:pt x="810672" y="598944"/>
                    <a:pt x="810672" y="598944"/>
                  </a:cubicBezTo>
                  <a:cubicBezTo>
                    <a:pt x="814916" y="594696"/>
                    <a:pt x="823405" y="590449"/>
                    <a:pt x="827650" y="594696"/>
                  </a:cubicBezTo>
                  <a:cubicBezTo>
                    <a:pt x="836138" y="598944"/>
                    <a:pt x="836138" y="603192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6138" y="611688"/>
                    <a:pt x="836138" y="611688"/>
                    <a:pt x="836138" y="611688"/>
                  </a:cubicBezTo>
                  <a:cubicBezTo>
                    <a:pt x="831894" y="611688"/>
                    <a:pt x="831894" y="611688"/>
                    <a:pt x="831894" y="611688"/>
                  </a:cubicBezTo>
                  <a:cubicBezTo>
                    <a:pt x="831894" y="615936"/>
                    <a:pt x="831894" y="615936"/>
                    <a:pt x="831894" y="620183"/>
                  </a:cubicBezTo>
                  <a:cubicBezTo>
                    <a:pt x="827650" y="628679"/>
                    <a:pt x="823405" y="637175"/>
                    <a:pt x="823405" y="654166"/>
                  </a:cubicBezTo>
                  <a:cubicBezTo>
                    <a:pt x="823405" y="654166"/>
                    <a:pt x="819161" y="658414"/>
                    <a:pt x="819161" y="662662"/>
                  </a:cubicBezTo>
                  <a:cubicBezTo>
                    <a:pt x="823405" y="666909"/>
                    <a:pt x="827650" y="671157"/>
                    <a:pt x="831894" y="679653"/>
                  </a:cubicBezTo>
                  <a:cubicBezTo>
                    <a:pt x="836138" y="683901"/>
                    <a:pt x="840383" y="696644"/>
                    <a:pt x="844627" y="705140"/>
                  </a:cubicBezTo>
                  <a:cubicBezTo>
                    <a:pt x="853116" y="722131"/>
                    <a:pt x="857360" y="743370"/>
                    <a:pt x="861604" y="764610"/>
                  </a:cubicBezTo>
                  <a:cubicBezTo>
                    <a:pt x="870093" y="807088"/>
                    <a:pt x="874337" y="845318"/>
                    <a:pt x="874337" y="845318"/>
                  </a:cubicBezTo>
                  <a:close/>
                  <a:moveTo>
                    <a:pt x="572988" y="870805"/>
                  </a:moveTo>
                  <a:cubicBezTo>
                    <a:pt x="572988" y="947266"/>
                    <a:pt x="589966" y="1023727"/>
                    <a:pt x="632409" y="1100188"/>
                  </a:cubicBezTo>
                  <a:cubicBezTo>
                    <a:pt x="725785" y="1270101"/>
                    <a:pt x="882826" y="1350810"/>
                    <a:pt x="916781" y="1367802"/>
                  </a:cubicBezTo>
                  <a:cubicBezTo>
                    <a:pt x="916781" y="1367802"/>
                    <a:pt x="1090800" y="1312580"/>
                    <a:pt x="1205397" y="1100188"/>
                  </a:cubicBezTo>
                  <a:cubicBezTo>
                    <a:pt x="1247841" y="1023727"/>
                    <a:pt x="1260574" y="947266"/>
                    <a:pt x="1264818" y="870805"/>
                  </a:cubicBezTo>
                  <a:cubicBezTo>
                    <a:pt x="1213886" y="849566"/>
                    <a:pt x="1179931" y="815584"/>
                    <a:pt x="1184175" y="773105"/>
                  </a:cubicBezTo>
                  <a:cubicBezTo>
                    <a:pt x="1184175" y="739123"/>
                    <a:pt x="1209642" y="709388"/>
                    <a:pt x="1247841" y="692396"/>
                  </a:cubicBezTo>
                  <a:cubicBezTo>
                    <a:pt x="1226619" y="594696"/>
                    <a:pt x="1192664" y="526731"/>
                    <a:pt x="1192664" y="526731"/>
                  </a:cubicBezTo>
                  <a:cubicBezTo>
                    <a:pt x="1048356" y="577705"/>
                    <a:pt x="916781" y="458766"/>
                    <a:pt x="916781" y="458766"/>
                  </a:cubicBezTo>
                  <a:cubicBezTo>
                    <a:pt x="916781" y="458766"/>
                    <a:pt x="785206" y="577705"/>
                    <a:pt x="645142" y="526731"/>
                  </a:cubicBezTo>
                  <a:cubicBezTo>
                    <a:pt x="645142" y="526731"/>
                    <a:pt x="611187" y="594696"/>
                    <a:pt x="589966" y="692396"/>
                  </a:cubicBezTo>
                  <a:cubicBezTo>
                    <a:pt x="628165" y="709388"/>
                    <a:pt x="653631" y="739123"/>
                    <a:pt x="653631" y="773105"/>
                  </a:cubicBezTo>
                  <a:cubicBezTo>
                    <a:pt x="657875" y="815584"/>
                    <a:pt x="623920" y="849566"/>
                    <a:pt x="572988" y="870805"/>
                  </a:cubicBezTo>
                  <a:moveTo>
                    <a:pt x="611187" y="1108684"/>
                  </a:moveTo>
                  <a:cubicBezTo>
                    <a:pt x="568744" y="1032223"/>
                    <a:pt x="556011" y="947266"/>
                    <a:pt x="551766" y="870805"/>
                  </a:cubicBezTo>
                  <a:cubicBezTo>
                    <a:pt x="551766" y="853814"/>
                    <a:pt x="551766" y="853814"/>
                    <a:pt x="551766" y="853814"/>
                  </a:cubicBezTo>
                  <a:cubicBezTo>
                    <a:pt x="564499" y="849566"/>
                    <a:pt x="564499" y="849566"/>
                    <a:pt x="564499" y="849566"/>
                  </a:cubicBezTo>
                  <a:cubicBezTo>
                    <a:pt x="585721" y="841071"/>
                    <a:pt x="606943" y="828327"/>
                    <a:pt x="615432" y="815584"/>
                  </a:cubicBezTo>
                  <a:cubicBezTo>
                    <a:pt x="628165" y="802840"/>
                    <a:pt x="632409" y="790097"/>
                    <a:pt x="632409" y="773105"/>
                  </a:cubicBezTo>
                  <a:cubicBezTo>
                    <a:pt x="632409" y="773105"/>
                    <a:pt x="632409" y="773105"/>
                    <a:pt x="632409" y="773105"/>
                  </a:cubicBezTo>
                  <a:cubicBezTo>
                    <a:pt x="632409" y="760362"/>
                    <a:pt x="628165" y="751866"/>
                    <a:pt x="619676" y="739123"/>
                  </a:cubicBezTo>
                  <a:cubicBezTo>
                    <a:pt x="611187" y="730627"/>
                    <a:pt x="598454" y="717883"/>
                    <a:pt x="581477" y="713636"/>
                  </a:cubicBezTo>
                  <a:cubicBezTo>
                    <a:pt x="564499" y="705140"/>
                    <a:pt x="564499" y="705140"/>
                    <a:pt x="564499" y="705140"/>
                  </a:cubicBezTo>
                  <a:cubicBezTo>
                    <a:pt x="568744" y="683901"/>
                    <a:pt x="568744" y="683901"/>
                    <a:pt x="568744" y="683901"/>
                  </a:cubicBezTo>
                  <a:cubicBezTo>
                    <a:pt x="594210" y="586201"/>
                    <a:pt x="623920" y="518235"/>
                    <a:pt x="623920" y="513988"/>
                  </a:cubicBezTo>
                  <a:cubicBezTo>
                    <a:pt x="632409" y="496996"/>
                    <a:pt x="632409" y="496996"/>
                    <a:pt x="632409" y="496996"/>
                  </a:cubicBezTo>
                  <a:cubicBezTo>
                    <a:pt x="649387" y="505492"/>
                    <a:pt x="649387" y="505492"/>
                    <a:pt x="649387" y="505492"/>
                  </a:cubicBezTo>
                  <a:cubicBezTo>
                    <a:pt x="674853" y="513988"/>
                    <a:pt x="704563" y="518235"/>
                    <a:pt x="725785" y="518235"/>
                  </a:cubicBezTo>
                  <a:cubicBezTo>
                    <a:pt x="730029" y="518235"/>
                    <a:pt x="730029" y="518235"/>
                    <a:pt x="730029" y="518235"/>
                  </a:cubicBezTo>
                  <a:cubicBezTo>
                    <a:pt x="819161" y="518235"/>
                    <a:pt x="899804" y="446022"/>
                    <a:pt x="904048" y="441774"/>
                  </a:cubicBezTo>
                  <a:cubicBezTo>
                    <a:pt x="908292" y="437527"/>
                    <a:pt x="908292" y="437527"/>
                    <a:pt x="908292" y="437527"/>
                  </a:cubicBezTo>
                  <a:cubicBezTo>
                    <a:pt x="916781" y="429031"/>
                    <a:pt x="916781" y="429031"/>
                    <a:pt x="916781" y="429031"/>
                  </a:cubicBezTo>
                  <a:cubicBezTo>
                    <a:pt x="929514" y="437527"/>
                    <a:pt x="929514" y="437527"/>
                    <a:pt x="929514" y="437527"/>
                  </a:cubicBezTo>
                  <a:cubicBezTo>
                    <a:pt x="929514" y="437527"/>
                    <a:pt x="929514" y="437527"/>
                    <a:pt x="929514" y="441774"/>
                  </a:cubicBezTo>
                  <a:cubicBezTo>
                    <a:pt x="938003" y="446022"/>
                    <a:pt x="1018646" y="518235"/>
                    <a:pt x="1107777" y="518235"/>
                  </a:cubicBezTo>
                  <a:cubicBezTo>
                    <a:pt x="1133243" y="518235"/>
                    <a:pt x="1158709" y="513988"/>
                    <a:pt x="1188420" y="505492"/>
                  </a:cubicBezTo>
                  <a:cubicBezTo>
                    <a:pt x="1205397" y="496996"/>
                    <a:pt x="1205397" y="496996"/>
                    <a:pt x="1205397" y="496996"/>
                  </a:cubicBezTo>
                  <a:cubicBezTo>
                    <a:pt x="1213886" y="513988"/>
                    <a:pt x="1213886" y="513988"/>
                    <a:pt x="1213886" y="513988"/>
                  </a:cubicBezTo>
                  <a:cubicBezTo>
                    <a:pt x="1213886" y="518235"/>
                    <a:pt x="1243596" y="577705"/>
                    <a:pt x="1264818" y="671157"/>
                  </a:cubicBezTo>
                  <a:cubicBezTo>
                    <a:pt x="1264818" y="671157"/>
                    <a:pt x="1264818" y="675405"/>
                    <a:pt x="1264818" y="675405"/>
                  </a:cubicBezTo>
                  <a:cubicBezTo>
                    <a:pt x="1264818" y="679653"/>
                    <a:pt x="1264818" y="679653"/>
                    <a:pt x="1264818" y="679653"/>
                  </a:cubicBezTo>
                  <a:cubicBezTo>
                    <a:pt x="1264818" y="679653"/>
                    <a:pt x="1264818" y="679653"/>
                    <a:pt x="1264818" y="683901"/>
                  </a:cubicBezTo>
                  <a:cubicBezTo>
                    <a:pt x="1264818" y="683901"/>
                    <a:pt x="1264818" y="683901"/>
                    <a:pt x="1264818" y="683901"/>
                  </a:cubicBezTo>
                  <a:cubicBezTo>
                    <a:pt x="1269063" y="692396"/>
                    <a:pt x="1269063" y="692396"/>
                    <a:pt x="1269063" y="692396"/>
                  </a:cubicBezTo>
                  <a:cubicBezTo>
                    <a:pt x="1269063" y="705140"/>
                    <a:pt x="1269063" y="705140"/>
                    <a:pt x="1269063" y="705140"/>
                  </a:cubicBezTo>
                  <a:cubicBezTo>
                    <a:pt x="1256330" y="713636"/>
                    <a:pt x="1256330" y="713636"/>
                    <a:pt x="1256330" y="713636"/>
                  </a:cubicBezTo>
                  <a:cubicBezTo>
                    <a:pt x="1239352" y="717883"/>
                    <a:pt x="1226619" y="730627"/>
                    <a:pt x="1218130" y="739123"/>
                  </a:cubicBezTo>
                  <a:cubicBezTo>
                    <a:pt x="1209642" y="751866"/>
                    <a:pt x="1205397" y="760362"/>
                    <a:pt x="1205397" y="773105"/>
                  </a:cubicBezTo>
                  <a:cubicBezTo>
                    <a:pt x="1205397" y="773105"/>
                    <a:pt x="1205397" y="773105"/>
                    <a:pt x="1205397" y="773105"/>
                  </a:cubicBezTo>
                  <a:cubicBezTo>
                    <a:pt x="1205397" y="790097"/>
                    <a:pt x="1209642" y="802840"/>
                    <a:pt x="1222375" y="815584"/>
                  </a:cubicBezTo>
                  <a:cubicBezTo>
                    <a:pt x="1230863" y="828327"/>
                    <a:pt x="1247841" y="841071"/>
                    <a:pt x="1273307" y="849566"/>
                  </a:cubicBezTo>
                  <a:cubicBezTo>
                    <a:pt x="1286040" y="853814"/>
                    <a:pt x="1286040" y="853814"/>
                    <a:pt x="1286040" y="853814"/>
                  </a:cubicBezTo>
                  <a:cubicBezTo>
                    <a:pt x="1286040" y="866558"/>
                    <a:pt x="1286040" y="866558"/>
                    <a:pt x="1286040" y="866558"/>
                  </a:cubicBezTo>
                  <a:cubicBezTo>
                    <a:pt x="1286040" y="870805"/>
                    <a:pt x="1286040" y="870805"/>
                    <a:pt x="1286040" y="870805"/>
                  </a:cubicBezTo>
                  <a:cubicBezTo>
                    <a:pt x="1281796" y="947266"/>
                    <a:pt x="1264818" y="1032223"/>
                    <a:pt x="1222375" y="1108684"/>
                  </a:cubicBezTo>
                  <a:cubicBezTo>
                    <a:pt x="1124754" y="1287093"/>
                    <a:pt x="963469" y="1372049"/>
                    <a:pt x="925270" y="1389041"/>
                  </a:cubicBezTo>
                  <a:cubicBezTo>
                    <a:pt x="916781" y="1393289"/>
                    <a:pt x="916781" y="1393289"/>
                    <a:pt x="916781" y="1393289"/>
                  </a:cubicBezTo>
                  <a:cubicBezTo>
                    <a:pt x="912537" y="1389041"/>
                    <a:pt x="912537" y="1389041"/>
                    <a:pt x="912537" y="1389041"/>
                  </a:cubicBezTo>
                  <a:cubicBezTo>
                    <a:pt x="870093" y="1372049"/>
                    <a:pt x="713052" y="1287093"/>
                    <a:pt x="611187" y="1108684"/>
                  </a:cubicBezTo>
                  <a:moveTo>
                    <a:pt x="899804" y="1414528"/>
                  </a:moveTo>
                  <a:cubicBezTo>
                    <a:pt x="916781" y="1423023"/>
                    <a:pt x="916781" y="1423023"/>
                    <a:pt x="916781" y="1423023"/>
                  </a:cubicBezTo>
                  <a:cubicBezTo>
                    <a:pt x="938003" y="1414528"/>
                    <a:pt x="938003" y="1414528"/>
                    <a:pt x="938003" y="1414528"/>
                  </a:cubicBezTo>
                  <a:cubicBezTo>
                    <a:pt x="976202" y="1397536"/>
                    <a:pt x="1141732" y="1312580"/>
                    <a:pt x="1247841" y="1125675"/>
                  </a:cubicBezTo>
                  <a:cubicBezTo>
                    <a:pt x="1290284" y="1040719"/>
                    <a:pt x="1307262" y="955762"/>
                    <a:pt x="1311506" y="870805"/>
                  </a:cubicBezTo>
                  <a:cubicBezTo>
                    <a:pt x="1311506" y="870805"/>
                    <a:pt x="1311506" y="870805"/>
                    <a:pt x="1311506" y="870805"/>
                  </a:cubicBezTo>
                  <a:cubicBezTo>
                    <a:pt x="1311506" y="870805"/>
                    <a:pt x="1311506" y="870805"/>
                    <a:pt x="1311506" y="870805"/>
                  </a:cubicBezTo>
                  <a:cubicBezTo>
                    <a:pt x="1311506" y="832575"/>
                    <a:pt x="1311506" y="832575"/>
                    <a:pt x="1311506" y="832575"/>
                  </a:cubicBezTo>
                  <a:cubicBezTo>
                    <a:pt x="1311506" y="832575"/>
                    <a:pt x="1269063" y="819831"/>
                    <a:pt x="1252085" y="811336"/>
                  </a:cubicBezTo>
                  <a:cubicBezTo>
                    <a:pt x="1230863" y="798592"/>
                    <a:pt x="1226619" y="781601"/>
                    <a:pt x="1235108" y="760362"/>
                  </a:cubicBezTo>
                  <a:cubicBezTo>
                    <a:pt x="1247841" y="739123"/>
                    <a:pt x="1303017" y="722131"/>
                    <a:pt x="1303017" y="722131"/>
                  </a:cubicBezTo>
                  <a:cubicBezTo>
                    <a:pt x="1290284" y="679653"/>
                    <a:pt x="1290284" y="679653"/>
                    <a:pt x="1290284" y="679653"/>
                  </a:cubicBezTo>
                  <a:cubicBezTo>
                    <a:pt x="1290284" y="675405"/>
                    <a:pt x="1290284" y="671157"/>
                    <a:pt x="1290284" y="671157"/>
                  </a:cubicBezTo>
                  <a:cubicBezTo>
                    <a:pt x="1290284" y="671157"/>
                    <a:pt x="1290284" y="671157"/>
                    <a:pt x="1290284" y="671157"/>
                  </a:cubicBezTo>
                  <a:cubicBezTo>
                    <a:pt x="1269063" y="573457"/>
                    <a:pt x="1235108" y="505492"/>
                    <a:pt x="1235108" y="501244"/>
                  </a:cubicBezTo>
                  <a:cubicBezTo>
                    <a:pt x="1218130" y="463014"/>
                    <a:pt x="1218130" y="463014"/>
                    <a:pt x="1218130" y="463014"/>
                  </a:cubicBezTo>
                  <a:cubicBezTo>
                    <a:pt x="1179931" y="475757"/>
                    <a:pt x="1179931" y="475757"/>
                    <a:pt x="1179931" y="475757"/>
                  </a:cubicBezTo>
                  <a:cubicBezTo>
                    <a:pt x="1154465" y="484253"/>
                    <a:pt x="1133243" y="488501"/>
                    <a:pt x="1107777" y="488501"/>
                  </a:cubicBezTo>
                  <a:cubicBezTo>
                    <a:pt x="1022890" y="488501"/>
                    <a:pt x="950736" y="420535"/>
                    <a:pt x="946491" y="416287"/>
                  </a:cubicBezTo>
                  <a:cubicBezTo>
                    <a:pt x="916781" y="395048"/>
                    <a:pt x="916781" y="395048"/>
                    <a:pt x="916781" y="395048"/>
                  </a:cubicBezTo>
                  <a:cubicBezTo>
                    <a:pt x="891315" y="416287"/>
                    <a:pt x="891315" y="416287"/>
                    <a:pt x="891315" y="416287"/>
                  </a:cubicBezTo>
                  <a:cubicBezTo>
                    <a:pt x="891315" y="416287"/>
                    <a:pt x="891315" y="416287"/>
                    <a:pt x="891315" y="416287"/>
                  </a:cubicBezTo>
                  <a:cubicBezTo>
                    <a:pt x="887071" y="420535"/>
                    <a:pt x="810672" y="488501"/>
                    <a:pt x="725785" y="488501"/>
                  </a:cubicBezTo>
                  <a:cubicBezTo>
                    <a:pt x="704563" y="488501"/>
                    <a:pt x="683341" y="484253"/>
                    <a:pt x="657875" y="475757"/>
                  </a:cubicBezTo>
                  <a:cubicBezTo>
                    <a:pt x="619676" y="463014"/>
                    <a:pt x="619676" y="463014"/>
                    <a:pt x="619676" y="463014"/>
                  </a:cubicBezTo>
                  <a:cubicBezTo>
                    <a:pt x="602699" y="501244"/>
                    <a:pt x="602699" y="501244"/>
                    <a:pt x="602699" y="501244"/>
                  </a:cubicBezTo>
                  <a:cubicBezTo>
                    <a:pt x="602699" y="505492"/>
                    <a:pt x="568744" y="573457"/>
                    <a:pt x="543278" y="679653"/>
                  </a:cubicBezTo>
                  <a:cubicBezTo>
                    <a:pt x="534789" y="722131"/>
                    <a:pt x="534789" y="722131"/>
                    <a:pt x="534789" y="722131"/>
                  </a:cubicBezTo>
                  <a:cubicBezTo>
                    <a:pt x="534789" y="722131"/>
                    <a:pt x="589966" y="739123"/>
                    <a:pt x="598454" y="760362"/>
                  </a:cubicBezTo>
                  <a:cubicBezTo>
                    <a:pt x="611187" y="781601"/>
                    <a:pt x="602699" y="798592"/>
                    <a:pt x="585721" y="811336"/>
                  </a:cubicBezTo>
                  <a:cubicBezTo>
                    <a:pt x="568744" y="819831"/>
                    <a:pt x="526300" y="832575"/>
                    <a:pt x="526300" y="832575"/>
                  </a:cubicBezTo>
                  <a:cubicBezTo>
                    <a:pt x="526300" y="870805"/>
                    <a:pt x="526300" y="870805"/>
                    <a:pt x="526300" y="870805"/>
                  </a:cubicBezTo>
                  <a:cubicBezTo>
                    <a:pt x="526300" y="955762"/>
                    <a:pt x="543278" y="1040719"/>
                    <a:pt x="589966" y="1125675"/>
                  </a:cubicBezTo>
                  <a:cubicBezTo>
                    <a:pt x="696074" y="1312580"/>
                    <a:pt x="857360" y="1397536"/>
                    <a:pt x="899804" y="1414528"/>
                  </a:cubicBezTo>
                  <a:moveTo>
                    <a:pt x="747007" y="1584441"/>
                  </a:moveTo>
                  <a:cubicBezTo>
                    <a:pt x="747007" y="1584441"/>
                    <a:pt x="747007" y="1580193"/>
                    <a:pt x="751251" y="1575945"/>
                  </a:cubicBezTo>
                  <a:cubicBezTo>
                    <a:pt x="755495" y="1567450"/>
                    <a:pt x="763984" y="1563202"/>
                    <a:pt x="763984" y="1563202"/>
                  </a:cubicBezTo>
                  <a:cubicBezTo>
                    <a:pt x="763984" y="1567450"/>
                    <a:pt x="763984" y="1567450"/>
                    <a:pt x="763984" y="1567450"/>
                  </a:cubicBezTo>
                  <a:cubicBezTo>
                    <a:pt x="759740" y="1567450"/>
                    <a:pt x="747007" y="1584441"/>
                    <a:pt x="747007" y="1584441"/>
                  </a:cubicBezTo>
                  <a:cubicBezTo>
                    <a:pt x="747007" y="1588689"/>
                    <a:pt x="747007" y="1588689"/>
                    <a:pt x="747007" y="1584441"/>
                  </a:cubicBezTo>
                  <a:moveTo>
                    <a:pt x="844627" y="1512228"/>
                  </a:moveTo>
                  <a:cubicBezTo>
                    <a:pt x="844627" y="1512228"/>
                    <a:pt x="853116" y="1507980"/>
                    <a:pt x="853116" y="1507980"/>
                  </a:cubicBezTo>
                  <a:cubicBezTo>
                    <a:pt x="853116" y="1512228"/>
                    <a:pt x="848871" y="1516476"/>
                    <a:pt x="844627" y="1516476"/>
                  </a:cubicBezTo>
                  <a:cubicBezTo>
                    <a:pt x="844627" y="1516476"/>
                    <a:pt x="844627" y="1516476"/>
                    <a:pt x="844627" y="1520724"/>
                  </a:cubicBezTo>
                  <a:cubicBezTo>
                    <a:pt x="844627" y="1520724"/>
                    <a:pt x="840383" y="1520724"/>
                    <a:pt x="840383" y="1520724"/>
                  </a:cubicBezTo>
                  <a:cubicBezTo>
                    <a:pt x="840383" y="1520724"/>
                    <a:pt x="840383" y="1516476"/>
                    <a:pt x="844627" y="1512228"/>
                  </a:cubicBezTo>
                  <a:moveTo>
                    <a:pt x="721541" y="1614176"/>
                  </a:moveTo>
                  <a:cubicBezTo>
                    <a:pt x="721541" y="1618424"/>
                    <a:pt x="717296" y="1622671"/>
                    <a:pt x="717296" y="1626919"/>
                  </a:cubicBezTo>
                  <a:cubicBezTo>
                    <a:pt x="717296" y="1626919"/>
                    <a:pt x="721541" y="1631167"/>
                    <a:pt x="721541" y="1631167"/>
                  </a:cubicBezTo>
                  <a:cubicBezTo>
                    <a:pt x="730029" y="1631167"/>
                    <a:pt x="730029" y="1626919"/>
                    <a:pt x="734274" y="1622671"/>
                  </a:cubicBezTo>
                  <a:cubicBezTo>
                    <a:pt x="738518" y="1614176"/>
                    <a:pt x="742762" y="1614176"/>
                    <a:pt x="747007" y="1605680"/>
                  </a:cubicBezTo>
                  <a:cubicBezTo>
                    <a:pt x="751251" y="1601432"/>
                    <a:pt x="751251" y="1601432"/>
                    <a:pt x="755495" y="1601432"/>
                  </a:cubicBezTo>
                  <a:cubicBezTo>
                    <a:pt x="755495" y="1597184"/>
                    <a:pt x="755495" y="1592937"/>
                    <a:pt x="755495" y="1588689"/>
                  </a:cubicBezTo>
                  <a:cubicBezTo>
                    <a:pt x="759740" y="1584441"/>
                    <a:pt x="763984" y="1571697"/>
                    <a:pt x="763984" y="1571697"/>
                  </a:cubicBezTo>
                  <a:cubicBezTo>
                    <a:pt x="768229" y="1567450"/>
                    <a:pt x="768229" y="1563202"/>
                    <a:pt x="768229" y="1558954"/>
                  </a:cubicBezTo>
                  <a:cubicBezTo>
                    <a:pt x="772473" y="1554706"/>
                    <a:pt x="776717" y="1554706"/>
                    <a:pt x="780962" y="1554706"/>
                  </a:cubicBezTo>
                  <a:cubicBezTo>
                    <a:pt x="780962" y="1554706"/>
                    <a:pt x="793695" y="1558954"/>
                    <a:pt x="793695" y="1563202"/>
                  </a:cubicBezTo>
                  <a:cubicBezTo>
                    <a:pt x="793695" y="1563202"/>
                    <a:pt x="793695" y="1563202"/>
                    <a:pt x="793695" y="1563202"/>
                  </a:cubicBezTo>
                  <a:cubicBezTo>
                    <a:pt x="793695" y="1563202"/>
                    <a:pt x="793695" y="1567450"/>
                    <a:pt x="793695" y="1567450"/>
                  </a:cubicBezTo>
                  <a:cubicBezTo>
                    <a:pt x="793695" y="1571697"/>
                    <a:pt x="793695" y="1571697"/>
                    <a:pt x="793695" y="1571697"/>
                  </a:cubicBezTo>
                  <a:cubicBezTo>
                    <a:pt x="793695" y="1571697"/>
                    <a:pt x="785206" y="1571697"/>
                    <a:pt x="785206" y="1575945"/>
                  </a:cubicBezTo>
                  <a:cubicBezTo>
                    <a:pt x="785206" y="1575945"/>
                    <a:pt x="785206" y="1580193"/>
                    <a:pt x="785206" y="1580193"/>
                  </a:cubicBezTo>
                  <a:cubicBezTo>
                    <a:pt x="789450" y="1580193"/>
                    <a:pt x="789450" y="1580193"/>
                    <a:pt x="789450" y="1580193"/>
                  </a:cubicBezTo>
                  <a:cubicBezTo>
                    <a:pt x="789450" y="1580193"/>
                    <a:pt x="789450" y="1584441"/>
                    <a:pt x="789450" y="1588689"/>
                  </a:cubicBezTo>
                  <a:cubicBezTo>
                    <a:pt x="789450" y="1588689"/>
                    <a:pt x="789450" y="1588689"/>
                    <a:pt x="789450" y="1588689"/>
                  </a:cubicBezTo>
                  <a:cubicBezTo>
                    <a:pt x="789450" y="1592937"/>
                    <a:pt x="785206" y="1592937"/>
                    <a:pt x="785206" y="1592937"/>
                  </a:cubicBezTo>
                  <a:cubicBezTo>
                    <a:pt x="780962" y="1592937"/>
                    <a:pt x="780962" y="1597184"/>
                    <a:pt x="785206" y="1601432"/>
                  </a:cubicBezTo>
                  <a:cubicBezTo>
                    <a:pt x="785206" y="1601432"/>
                    <a:pt x="789450" y="1601432"/>
                    <a:pt x="789450" y="1601432"/>
                  </a:cubicBezTo>
                  <a:cubicBezTo>
                    <a:pt x="789450" y="1605680"/>
                    <a:pt x="785206" y="1609928"/>
                    <a:pt x="785206" y="1609928"/>
                  </a:cubicBezTo>
                  <a:cubicBezTo>
                    <a:pt x="785206" y="1609928"/>
                    <a:pt x="780962" y="1614176"/>
                    <a:pt x="776717" y="1614176"/>
                  </a:cubicBezTo>
                  <a:cubicBezTo>
                    <a:pt x="772473" y="1618424"/>
                    <a:pt x="768229" y="1618424"/>
                    <a:pt x="755495" y="1614176"/>
                  </a:cubicBezTo>
                  <a:cubicBezTo>
                    <a:pt x="755495" y="1614176"/>
                    <a:pt x="751251" y="1618424"/>
                    <a:pt x="751251" y="1618424"/>
                  </a:cubicBezTo>
                  <a:cubicBezTo>
                    <a:pt x="751251" y="1618424"/>
                    <a:pt x="751251" y="1622671"/>
                    <a:pt x="751251" y="1622671"/>
                  </a:cubicBezTo>
                  <a:cubicBezTo>
                    <a:pt x="751251" y="1622671"/>
                    <a:pt x="751251" y="1622671"/>
                    <a:pt x="751251" y="1622671"/>
                  </a:cubicBezTo>
                  <a:cubicBezTo>
                    <a:pt x="755495" y="1626919"/>
                    <a:pt x="755495" y="1626919"/>
                    <a:pt x="755495" y="1631167"/>
                  </a:cubicBezTo>
                  <a:cubicBezTo>
                    <a:pt x="759740" y="1631167"/>
                    <a:pt x="755495" y="1631167"/>
                    <a:pt x="759740" y="1635415"/>
                  </a:cubicBezTo>
                  <a:cubicBezTo>
                    <a:pt x="768229" y="1635415"/>
                    <a:pt x="768229" y="1631167"/>
                    <a:pt x="776717" y="1631167"/>
                  </a:cubicBezTo>
                  <a:cubicBezTo>
                    <a:pt x="780962" y="1635415"/>
                    <a:pt x="776717" y="1639663"/>
                    <a:pt x="776717" y="1639663"/>
                  </a:cubicBezTo>
                  <a:cubicBezTo>
                    <a:pt x="772473" y="1643911"/>
                    <a:pt x="768229" y="1648158"/>
                    <a:pt x="768229" y="1652406"/>
                  </a:cubicBezTo>
                  <a:cubicBezTo>
                    <a:pt x="768229" y="1656654"/>
                    <a:pt x="768229" y="1660902"/>
                    <a:pt x="768229" y="1660902"/>
                  </a:cubicBezTo>
                  <a:cubicBezTo>
                    <a:pt x="768229" y="1665150"/>
                    <a:pt x="772473" y="1665150"/>
                    <a:pt x="772473" y="1669398"/>
                  </a:cubicBezTo>
                  <a:cubicBezTo>
                    <a:pt x="772473" y="1673645"/>
                    <a:pt x="776717" y="1677893"/>
                    <a:pt x="780962" y="1673645"/>
                  </a:cubicBezTo>
                  <a:cubicBezTo>
                    <a:pt x="785206" y="1673645"/>
                    <a:pt x="793695" y="1665150"/>
                    <a:pt x="793695" y="1665150"/>
                  </a:cubicBezTo>
                  <a:cubicBezTo>
                    <a:pt x="797939" y="1660902"/>
                    <a:pt x="797939" y="1656654"/>
                    <a:pt x="797939" y="1656654"/>
                  </a:cubicBezTo>
                  <a:cubicBezTo>
                    <a:pt x="797939" y="1652406"/>
                    <a:pt x="802183" y="1626919"/>
                    <a:pt x="802183" y="1626919"/>
                  </a:cubicBezTo>
                  <a:cubicBezTo>
                    <a:pt x="806428" y="1626919"/>
                    <a:pt x="819161" y="1626919"/>
                    <a:pt x="819161" y="1626919"/>
                  </a:cubicBezTo>
                  <a:cubicBezTo>
                    <a:pt x="823405" y="1622671"/>
                    <a:pt x="831894" y="1622671"/>
                    <a:pt x="836138" y="1622671"/>
                  </a:cubicBezTo>
                  <a:cubicBezTo>
                    <a:pt x="840383" y="1622671"/>
                    <a:pt x="844627" y="1618424"/>
                    <a:pt x="844627" y="1618424"/>
                  </a:cubicBezTo>
                  <a:cubicBezTo>
                    <a:pt x="848871" y="1618424"/>
                    <a:pt x="853116" y="1618424"/>
                    <a:pt x="853116" y="1618424"/>
                  </a:cubicBezTo>
                  <a:cubicBezTo>
                    <a:pt x="857360" y="1618424"/>
                    <a:pt x="861604" y="1614176"/>
                    <a:pt x="861604" y="1614176"/>
                  </a:cubicBezTo>
                  <a:cubicBezTo>
                    <a:pt x="865849" y="1609928"/>
                    <a:pt x="865849" y="1609928"/>
                    <a:pt x="865849" y="1609928"/>
                  </a:cubicBezTo>
                  <a:cubicBezTo>
                    <a:pt x="865849" y="1605680"/>
                    <a:pt x="865849" y="1605680"/>
                    <a:pt x="865849" y="1601432"/>
                  </a:cubicBezTo>
                  <a:cubicBezTo>
                    <a:pt x="861604" y="1601432"/>
                    <a:pt x="861604" y="1601432"/>
                    <a:pt x="853116" y="1601432"/>
                  </a:cubicBezTo>
                  <a:cubicBezTo>
                    <a:pt x="848871" y="1597184"/>
                    <a:pt x="844627" y="1597184"/>
                    <a:pt x="844627" y="1592937"/>
                  </a:cubicBezTo>
                  <a:cubicBezTo>
                    <a:pt x="840383" y="1592937"/>
                    <a:pt x="831894" y="1584441"/>
                    <a:pt x="831894" y="1584441"/>
                  </a:cubicBezTo>
                  <a:cubicBezTo>
                    <a:pt x="827650" y="1584441"/>
                    <a:pt x="831894" y="1584441"/>
                    <a:pt x="831894" y="1584441"/>
                  </a:cubicBezTo>
                  <a:cubicBezTo>
                    <a:pt x="831894" y="1588689"/>
                    <a:pt x="831894" y="1588689"/>
                    <a:pt x="831894" y="1592937"/>
                  </a:cubicBezTo>
                  <a:cubicBezTo>
                    <a:pt x="836138" y="1601432"/>
                    <a:pt x="836138" y="1605680"/>
                    <a:pt x="836138" y="1605680"/>
                  </a:cubicBezTo>
                  <a:cubicBezTo>
                    <a:pt x="831894" y="1609928"/>
                    <a:pt x="827650" y="1609928"/>
                    <a:pt x="823405" y="1609928"/>
                  </a:cubicBezTo>
                  <a:cubicBezTo>
                    <a:pt x="823405" y="1609928"/>
                    <a:pt x="819161" y="1609928"/>
                    <a:pt x="819161" y="1609928"/>
                  </a:cubicBezTo>
                  <a:cubicBezTo>
                    <a:pt x="819161" y="1609928"/>
                    <a:pt x="814916" y="1609928"/>
                    <a:pt x="814916" y="1609928"/>
                  </a:cubicBezTo>
                  <a:cubicBezTo>
                    <a:pt x="810672" y="1614176"/>
                    <a:pt x="810672" y="1614176"/>
                    <a:pt x="810672" y="1614176"/>
                  </a:cubicBezTo>
                  <a:cubicBezTo>
                    <a:pt x="806428" y="1609928"/>
                    <a:pt x="806428" y="1609928"/>
                    <a:pt x="806428" y="1605680"/>
                  </a:cubicBezTo>
                  <a:cubicBezTo>
                    <a:pt x="806428" y="1605680"/>
                    <a:pt x="806428" y="1605680"/>
                    <a:pt x="806428" y="1601432"/>
                  </a:cubicBezTo>
                  <a:cubicBezTo>
                    <a:pt x="810672" y="1601432"/>
                    <a:pt x="814916" y="1601432"/>
                    <a:pt x="814916" y="1597184"/>
                  </a:cubicBezTo>
                  <a:cubicBezTo>
                    <a:pt x="814916" y="1592937"/>
                    <a:pt x="814916" y="1592937"/>
                    <a:pt x="814916" y="1592937"/>
                  </a:cubicBezTo>
                  <a:cubicBezTo>
                    <a:pt x="814916" y="1588689"/>
                    <a:pt x="806428" y="1597184"/>
                    <a:pt x="810672" y="1584441"/>
                  </a:cubicBezTo>
                  <a:cubicBezTo>
                    <a:pt x="810672" y="1584441"/>
                    <a:pt x="810672" y="1584441"/>
                    <a:pt x="810672" y="1584441"/>
                  </a:cubicBezTo>
                  <a:cubicBezTo>
                    <a:pt x="810672" y="1580193"/>
                    <a:pt x="819161" y="1580193"/>
                    <a:pt x="819161" y="1580193"/>
                  </a:cubicBezTo>
                  <a:cubicBezTo>
                    <a:pt x="819161" y="1580193"/>
                    <a:pt x="819161" y="1580193"/>
                    <a:pt x="819161" y="1580193"/>
                  </a:cubicBezTo>
                  <a:cubicBezTo>
                    <a:pt x="823405" y="1580193"/>
                    <a:pt x="827650" y="1580193"/>
                    <a:pt x="831894" y="1575945"/>
                  </a:cubicBezTo>
                  <a:cubicBezTo>
                    <a:pt x="831894" y="1575945"/>
                    <a:pt x="836138" y="1571697"/>
                    <a:pt x="836138" y="1571697"/>
                  </a:cubicBezTo>
                  <a:cubicBezTo>
                    <a:pt x="836138" y="1571697"/>
                    <a:pt x="836138" y="1571697"/>
                    <a:pt x="831894" y="1567450"/>
                  </a:cubicBezTo>
                  <a:cubicBezTo>
                    <a:pt x="827650" y="1567450"/>
                    <a:pt x="831894" y="1567450"/>
                    <a:pt x="827650" y="1567450"/>
                  </a:cubicBezTo>
                  <a:cubicBezTo>
                    <a:pt x="823405" y="1571697"/>
                    <a:pt x="814916" y="1571697"/>
                    <a:pt x="814916" y="1571697"/>
                  </a:cubicBezTo>
                  <a:cubicBezTo>
                    <a:pt x="814916" y="1571697"/>
                    <a:pt x="814916" y="1567450"/>
                    <a:pt x="814916" y="1563202"/>
                  </a:cubicBezTo>
                  <a:cubicBezTo>
                    <a:pt x="814916" y="1563202"/>
                    <a:pt x="814916" y="1563202"/>
                    <a:pt x="814916" y="1563202"/>
                  </a:cubicBezTo>
                  <a:cubicBezTo>
                    <a:pt x="814916" y="1563202"/>
                    <a:pt x="814916" y="1563202"/>
                    <a:pt x="814916" y="1563202"/>
                  </a:cubicBezTo>
                  <a:cubicBezTo>
                    <a:pt x="814916" y="1563202"/>
                    <a:pt x="814916" y="1558954"/>
                    <a:pt x="819161" y="1554706"/>
                  </a:cubicBezTo>
                  <a:cubicBezTo>
                    <a:pt x="827650" y="1550458"/>
                    <a:pt x="848871" y="1546211"/>
                    <a:pt x="853116" y="1546211"/>
                  </a:cubicBezTo>
                  <a:cubicBezTo>
                    <a:pt x="861604" y="1546211"/>
                    <a:pt x="874337" y="1541963"/>
                    <a:pt x="874337" y="1541963"/>
                  </a:cubicBezTo>
                  <a:cubicBezTo>
                    <a:pt x="878582" y="1541963"/>
                    <a:pt x="878582" y="1537715"/>
                    <a:pt x="878582" y="1537715"/>
                  </a:cubicBezTo>
                  <a:cubicBezTo>
                    <a:pt x="874337" y="1533467"/>
                    <a:pt x="874337" y="1533467"/>
                    <a:pt x="870093" y="1533467"/>
                  </a:cubicBezTo>
                  <a:cubicBezTo>
                    <a:pt x="870093" y="1533467"/>
                    <a:pt x="865849" y="1533467"/>
                    <a:pt x="865849" y="1533467"/>
                  </a:cubicBezTo>
                  <a:cubicBezTo>
                    <a:pt x="861604" y="1533467"/>
                    <a:pt x="857360" y="1533467"/>
                    <a:pt x="853116" y="1537715"/>
                  </a:cubicBezTo>
                  <a:cubicBezTo>
                    <a:pt x="848871" y="1537715"/>
                    <a:pt x="840383" y="1537715"/>
                    <a:pt x="836138" y="1537715"/>
                  </a:cubicBezTo>
                  <a:cubicBezTo>
                    <a:pt x="831894" y="1537715"/>
                    <a:pt x="827650" y="1541963"/>
                    <a:pt x="827650" y="1541963"/>
                  </a:cubicBezTo>
                  <a:cubicBezTo>
                    <a:pt x="823405" y="1541963"/>
                    <a:pt x="823405" y="1541963"/>
                    <a:pt x="827650" y="1537715"/>
                  </a:cubicBezTo>
                  <a:cubicBezTo>
                    <a:pt x="827650" y="1533467"/>
                    <a:pt x="836138" y="1533467"/>
                    <a:pt x="836138" y="1533467"/>
                  </a:cubicBezTo>
                  <a:cubicBezTo>
                    <a:pt x="840383" y="1533467"/>
                    <a:pt x="844627" y="1533467"/>
                    <a:pt x="844627" y="1533467"/>
                  </a:cubicBezTo>
                  <a:cubicBezTo>
                    <a:pt x="848871" y="1529219"/>
                    <a:pt x="853116" y="1524971"/>
                    <a:pt x="857360" y="1524971"/>
                  </a:cubicBezTo>
                  <a:cubicBezTo>
                    <a:pt x="861604" y="1520724"/>
                    <a:pt x="865849" y="1516476"/>
                    <a:pt x="865849" y="1516476"/>
                  </a:cubicBezTo>
                  <a:cubicBezTo>
                    <a:pt x="865849" y="1516476"/>
                    <a:pt x="870093" y="1516476"/>
                    <a:pt x="874337" y="1512228"/>
                  </a:cubicBezTo>
                  <a:cubicBezTo>
                    <a:pt x="878582" y="1503732"/>
                    <a:pt x="874337" y="1503732"/>
                    <a:pt x="874337" y="1499484"/>
                  </a:cubicBezTo>
                  <a:cubicBezTo>
                    <a:pt x="874337" y="1499484"/>
                    <a:pt x="870093" y="1499484"/>
                    <a:pt x="865849" y="1499484"/>
                  </a:cubicBezTo>
                  <a:cubicBezTo>
                    <a:pt x="865849" y="1499484"/>
                    <a:pt x="857360" y="1499484"/>
                    <a:pt x="857360" y="1499484"/>
                  </a:cubicBezTo>
                  <a:cubicBezTo>
                    <a:pt x="857360" y="1499484"/>
                    <a:pt x="857360" y="1499484"/>
                    <a:pt x="853116" y="1499484"/>
                  </a:cubicBezTo>
                  <a:cubicBezTo>
                    <a:pt x="853116" y="1503732"/>
                    <a:pt x="848871" y="1503732"/>
                    <a:pt x="848871" y="1503732"/>
                  </a:cubicBezTo>
                  <a:cubicBezTo>
                    <a:pt x="848871" y="1499484"/>
                    <a:pt x="848871" y="1495237"/>
                    <a:pt x="848871" y="1490989"/>
                  </a:cubicBezTo>
                  <a:cubicBezTo>
                    <a:pt x="848871" y="1486741"/>
                    <a:pt x="844627" y="1486741"/>
                    <a:pt x="844627" y="1482493"/>
                  </a:cubicBezTo>
                  <a:cubicBezTo>
                    <a:pt x="840383" y="1478245"/>
                    <a:pt x="836138" y="1469750"/>
                    <a:pt x="827650" y="1469750"/>
                  </a:cubicBezTo>
                  <a:cubicBezTo>
                    <a:pt x="823405" y="1465502"/>
                    <a:pt x="819161" y="1478245"/>
                    <a:pt x="819161" y="1482493"/>
                  </a:cubicBezTo>
                  <a:cubicBezTo>
                    <a:pt x="814916" y="1486741"/>
                    <a:pt x="814916" y="1490989"/>
                    <a:pt x="814916" y="1490989"/>
                  </a:cubicBezTo>
                  <a:cubicBezTo>
                    <a:pt x="814916" y="1495237"/>
                    <a:pt x="814916" y="1495237"/>
                    <a:pt x="810672" y="1495237"/>
                  </a:cubicBezTo>
                  <a:cubicBezTo>
                    <a:pt x="810672" y="1499484"/>
                    <a:pt x="810672" y="1503732"/>
                    <a:pt x="810672" y="1507980"/>
                  </a:cubicBezTo>
                  <a:cubicBezTo>
                    <a:pt x="806428" y="1512228"/>
                    <a:pt x="806428" y="1512228"/>
                    <a:pt x="806428" y="1512228"/>
                  </a:cubicBezTo>
                  <a:cubicBezTo>
                    <a:pt x="802183" y="1512228"/>
                    <a:pt x="802183" y="1516476"/>
                    <a:pt x="802183" y="1516476"/>
                  </a:cubicBezTo>
                  <a:cubicBezTo>
                    <a:pt x="802183" y="1516476"/>
                    <a:pt x="793695" y="1520724"/>
                    <a:pt x="797939" y="1520724"/>
                  </a:cubicBezTo>
                  <a:cubicBezTo>
                    <a:pt x="797939" y="1524971"/>
                    <a:pt x="802183" y="1520724"/>
                    <a:pt x="802183" y="1520724"/>
                  </a:cubicBezTo>
                  <a:cubicBezTo>
                    <a:pt x="802183" y="1520724"/>
                    <a:pt x="802183" y="1524971"/>
                    <a:pt x="806428" y="1524971"/>
                  </a:cubicBezTo>
                  <a:cubicBezTo>
                    <a:pt x="806428" y="1524971"/>
                    <a:pt x="802183" y="1529219"/>
                    <a:pt x="802183" y="1533467"/>
                  </a:cubicBezTo>
                  <a:cubicBezTo>
                    <a:pt x="802183" y="1537715"/>
                    <a:pt x="802183" y="1546211"/>
                    <a:pt x="797939" y="1546211"/>
                  </a:cubicBezTo>
                  <a:cubicBezTo>
                    <a:pt x="797939" y="1550458"/>
                    <a:pt x="793695" y="1546211"/>
                    <a:pt x="793695" y="1550458"/>
                  </a:cubicBezTo>
                  <a:cubicBezTo>
                    <a:pt x="793695" y="1550458"/>
                    <a:pt x="785206" y="1550458"/>
                    <a:pt x="785206" y="1550458"/>
                  </a:cubicBezTo>
                  <a:cubicBezTo>
                    <a:pt x="785206" y="1550458"/>
                    <a:pt x="785206" y="1550458"/>
                    <a:pt x="785206" y="1546211"/>
                  </a:cubicBezTo>
                  <a:cubicBezTo>
                    <a:pt x="785206" y="1541963"/>
                    <a:pt x="785206" y="1537715"/>
                    <a:pt x="780962" y="1537715"/>
                  </a:cubicBezTo>
                  <a:cubicBezTo>
                    <a:pt x="780962" y="1537715"/>
                    <a:pt x="776717" y="1533467"/>
                    <a:pt x="776717" y="1533467"/>
                  </a:cubicBezTo>
                  <a:cubicBezTo>
                    <a:pt x="776717" y="1529219"/>
                    <a:pt x="772473" y="1529219"/>
                    <a:pt x="772473" y="1524971"/>
                  </a:cubicBezTo>
                  <a:cubicBezTo>
                    <a:pt x="768229" y="1524971"/>
                    <a:pt x="772473" y="1520724"/>
                    <a:pt x="772473" y="1516476"/>
                  </a:cubicBezTo>
                  <a:cubicBezTo>
                    <a:pt x="772473" y="1516476"/>
                    <a:pt x="780962" y="1512228"/>
                    <a:pt x="780962" y="1507980"/>
                  </a:cubicBezTo>
                  <a:cubicBezTo>
                    <a:pt x="780962" y="1507980"/>
                    <a:pt x="785206" y="1507980"/>
                    <a:pt x="785206" y="1507980"/>
                  </a:cubicBezTo>
                  <a:cubicBezTo>
                    <a:pt x="785206" y="1507980"/>
                    <a:pt x="789450" y="1507980"/>
                    <a:pt x="789450" y="1507980"/>
                  </a:cubicBezTo>
                  <a:cubicBezTo>
                    <a:pt x="793695" y="1507980"/>
                    <a:pt x="797939" y="1512228"/>
                    <a:pt x="802183" y="1507980"/>
                  </a:cubicBezTo>
                  <a:cubicBezTo>
                    <a:pt x="802183" y="1507980"/>
                    <a:pt x="802183" y="1507980"/>
                    <a:pt x="802183" y="1507980"/>
                  </a:cubicBezTo>
                  <a:cubicBezTo>
                    <a:pt x="806428" y="1503732"/>
                    <a:pt x="806428" y="1503732"/>
                    <a:pt x="806428" y="1499484"/>
                  </a:cubicBezTo>
                  <a:cubicBezTo>
                    <a:pt x="806428" y="1495237"/>
                    <a:pt x="802183" y="1486741"/>
                    <a:pt x="797939" y="1486741"/>
                  </a:cubicBezTo>
                  <a:cubicBezTo>
                    <a:pt x="793695" y="1482493"/>
                    <a:pt x="793695" y="1482493"/>
                    <a:pt x="793695" y="1478245"/>
                  </a:cubicBezTo>
                  <a:cubicBezTo>
                    <a:pt x="789450" y="1478245"/>
                    <a:pt x="785206" y="1473997"/>
                    <a:pt x="785206" y="1473997"/>
                  </a:cubicBezTo>
                  <a:cubicBezTo>
                    <a:pt x="780962" y="1469750"/>
                    <a:pt x="776717" y="1465502"/>
                    <a:pt x="772473" y="1469750"/>
                  </a:cubicBezTo>
                  <a:cubicBezTo>
                    <a:pt x="772473" y="1469750"/>
                    <a:pt x="772473" y="1473997"/>
                    <a:pt x="776717" y="1478245"/>
                  </a:cubicBezTo>
                  <a:cubicBezTo>
                    <a:pt x="780962" y="1486741"/>
                    <a:pt x="776717" y="1486741"/>
                    <a:pt x="776717" y="1490989"/>
                  </a:cubicBezTo>
                  <a:cubicBezTo>
                    <a:pt x="776717" y="1495237"/>
                    <a:pt x="776717" y="1490989"/>
                    <a:pt x="776717" y="1495237"/>
                  </a:cubicBezTo>
                  <a:cubicBezTo>
                    <a:pt x="780962" y="1499484"/>
                    <a:pt x="780962" y="1499484"/>
                    <a:pt x="776717" y="1503732"/>
                  </a:cubicBezTo>
                  <a:cubicBezTo>
                    <a:pt x="776717" y="1507980"/>
                    <a:pt x="772473" y="1516476"/>
                    <a:pt x="768229" y="1516476"/>
                  </a:cubicBezTo>
                  <a:cubicBezTo>
                    <a:pt x="768229" y="1520724"/>
                    <a:pt x="763984" y="1520724"/>
                    <a:pt x="763984" y="1520724"/>
                  </a:cubicBezTo>
                  <a:cubicBezTo>
                    <a:pt x="763984" y="1524971"/>
                    <a:pt x="759740" y="1524971"/>
                    <a:pt x="759740" y="1524971"/>
                  </a:cubicBezTo>
                  <a:cubicBezTo>
                    <a:pt x="755495" y="1524971"/>
                    <a:pt x="755495" y="1533467"/>
                    <a:pt x="759740" y="1537715"/>
                  </a:cubicBezTo>
                  <a:cubicBezTo>
                    <a:pt x="759740" y="1541963"/>
                    <a:pt x="759740" y="1554706"/>
                    <a:pt x="755495" y="1558954"/>
                  </a:cubicBezTo>
                  <a:cubicBezTo>
                    <a:pt x="755495" y="1563202"/>
                    <a:pt x="751251" y="1571697"/>
                    <a:pt x="747007" y="1571697"/>
                  </a:cubicBezTo>
                  <a:cubicBezTo>
                    <a:pt x="747007" y="1575945"/>
                    <a:pt x="742762" y="1580193"/>
                    <a:pt x="734274" y="1588689"/>
                  </a:cubicBezTo>
                  <a:cubicBezTo>
                    <a:pt x="730029" y="1601432"/>
                    <a:pt x="730029" y="1601432"/>
                    <a:pt x="725785" y="1601432"/>
                  </a:cubicBezTo>
                  <a:cubicBezTo>
                    <a:pt x="725785" y="1601432"/>
                    <a:pt x="721541" y="1605680"/>
                    <a:pt x="721541" y="1605680"/>
                  </a:cubicBezTo>
                  <a:cubicBezTo>
                    <a:pt x="721541" y="1609928"/>
                    <a:pt x="721541" y="1609928"/>
                    <a:pt x="721541" y="1614176"/>
                  </a:cubicBezTo>
                  <a:moveTo>
                    <a:pt x="585721" y="1440015"/>
                  </a:moveTo>
                  <a:cubicBezTo>
                    <a:pt x="585721" y="1440015"/>
                    <a:pt x="589966" y="1440015"/>
                    <a:pt x="589966" y="1440015"/>
                  </a:cubicBezTo>
                  <a:cubicBezTo>
                    <a:pt x="589966" y="1440015"/>
                    <a:pt x="589966" y="1435767"/>
                    <a:pt x="589966" y="1440015"/>
                  </a:cubicBezTo>
                  <a:cubicBezTo>
                    <a:pt x="594210" y="1440015"/>
                    <a:pt x="594210" y="1444263"/>
                    <a:pt x="594210" y="1440015"/>
                  </a:cubicBezTo>
                  <a:cubicBezTo>
                    <a:pt x="594210" y="1440015"/>
                    <a:pt x="585721" y="1440015"/>
                    <a:pt x="585721" y="1440015"/>
                  </a:cubicBezTo>
                  <a:moveTo>
                    <a:pt x="458391" y="1473997"/>
                  </a:moveTo>
                  <a:cubicBezTo>
                    <a:pt x="454146" y="1478245"/>
                    <a:pt x="466879" y="1495237"/>
                    <a:pt x="475368" y="1499484"/>
                  </a:cubicBezTo>
                  <a:cubicBezTo>
                    <a:pt x="483857" y="1503732"/>
                    <a:pt x="513567" y="1495237"/>
                    <a:pt x="522056" y="1495237"/>
                  </a:cubicBezTo>
                  <a:cubicBezTo>
                    <a:pt x="530545" y="1490989"/>
                    <a:pt x="547522" y="1473997"/>
                    <a:pt x="556011" y="1465502"/>
                  </a:cubicBezTo>
                  <a:cubicBezTo>
                    <a:pt x="560255" y="1461254"/>
                    <a:pt x="572988" y="1452758"/>
                    <a:pt x="572988" y="1452758"/>
                  </a:cubicBezTo>
                  <a:cubicBezTo>
                    <a:pt x="572988" y="1452758"/>
                    <a:pt x="556011" y="1482493"/>
                    <a:pt x="551766" y="1499484"/>
                  </a:cubicBezTo>
                  <a:cubicBezTo>
                    <a:pt x="547522" y="1512228"/>
                    <a:pt x="543278" y="1533467"/>
                    <a:pt x="551766" y="1541963"/>
                  </a:cubicBezTo>
                  <a:cubicBezTo>
                    <a:pt x="556011" y="1546211"/>
                    <a:pt x="568744" y="1546211"/>
                    <a:pt x="568744" y="1546211"/>
                  </a:cubicBezTo>
                  <a:cubicBezTo>
                    <a:pt x="572988" y="1546211"/>
                    <a:pt x="585721" y="1550458"/>
                    <a:pt x="594210" y="1554706"/>
                  </a:cubicBezTo>
                  <a:cubicBezTo>
                    <a:pt x="598454" y="1554706"/>
                    <a:pt x="602699" y="1550458"/>
                    <a:pt x="598454" y="1550458"/>
                  </a:cubicBezTo>
                  <a:cubicBezTo>
                    <a:pt x="594210" y="1546211"/>
                    <a:pt x="594210" y="1546211"/>
                    <a:pt x="589966" y="1541963"/>
                  </a:cubicBezTo>
                  <a:cubicBezTo>
                    <a:pt x="581477" y="1537715"/>
                    <a:pt x="572988" y="1533467"/>
                    <a:pt x="572988" y="1529219"/>
                  </a:cubicBezTo>
                  <a:cubicBezTo>
                    <a:pt x="572988" y="1529219"/>
                    <a:pt x="572988" y="1524971"/>
                    <a:pt x="572988" y="1516476"/>
                  </a:cubicBezTo>
                  <a:cubicBezTo>
                    <a:pt x="572988" y="1512228"/>
                    <a:pt x="572988" y="1486741"/>
                    <a:pt x="572988" y="1478245"/>
                  </a:cubicBezTo>
                  <a:cubicBezTo>
                    <a:pt x="577232" y="1469750"/>
                    <a:pt x="581477" y="1452758"/>
                    <a:pt x="581477" y="1452758"/>
                  </a:cubicBezTo>
                  <a:cubicBezTo>
                    <a:pt x="581477" y="1452758"/>
                    <a:pt x="589966" y="1452758"/>
                    <a:pt x="602699" y="1452758"/>
                  </a:cubicBezTo>
                  <a:cubicBezTo>
                    <a:pt x="615432" y="1457006"/>
                    <a:pt x="619676" y="1452758"/>
                    <a:pt x="619676" y="1452758"/>
                  </a:cubicBezTo>
                  <a:cubicBezTo>
                    <a:pt x="623920" y="1448510"/>
                    <a:pt x="623920" y="1448510"/>
                    <a:pt x="619676" y="1448510"/>
                  </a:cubicBezTo>
                  <a:cubicBezTo>
                    <a:pt x="615432" y="1444263"/>
                    <a:pt x="602699" y="1440015"/>
                    <a:pt x="602699" y="1435767"/>
                  </a:cubicBezTo>
                  <a:cubicBezTo>
                    <a:pt x="602699" y="1435767"/>
                    <a:pt x="602699" y="1435767"/>
                    <a:pt x="598454" y="1435767"/>
                  </a:cubicBezTo>
                  <a:cubicBezTo>
                    <a:pt x="598454" y="1435767"/>
                    <a:pt x="594210" y="1431519"/>
                    <a:pt x="594210" y="1431519"/>
                  </a:cubicBezTo>
                  <a:cubicBezTo>
                    <a:pt x="594210" y="1431519"/>
                    <a:pt x="594210" y="1431519"/>
                    <a:pt x="594210" y="1431519"/>
                  </a:cubicBezTo>
                  <a:cubicBezTo>
                    <a:pt x="598454" y="1427271"/>
                    <a:pt x="598454" y="1423023"/>
                    <a:pt x="598454" y="1423023"/>
                  </a:cubicBezTo>
                  <a:cubicBezTo>
                    <a:pt x="598454" y="1427271"/>
                    <a:pt x="615432" y="1427271"/>
                    <a:pt x="619676" y="1427271"/>
                  </a:cubicBezTo>
                  <a:cubicBezTo>
                    <a:pt x="623920" y="1427271"/>
                    <a:pt x="636653" y="1427271"/>
                    <a:pt x="640898" y="1423023"/>
                  </a:cubicBezTo>
                  <a:cubicBezTo>
                    <a:pt x="645142" y="1423023"/>
                    <a:pt x="649387" y="1427271"/>
                    <a:pt x="653631" y="1423023"/>
                  </a:cubicBezTo>
                  <a:cubicBezTo>
                    <a:pt x="657875" y="1423023"/>
                    <a:pt x="653631" y="1423023"/>
                    <a:pt x="657875" y="1418776"/>
                  </a:cubicBezTo>
                  <a:cubicBezTo>
                    <a:pt x="662120" y="1418776"/>
                    <a:pt x="662120" y="1414528"/>
                    <a:pt x="662120" y="1414528"/>
                  </a:cubicBezTo>
                  <a:cubicBezTo>
                    <a:pt x="662120" y="1410280"/>
                    <a:pt x="657875" y="1410280"/>
                    <a:pt x="653631" y="1410280"/>
                  </a:cubicBezTo>
                  <a:cubicBezTo>
                    <a:pt x="649387" y="1406032"/>
                    <a:pt x="645142" y="1401784"/>
                    <a:pt x="640898" y="1401784"/>
                  </a:cubicBezTo>
                  <a:cubicBezTo>
                    <a:pt x="640898" y="1401784"/>
                    <a:pt x="640898" y="1401784"/>
                    <a:pt x="636653" y="1401784"/>
                  </a:cubicBezTo>
                  <a:cubicBezTo>
                    <a:pt x="628165" y="1401784"/>
                    <a:pt x="619676" y="1397536"/>
                    <a:pt x="611187" y="1397536"/>
                  </a:cubicBezTo>
                  <a:cubicBezTo>
                    <a:pt x="606943" y="1393289"/>
                    <a:pt x="602699" y="1393289"/>
                    <a:pt x="598454" y="1389041"/>
                  </a:cubicBezTo>
                  <a:cubicBezTo>
                    <a:pt x="598454" y="1389041"/>
                    <a:pt x="598454" y="1389041"/>
                    <a:pt x="594210" y="1389041"/>
                  </a:cubicBezTo>
                  <a:cubicBezTo>
                    <a:pt x="589966" y="1389041"/>
                    <a:pt x="589966" y="1397536"/>
                    <a:pt x="589966" y="1397536"/>
                  </a:cubicBezTo>
                  <a:cubicBezTo>
                    <a:pt x="594210" y="1401784"/>
                    <a:pt x="589966" y="1401784"/>
                    <a:pt x="589966" y="1406032"/>
                  </a:cubicBezTo>
                  <a:cubicBezTo>
                    <a:pt x="594210" y="1410280"/>
                    <a:pt x="594210" y="1410280"/>
                    <a:pt x="594210" y="1410280"/>
                  </a:cubicBezTo>
                  <a:cubicBezTo>
                    <a:pt x="594210" y="1410280"/>
                    <a:pt x="589966" y="1410280"/>
                    <a:pt x="589966" y="1406032"/>
                  </a:cubicBezTo>
                  <a:cubicBezTo>
                    <a:pt x="585721" y="1406032"/>
                    <a:pt x="585721" y="1410280"/>
                    <a:pt x="581477" y="1410280"/>
                  </a:cubicBezTo>
                  <a:cubicBezTo>
                    <a:pt x="581477" y="1414528"/>
                    <a:pt x="577232" y="1418776"/>
                    <a:pt x="572988" y="1423023"/>
                  </a:cubicBezTo>
                  <a:cubicBezTo>
                    <a:pt x="572988" y="1423023"/>
                    <a:pt x="568744" y="1427271"/>
                    <a:pt x="568744" y="1427271"/>
                  </a:cubicBezTo>
                  <a:cubicBezTo>
                    <a:pt x="564499" y="1431519"/>
                    <a:pt x="556011" y="1440015"/>
                    <a:pt x="556011" y="1440015"/>
                  </a:cubicBezTo>
                  <a:cubicBezTo>
                    <a:pt x="551766" y="1440015"/>
                    <a:pt x="522056" y="1435767"/>
                    <a:pt x="513567" y="1435767"/>
                  </a:cubicBezTo>
                  <a:cubicBezTo>
                    <a:pt x="509323" y="1435767"/>
                    <a:pt x="505078" y="1423023"/>
                    <a:pt x="505078" y="1423023"/>
                  </a:cubicBezTo>
                  <a:cubicBezTo>
                    <a:pt x="500834" y="1427271"/>
                    <a:pt x="500834" y="1435767"/>
                    <a:pt x="500834" y="1435767"/>
                  </a:cubicBezTo>
                  <a:cubicBezTo>
                    <a:pt x="492345" y="1444263"/>
                    <a:pt x="496590" y="1448510"/>
                    <a:pt x="496590" y="1448510"/>
                  </a:cubicBezTo>
                  <a:cubicBezTo>
                    <a:pt x="496590" y="1448510"/>
                    <a:pt x="496590" y="1448510"/>
                    <a:pt x="500834" y="1457006"/>
                  </a:cubicBezTo>
                  <a:cubicBezTo>
                    <a:pt x="500834" y="1461254"/>
                    <a:pt x="513567" y="1465502"/>
                    <a:pt x="522056" y="1461254"/>
                  </a:cubicBezTo>
                  <a:cubicBezTo>
                    <a:pt x="530545" y="1461254"/>
                    <a:pt x="543278" y="1457006"/>
                    <a:pt x="543278" y="1457006"/>
                  </a:cubicBezTo>
                  <a:cubicBezTo>
                    <a:pt x="539033" y="1465502"/>
                    <a:pt x="534789" y="1469750"/>
                    <a:pt x="513567" y="1482493"/>
                  </a:cubicBezTo>
                  <a:cubicBezTo>
                    <a:pt x="492345" y="1495237"/>
                    <a:pt x="483857" y="1486741"/>
                    <a:pt x="475368" y="1482493"/>
                  </a:cubicBezTo>
                  <a:cubicBezTo>
                    <a:pt x="471124" y="1482493"/>
                    <a:pt x="462635" y="1473997"/>
                    <a:pt x="458391" y="1473997"/>
                  </a:cubicBezTo>
                  <a:moveTo>
                    <a:pt x="271639" y="1253110"/>
                  </a:moveTo>
                  <a:cubicBezTo>
                    <a:pt x="250417" y="1265854"/>
                    <a:pt x="250417" y="1265854"/>
                    <a:pt x="250417" y="1265854"/>
                  </a:cubicBezTo>
                  <a:cubicBezTo>
                    <a:pt x="263150" y="1291341"/>
                    <a:pt x="275883" y="1312580"/>
                    <a:pt x="288616" y="1333819"/>
                  </a:cubicBezTo>
                  <a:cubicBezTo>
                    <a:pt x="309838" y="1321075"/>
                    <a:pt x="309838" y="1321075"/>
                    <a:pt x="309838" y="1321075"/>
                  </a:cubicBezTo>
                  <a:cubicBezTo>
                    <a:pt x="297105" y="1299836"/>
                    <a:pt x="297105" y="1299836"/>
                    <a:pt x="297105" y="1299836"/>
                  </a:cubicBezTo>
                  <a:cubicBezTo>
                    <a:pt x="381992" y="1253110"/>
                    <a:pt x="381992" y="1253110"/>
                    <a:pt x="381992" y="1253110"/>
                  </a:cubicBezTo>
                  <a:cubicBezTo>
                    <a:pt x="373503" y="1244614"/>
                    <a:pt x="369259" y="1236119"/>
                    <a:pt x="365015" y="1231871"/>
                  </a:cubicBezTo>
                  <a:cubicBezTo>
                    <a:pt x="284372" y="1278597"/>
                    <a:pt x="284372" y="1278597"/>
                    <a:pt x="284372" y="1278597"/>
                  </a:cubicBezTo>
                  <a:lnTo>
                    <a:pt x="271639" y="1253110"/>
                  </a:lnTo>
                  <a:close/>
                  <a:moveTo>
                    <a:pt x="343793" y="1176649"/>
                  </a:moveTo>
                  <a:cubicBezTo>
                    <a:pt x="233440" y="1227623"/>
                    <a:pt x="233440" y="1227623"/>
                    <a:pt x="233440" y="1227623"/>
                  </a:cubicBezTo>
                  <a:cubicBezTo>
                    <a:pt x="237684" y="1236119"/>
                    <a:pt x="237684" y="1244614"/>
                    <a:pt x="241928" y="1253110"/>
                  </a:cubicBezTo>
                  <a:cubicBezTo>
                    <a:pt x="352282" y="1202136"/>
                    <a:pt x="352282" y="1202136"/>
                    <a:pt x="352282" y="1202136"/>
                  </a:cubicBezTo>
                  <a:cubicBezTo>
                    <a:pt x="348037" y="1193641"/>
                    <a:pt x="343793" y="1185145"/>
                    <a:pt x="343793" y="1176649"/>
                  </a:cubicBezTo>
                  <a:moveTo>
                    <a:pt x="280128" y="1155410"/>
                  </a:moveTo>
                  <a:cubicBezTo>
                    <a:pt x="254661" y="1155410"/>
                    <a:pt x="254661" y="1155410"/>
                    <a:pt x="254661" y="1155410"/>
                  </a:cubicBezTo>
                  <a:cubicBezTo>
                    <a:pt x="250417" y="1155410"/>
                    <a:pt x="237684" y="1159658"/>
                    <a:pt x="233440" y="1159658"/>
                  </a:cubicBezTo>
                  <a:cubicBezTo>
                    <a:pt x="233440" y="1159658"/>
                    <a:pt x="233440" y="1159658"/>
                    <a:pt x="233440" y="1159658"/>
                  </a:cubicBezTo>
                  <a:cubicBezTo>
                    <a:pt x="237684" y="1155410"/>
                    <a:pt x="246173" y="1151162"/>
                    <a:pt x="254661" y="1146914"/>
                  </a:cubicBezTo>
                  <a:cubicBezTo>
                    <a:pt x="271639" y="1134171"/>
                    <a:pt x="271639" y="1134171"/>
                    <a:pt x="271639" y="1134171"/>
                  </a:cubicBezTo>
                  <a:lnTo>
                    <a:pt x="280128" y="1155410"/>
                  </a:lnTo>
                  <a:close/>
                  <a:moveTo>
                    <a:pt x="309838" y="1083197"/>
                  </a:moveTo>
                  <a:cubicBezTo>
                    <a:pt x="203729" y="1151162"/>
                    <a:pt x="203729" y="1151162"/>
                    <a:pt x="203729" y="1151162"/>
                  </a:cubicBezTo>
                  <a:cubicBezTo>
                    <a:pt x="207973" y="1159658"/>
                    <a:pt x="212218" y="1172401"/>
                    <a:pt x="216462" y="1185145"/>
                  </a:cubicBezTo>
                  <a:cubicBezTo>
                    <a:pt x="339549" y="1172401"/>
                    <a:pt x="339549" y="1172401"/>
                    <a:pt x="339549" y="1172401"/>
                  </a:cubicBezTo>
                  <a:cubicBezTo>
                    <a:pt x="335304" y="1163906"/>
                    <a:pt x="331060" y="1155410"/>
                    <a:pt x="331060" y="1146914"/>
                  </a:cubicBezTo>
                  <a:cubicBezTo>
                    <a:pt x="301349" y="1151162"/>
                    <a:pt x="301349" y="1151162"/>
                    <a:pt x="301349" y="1151162"/>
                  </a:cubicBezTo>
                  <a:cubicBezTo>
                    <a:pt x="292861" y="1125675"/>
                    <a:pt x="292861" y="1125675"/>
                    <a:pt x="292861" y="1125675"/>
                  </a:cubicBezTo>
                  <a:cubicBezTo>
                    <a:pt x="318327" y="1108684"/>
                    <a:pt x="318327" y="1108684"/>
                    <a:pt x="318327" y="1108684"/>
                  </a:cubicBezTo>
                  <a:cubicBezTo>
                    <a:pt x="314082" y="1100188"/>
                    <a:pt x="314082" y="1091693"/>
                    <a:pt x="309838" y="1083197"/>
                  </a:cubicBezTo>
                  <a:moveTo>
                    <a:pt x="297105" y="989745"/>
                  </a:moveTo>
                  <a:cubicBezTo>
                    <a:pt x="174019" y="1010984"/>
                    <a:pt x="174019" y="1010984"/>
                    <a:pt x="174019" y="1010984"/>
                  </a:cubicBezTo>
                  <a:cubicBezTo>
                    <a:pt x="178263" y="1019479"/>
                    <a:pt x="178263" y="1027975"/>
                    <a:pt x="178263" y="1032223"/>
                  </a:cubicBezTo>
                  <a:cubicBezTo>
                    <a:pt x="207973" y="1027975"/>
                    <a:pt x="207973" y="1027975"/>
                    <a:pt x="207973" y="1027975"/>
                  </a:cubicBezTo>
                  <a:cubicBezTo>
                    <a:pt x="224951" y="1027975"/>
                    <a:pt x="241928" y="1023727"/>
                    <a:pt x="258906" y="1019479"/>
                  </a:cubicBezTo>
                  <a:cubicBezTo>
                    <a:pt x="258906" y="1019479"/>
                    <a:pt x="258906" y="1019479"/>
                    <a:pt x="258906" y="1019479"/>
                  </a:cubicBezTo>
                  <a:cubicBezTo>
                    <a:pt x="246173" y="1023727"/>
                    <a:pt x="229195" y="1032223"/>
                    <a:pt x="216462" y="1040719"/>
                  </a:cubicBezTo>
                  <a:cubicBezTo>
                    <a:pt x="182507" y="1061958"/>
                    <a:pt x="182507" y="1061958"/>
                    <a:pt x="182507" y="1061958"/>
                  </a:cubicBezTo>
                  <a:cubicBezTo>
                    <a:pt x="182507" y="1066206"/>
                    <a:pt x="182507" y="1066206"/>
                    <a:pt x="182507" y="1066206"/>
                  </a:cubicBezTo>
                  <a:cubicBezTo>
                    <a:pt x="186752" y="1074701"/>
                    <a:pt x="186752" y="1083197"/>
                    <a:pt x="190996" y="1095940"/>
                  </a:cubicBezTo>
                  <a:cubicBezTo>
                    <a:pt x="309838" y="1074701"/>
                    <a:pt x="309838" y="1074701"/>
                    <a:pt x="309838" y="1074701"/>
                  </a:cubicBezTo>
                  <a:cubicBezTo>
                    <a:pt x="305594" y="1066206"/>
                    <a:pt x="305594" y="1057710"/>
                    <a:pt x="305594" y="1049214"/>
                  </a:cubicBezTo>
                  <a:cubicBezTo>
                    <a:pt x="275883" y="1053462"/>
                    <a:pt x="275883" y="1053462"/>
                    <a:pt x="275883" y="1053462"/>
                  </a:cubicBezTo>
                  <a:cubicBezTo>
                    <a:pt x="254661" y="1057710"/>
                    <a:pt x="237684" y="1061958"/>
                    <a:pt x="220707" y="1066206"/>
                  </a:cubicBezTo>
                  <a:cubicBezTo>
                    <a:pt x="220707" y="1066206"/>
                    <a:pt x="220707" y="1066206"/>
                    <a:pt x="220707" y="1066206"/>
                  </a:cubicBezTo>
                  <a:cubicBezTo>
                    <a:pt x="233440" y="1057710"/>
                    <a:pt x="250417" y="1049214"/>
                    <a:pt x="263150" y="1040719"/>
                  </a:cubicBezTo>
                  <a:cubicBezTo>
                    <a:pt x="297105" y="1019479"/>
                    <a:pt x="297105" y="1019479"/>
                    <a:pt x="297105" y="1019479"/>
                  </a:cubicBezTo>
                  <a:cubicBezTo>
                    <a:pt x="297105" y="1006736"/>
                    <a:pt x="297105" y="998240"/>
                    <a:pt x="297105" y="989745"/>
                  </a:cubicBezTo>
                  <a:moveTo>
                    <a:pt x="246173" y="930275"/>
                  </a:moveTo>
                  <a:cubicBezTo>
                    <a:pt x="169774" y="934523"/>
                    <a:pt x="169774" y="934523"/>
                    <a:pt x="169774" y="934523"/>
                  </a:cubicBezTo>
                  <a:cubicBezTo>
                    <a:pt x="169774" y="943018"/>
                    <a:pt x="169774" y="951514"/>
                    <a:pt x="174019" y="960010"/>
                  </a:cubicBezTo>
                  <a:cubicBezTo>
                    <a:pt x="246173" y="960010"/>
                    <a:pt x="246173" y="960010"/>
                    <a:pt x="246173" y="960010"/>
                  </a:cubicBezTo>
                  <a:cubicBezTo>
                    <a:pt x="263150" y="955762"/>
                    <a:pt x="267394" y="964258"/>
                    <a:pt x="267394" y="972753"/>
                  </a:cubicBezTo>
                  <a:cubicBezTo>
                    <a:pt x="267394" y="977001"/>
                    <a:pt x="267394" y="981249"/>
                    <a:pt x="267394" y="981249"/>
                  </a:cubicBezTo>
                  <a:cubicBezTo>
                    <a:pt x="292861" y="985497"/>
                    <a:pt x="292861" y="985497"/>
                    <a:pt x="292861" y="985497"/>
                  </a:cubicBezTo>
                  <a:cubicBezTo>
                    <a:pt x="292861" y="981249"/>
                    <a:pt x="292861" y="972753"/>
                    <a:pt x="292861" y="968505"/>
                  </a:cubicBezTo>
                  <a:cubicBezTo>
                    <a:pt x="292861" y="943018"/>
                    <a:pt x="280128" y="930275"/>
                    <a:pt x="246173" y="930275"/>
                  </a:cubicBezTo>
                  <a:moveTo>
                    <a:pt x="292861" y="887797"/>
                  </a:moveTo>
                  <a:cubicBezTo>
                    <a:pt x="174019" y="883549"/>
                    <a:pt x="174019" y="883549"/>
                    <a:pt x="174019" y="883549"/>
                  </a:cubicBezTo>
                  <a:cubicBezTo>
                    <a:pt x="174019" y="892045"/>
                    <a:pt x="169774" y="900540"/>
                    <a:pt x="169774" y="913284"/>
                  </a:cubicBezTo>
                  <a:cubicBezTo>
                    <a:pt x="292861" y="917532"/>
                    <a:pt x="292861" y="917532"/>
                    <a:pt x="292861" y="917532"/>
                  </a:cubicBezTo>
                  <a:cubicBezTo>
                    <a:pt x="292861" y="909036"/>
                    <a:pt x="292861" y="900540"/>
                    <a:pt x="292861" y="887797"/>
                  </a:cubicBezTo>
                  <a:moveTo>
                    <a:pt x="305594" y="790097"/>
                  </a:moveTo>
                  <a:cubicBezTo>
                    <a:pt x="186752" y="773105"/>
                    <a:pt x="186752" y="773105"/>
                    <a:pt x="186752" y="773105"/>
                  </a:cubicBezTo>
                  <a:cubicBezTo>
                    <a:pt x="186752" y="781601"/>
                    <a:pt x="182507" y="790097"/>
                    <a:pt x="182507" y="794344"/>
                  </a:cubicBezTo>
                  <a:cubicBezTo>
                    <a:pt x="212218" y="802840"/>
                    <a:pt x="212218" y="802840"/>
                    <a:pt x="212218" y="802840"/>
                  </a:cubicBezTo>
                  <a:cubicBezTo>
                    <a:pt x="229195" y="802840"/>
                    <a:pt x="246173" y="807088"/>
                    <a:pt x="263150" y="807088"/>
                  </a:cubicBezTo>
                  <a:cubicBezTo>
                    <a:pt x="263150" y="807088"/>
                    <a:pt x="263150" y="807088"/>
                    <a:pt x="263150" y="807088"/>
                  </a:cubicBezTo>
                  <a:cubicBezTo>
                    <a:pt x="246173" y="811336"/>
                    <a:pt x="229195" y="811336"/>
                    <a:pt x="216462" y="815584"/>
                  </a:cubicBezTo>
                  <a:cubicBezTo>
                    <a:pt x="178263" y="824079"/>
                    <a:pt x="178263" y="824079"/>
                    <a:pt x="178263" y="824079"/>
                  </a:cubicBezTo>
                  <a:cubicBezTo>
                    <a:pt x="178263" y="836823"/>
                    <a:pt x="174019" y="845318"/>
                    <a:pt x="174019" y="858062"/>
                  </a:cubicBezTo>
                  <a:cubicBezTo>
                    <a:pt x="292861" y="875053"/>
                    <a:pt x="292861" y="875053"/>
                    <a:pt x="292861" y="875053"/>
                  </a:cubicBezTo>
                  <a:cubicBezTo>
                    <a:pt x="297105" y="866558"/>
                    <a:pt x="297105" y="858062"/>
                    <a:pt x="297105" y="849566"/>
                  </a:cubicBezTo>
                  <a:cubicBezTo>
                    <a:pt x="267394" y="845318"/>
                    <a:pt x="267394" y="845318"/>
                    <a:pt x="267394" y="845318"/>
                  </a:cubicBezTo>
                  <a:cubicBezTo>
                    <a:pt x="250417" y="845318"/>
                    <a:pt x="229195" y="841071"/>
                    <a:pt x="212218" y="841071"/>
                  </a:cubicBezTo>
                  <a:cubicBezTo>
                    <a:pt x="212218" y="841071"/>
                    <a:pt x="212218" y="841071"/>
                    <a:pt x="212218" y="841071"/>
                  </a:cubicBezTo>
                  <a:cubicBezTo>
                    <a:pt x="229195" y="836823"/>
                    <a:pt x="246173" y="832575"/>
                    <a:pt x="258906" y="828327"/>
                  </a:cubicBezTo>
                  <a:cubicBezTo>
                    <a:pt x="301349" y="819831"/>
                    <a:pt x="301349" y="819831"/>
                    <a:pt x="301349" y="819831"/>
                  </a:cubicBezTo>
                  <a:cubicBezTo>
                    <a:pt x="301349" y="811336"/>
                    <a:pt x="305594" y="798592"/>
                    <a:pt x="305594" y="790097"/>
                  </a:cubicBezTo>
                  <a:moveTo>
                    <a:pt x="288616" y="662662"/>
                  </a:moveTo>
                  <a:cubicBezTo>
                    <a:pt x="229195" y="641422"/>
                    <a:pt x="229195" y="641422"/>
                    <a:pt x="229195" y="641422"/>
                  </a:cubicBezTo>
                  <a:cubicBezTo>
                    <a:pt x="224951" y="649918"/>
                    <a:pt x="220707" y="658414"/>
                    <a:pt x="216462" y="666909"/>
                  </a:cubicBezTo>
                  <a:cubicBezTo>
                    <a:pt x="216462" y="666909"/>
                    <a:pt x="216462" y="666909"/>
                    <a:pt x="216462" y="666909"/>
                  </a:cubicBezTo>
                  <a:cubicBezTo>
                    <a:pt x="284372" y="688149"/>
                    <a:pt x="284372" y="688149"/>
                    <a:pt x="284372" y="688149"/>
                  </a:cubicBezTo>
                  <a:cubicBezTo>
                    <a:pt x="301349" y="696644"/>
                    <a:pt x="309838" y="705140"/>
                    <a:pt x="305594" y="713636"/>
                  </a:cubicBezTo>
                  <a:cubicBezTo>
                    <a:pt x="301349" y="722131"/>
                    <a:pt x="292861" y="726379"/>
                    <a:pt x="271639" y="717883"/>
                  </a:cubicBezTo>
                  <a:cubicBezTo>
                    <a:pt x="207973" y="696644"/>
                    <a:pt x="207973" y="696644"/>
                    <a:pt x="207973" y="696644"/>
                  </a:cubicBezTo>
                  <a:cubicBezTo>
                    <a:pt x="203729" y="705140"/>
                    <a:pt x="203729" y="713636"/>
                    <a:pt x="199485" y="722131"/>
                  </a:cubicBezTo>
                  <a:cubicBezTo>
                    <a:pt x="258906" y="743370"/>
                    <a:pt x="258906" y="743370"/>
                    <a:pt x="258906" y="743370"/>
                  </a:cubicBezTo>
                  <a:cubicBezTo>
                    <a:pt x="297105" y="756114"/>
                    <a:pt x="318327" y="747618"/>
                    <a:pt x="326815" y="722131"/>
                  </a:cubicBezTo>
                  <a:cubicBezTo>
                    <a:pt x="335304" y="696644"/>
                    <a:pt x="322571" y="675405"/>
                    <a:pt x="288616" y="662662"/>
                  </a:cubicBezTo>
                  <a:moveTo>
                    <a:pt x="386236" y="598944"/>
                  </a:moveTo>
                  <a:cubicBezTo>
                    <a:pt x="275883" y="539475"/>
                    <a:pt x="275883" y="539475"/>
                    <a:pt x="275883" y="539475"/>
                  </a:cubicBezTo>
                  <a:cubicBezTo>
                    <a:pt x="271639" y="547970"/>
                    <a:pt x="267394" y="556466"/>
                    <a:pt x="263150" y="560714"/>
                  </a:cubicBezTo>
                  <a:cubicBezTo>
                    <a:pt x="288616" y="573457"/>
                    <a:pt x="288616" y="573457"/>
                    <a:pt x="288616" y="573457"/>
                  </a:cubicBezTo>
                  <a:cubicBezTo>
                    <a:pt x="305594" y="581953"/>
                    <a:pt x="322571" y="590449"/>
                    <a:pt x="335304" y="598944"/>
                  </a:cubicBezTo>
                  <a:cubicBezTo>
                    <a:pt x="335304" y="598944"/>
                    <a:pt x="335304" y="598944"/>
                    <a:pt x="335304" y="598944"/>
                  </a:cubicBezTo>
                  <a:cubicBezTo>
                    <a:pt x="322571" y="594696"/>
                    <a:pt x="305594" y="594696"/>
                    <a:pt x="292861" y="590449"/>
                  </a:cubicBezTo>
                  <a:cubicBezTo>
                    <a:pt x="250417" y="586201"/>
                    <a:pt x="250417" y="586201"/>
                    <a:pt x="250417" y="586201"/>
                  </a:cubicBezTo>
                  <a:cubicBezTo>
                    <a:pt x="246173" y="598944"/>
                    <a:pt x="241928" y="607440"/>
                    <a:pt x="237684" y="615936"/>
                  </a:cubicBezTo>
                  <a:cubicBezTo>
                    <a:pt x="343793" y="675405"/>
                    <a:pt x="343793" y="675405"/>
                    <a:pt x="343793" y="675405"/>
                  </a:cubicBezTo>
                  <a:cubicBezTo>
                    <a:pt x="348037" y="666909"/>
                    <a:pt x="352282" y="658414"/>
                    <a:pt x="356526" y="649918"/>
                  </a:cubicBezTo>
                  <a:cubicBezTo>
                    <a:pt x="331060" y="637175"/>
                    <a:pt x="331060" y="637175"/>
                    <a:pt x="331060" y="637175"/>
                  </a:cubicBezTo>
                  <a:cubicBezTo>
                    <a:pt x="314082" y="628679"/>
                    <a:pt x="297105" y="620183"/>
                    <a:pt x="280128" y="611688"/>
                  </a:cubicBezTo>
                  <a:cubicBezTo>
                    <a:pt x="280128" y="611688"/>
                    <a:pt x="280128" y="611688"/>
                    <a:pt x="280128" y="611688"/>
                  </a:cubicBezTo>
                  <a:cubicBezTo>
                    <a:pt x="297105" y="615936"/>
                    <a:pt x="314082" y="615936"/>
                    <a:pt x="326815" y="620183"/>
                  </a:cubicBezTo>
                  <a:cubicBezTo>
                    <a:pt x="369259" y="624431"/>
                    <a:pt x="369259" y="624431"/>
                    <a:pt x="369259" y="624431"/>
                  </a:cubicBezTo>
                  <a:cubicBezTo>
                    <a:pt x="373503" y="615936"/>
                    <a:pt x="377748" y="607440"/>
                    <a:pt x="386236" y="598944"/>
                  </a:cubicBezTo>
                  <a:moveTo>
                    <a:pt x="403214" y="564962"/>
                  </a:moveTo>
                  <a:cubicBezTo>
                    <a:pt x="305594" y="496996"/>
                    <a:pt x="305594" y="496996"/>
                    <a:pt x="305594" y="496996"/>
                  </a:cubicBezTo>
                  <a:cubicBezTo>
                    <a:pt x="297105" y="505492"/>
                    <a:pt x="292861" y="513988"/>
                    <a:pt x="288616" y="518235"/>
                  </a:cubicBezTo>
                  <a:cubicBezTo>
                    <a:pt x="390481" y="586201"/>
                    <a:pt x="390481" y="586201"/>
                    <a:pt x="390481" y="586201"/>
                  </a:cubicBezTo>
                  <a:cubicBezTo>
                    <a:pt x="394725" y="581953"/>
                    <a:pt x="398970" y="573457"/>
                    <a:pt x="403214" y="564962"/>
                  </a:cubicBezTo>
                  <a:moveTo>
                    <a:pt x="441413" y="513988"/>
                  </a:moveTo>
                  <a:cubicBezTo>
                    <a:pt x="369259" y="412040"/>
                    <a:pt x="369259" y="412040"/>
                    <a:pt x="369259" y="412040"/>
                  </a:cubicBezTo>
                  <a:cubicBezTo>
                    <a:pt x="365015" y="420535"/>
                    <a:pt x="356526" y="429031"/>
                    <a:pt x="352282" y="433279"/>
                  </a:cubicBezTo>
                  <a:cubicBezTo>
                    <a:pt x="381992" y="475757"/>
                    <a:pt x="381992" y="475757"/>
                    <a:pt x="381992" y="475757"/>
                  </a:cubicBezTo>
                  <a:cubicBezTo>
                    <a:pt x="390481" y="484253"/>
                    <a:pt x="398970" y="496996"/>
                    <a:pt x="411703" y="509740"/>
                  </a:cubicBezTo>
                  <a:cubicBezTo>
                    <a:pt x="411703" y="509740"/>
                    <a:pt x="411703" y="509740"/>
                    <a:pt x="411703" y="509740"/>
                  </a:cubicBezTo>
                  <a:cubicBezTo>
                    <a:pt x="394725" y="501244"/>
                    <a:pt x="386236" y="492748"/>
                    <a:pt x="373503" y="488501"/>
                  </a:cubicBezTo>
                  <a:cubicBezTo>
                    <a:pt x="326815" y="463014"/>
                    <a:pt x="326815" y="463014"/>
                    <a:pt x="326815" y="463014"/>
                  </a:cubicBezTo>
                  <a:cubicBezTo>
                    <a:pt x="326815" y="467261"/>
                    <a:pt x="326815" y="467261"/>
                    <a:pt x="326815" y="467261"/>
                  </a:cubicBezTo>
                  <a:cubicBezTo>
                    <a:pt x="322571" y="471509"/>
                    <a:pt x="318327" y="480005"/>
                    <a:pt x="309838" y="488501"/>
                  </a:cubicBezTo>
                  <a:cubicBezTo>
                    <a:pt x="424436" y="539475"/>
                    <a:pt x="424436" y="539475"/>
                    <a:pt x="424436" y="539475"/>
                  </a:cubicBezTo>
                  <a:cubicBezTo>
                    <a:pt x="428680" y="530979"/>
                    <a:pt x="437169" y="522483"/>
                    <a:pt x="441413" y="513988"/>
                  </a:cubicBezTo>
                  <a:moveTo>
                    <a:pt x="420191" y="403544"/>
                  </a:moveTo>
                  <a:cubicBezTo>
                    <a:pt x="445657" y="378057"/>
                    <a:pt x="445657" y="378057"/>
                    <a:pt x="445657" y="378057"/>
                  </a:cubicBezTo>
                  <a:cubicBezTo>
                    <a:pt x="428680" y="356818"/>
                    <a:pt x="428680" y="356818"/>
                    <a:pt x="428680" y="356818"/>
                  </a:cubicBezTo>
                  <a:cubicBezTo>
                    <a:pt x="420191" y="361066"/>
                    <a:pt x="415947" y="369561"/>
                    <a:pt x="411703" y="373809"/>
                  </a:cubicBezTo>
                  <a:cubicBezTo>
                    <a:pt x="394725" y="386553"/>
                    <a:pt x="394725" y="386553"/>
                    <a:pt x="394725" y="386553"/>
                  </a:cubicBezTo>
                  <a:cubicBezTo>
                    <a:pt x="390481" y="390800"/>
                    <a:pt x="386236" y="399296"/>
                    <a:pt x="381992" y="403544"/>
                  </a:cubicBezTo>
                  <a:cubicBezTo>
                    <a:pt x="466879" y="492748"/>
                    <a:pt x="466879" y="492748"/>
                    <a:pt x="466879" y="492748"/>
                  </a:cubicBezTo>
                  <a:cubicBezTo>
                    <a:pt x="479612" y="475757"/>
                    <a:pt x="496590" y="458766"/>
                    <a:pt x="513567" y="446022"/>
                  </a:cubicBezTo>
                  <a:cubicBezTo>
                    <a:pt x="496590" y="424783"/>
                    <a:pt x="496590" y="424783"/>
                    <a:pt x="496590" y="424783"/>
                  </a:cubicBezTo>
                  <a:cubicBezTo>
                    <a:pt x="466879" y="454518"/>
                    <a:pt x="466879" y="454518"/>
                    <a:pt x="466879" y="454518"/>
                  </a:cubicBezTo>
                  <a:cubicBezTo>
                    <a:pt x="449902" y="437527"/>
                    <a:pt x="449902" y="437527"/>
                    <a:pt x="449902" y="437527"/>
                  </a:cubicBezTo>
                  <a:cubicBezTo>
                    <a:pt x="475368" y="412040"/>
                    <a:pt x="475368" y="412040"/>
                    <a:pt x="475368" y="412040"/>
                  </a:cubicBezTo>
                  <a:cubicBezTo>
                    <a:pt x="458391" y="390800"/>
                    <a:pt x="458391" y="390800"/>
                    <a:pt x="458391" y="390800"/>
                  </a:cubicBezTo>
                  <a:cubicBezTo>
                    <a:pt x="432924" y="416287"/>
                    <a:pt x="432924" y="416287"/>
                    <a:pt x="432924" y="416287"/>
                  </a:cubicBezTo>
                  <a:lnTo>
                    <a:pt x="420191" y="403544"/>
                  </a:lnTo>
                  <a:close/>
                  <a:moveTo>
                    <a:pt x="505078" y="361066"/>
                  </a:moveTo>
                  <a:cubicBezTo>
                    <a:pt x="500834" y="365313"/>
                    <a:pt x="500834" y="365313"/>
                    <a:pt x="500834" y="365313"/>
                  </a:cubicBezTo>
                  <a:cubicBezTo>
                    <a:pt x="483857" y="344074"/>
                    <a:pt x="483857" y="344074"/>
                    <a:pt x="483857" y="344074"/>
                  </a:cubicBezTo>
                  <a:cubicBezTo>
                    <a:pt x="483857" y="339826"/>
                    <a:pt x="488101" y="339826"/>
                    <a:pt x="492345" y="335579"/>
                  </a:cubicBezTo>
                  <a:cubicBezTo>
                    <a:pt x="496590" y="331331"/>
                    <a:pt x="505078" y="331331"/>
                    <a:pt x="509323" y="339826"/>
                  </a:cubicBezTo>
                  <a:cubicBezTo>
                    <a:pt x="513567" y="348322"/>
                    <a:pt x="513567" y="356818"/>
                    <a:pt x="505078" y="361066"/>
                  </a:cubicBezTo>
                  <a:moveTo>
                    <a:pt x="534789" y="356818"/>
                  </a:moveTo>
                  <a:cubicBezTo>
                    <a:pt x="539033" y="348322"/>
                    <a:pt x="539033" y="335579"/>
                    <a:pt x="530545" y="322835"/>
                  </a:cubicBezTo>
                  <a:cubicBezTo>
                    <a:pt x="522056" y="314339"/>
                    <a:pt x="513567" y="305844"/>
                    <a:pt x="505078" y="305844"/>
                  </a:cubicBezTo>
                  <a:cubicBezTo>
                    <a:pt x="500834" y="305844"/>
                    <a:pt x="492345" y="305844"/>
                    <a:pt x="483857" y="310092"/>
                  </a:cubicBezTo>
                  <a:cubicBezTo>
                    <a:pt x="479612" y="314339"/>
                    <a:pt x="479612" y="314339"/>
                    <a:pt x="475368" y="318587"/>
                  </a:cubicBezTo>
                  <a:cubicBezTo>
                    <a:pt x="466879" y="322835"/>
                    <a:pt x="462635" y="331331"/>
                    <a:pt x="454146" y="335579"/>
                  </a:cubicBezTo>
                  <a:cubicBezTo>
                    <a:pt x="454146" y="335579"/>
                    <a:pt x="449902" y="339826"/>
                    <a:pt x="449902" y="339826"/>
                  </a:cubicBezTo>
                  <a:cubicBezTo>
                    <a:pt x="522056" y="437527"/>
                    <a:pt x="522056" y="437527"/>
                    <a:pt x="522056" y="437527"/>
                  </a:cubicBezTo>
                  <a:cubicBezTo>
                    <a:pt x="526300" y="433279"/>
                    <a:pt x="534789" y="429031"/>
                    <a:pt x="543278" y="420535"/>
                  </a:cubicBezTo>
                  <a:cubicBezTo>
                    <a:pt x="513567" y="386553"/>
                    <a:pt x="513567" y="386553"/>
                    <a:pt x="513567" y="386553"/>
                  </a:cubicBezTo>
                  <a:cubicBezTo>
                    <a:pt x="517811" y="382305"/>
                    <a:pt x="517811" y="382305"/>
                    <a:pt x="517811" y="382305"/>
                  </a:cubicBezTo>
                  <a:cubicBezTo>
                    <a:pt x="526300" y="378057"/>
                    <a:pt x="530545" y="378057"/>
                    <a:pt x="539033" y="390800"/>
                  </a:cubicBezTo>
                  <a:cubicBezTo>
                    <a:pt x="551766" y="399296"/>
                    <a:pt x="556011" y="403544"/>
                    <a:pt x="560255" y="407792"/>
                  </a:cubicBezTo>
                  <a:cubicBezTo>
                    <a:pt x="568744" y="403544"/>
                    <a:pt x="577232" y="395048"/>
                    <a:pt x="585721" y="390800"/>
                  </a:cubicBezTo>
                  <a:cubicBezTo>
                    <a:pt x="581477" y="386553"/>
                    <a:pt x="568744" y="378057"/>
                    <a:pt x="556011" y="369561"/>
                  </a:cubicBezTo>
                  <a:cubicBezTo>
                    <a:pt x="547522" y="361066"/>
                    <a:pt x="543278" y="356818"/>
                    <a:pt x="534789" y="356818"/>
                  </a:cubicBezTo>
                  <a:close/>
                  <a:moveTo>
                    <a:pt x="577232" y="284605"/>
                  </a:moveTo>
                  <a:cubicBezTo>
                    <a:pt x="585721" y="276109"/>
                    <a:pt x="594210" y="276109"/>
                    <a:pt x="598454" y="276109"/>
                  </a:cubicBezTo>
                  <a:cubicBezTo>
                    <a:pt x="589966" y="254870"/>
                    <a:pt x="589966" y="254870"/>
                    <a:pt x="589966" y="254870"/>
                  </a:cubicBezTo>
                  <a:cubicBezTo>
                    <a:pt x="581477" y="254870"/>
                    <a:pt x="572988" y="254870"/>
                    <a:pt x="564499" y="263366"/>
                  </a:cubicBezTo>
                  <a:cubicBezTo>
                    <a:pt x="543278" y="276109"/>
                    <a:pt x="539033" y="293100"/>
                    <a:pt x="547522" y="310092"/>
                  </a:cubicBezTo>
                  <a:cubicBezTo>
                    <a:pt x="556011" y="327083"/>
                    <a:pt x="568744" y="331331"/>
                    <a:pt x="589966" y="331331"/>
                  </a:cubicBezTo>
                  <a:cubicBezTo>
                    <a:pt x="598454" y="331331"/>
                    <a:pt x="606943" y="331331"/>
                    <a:pt x="606943" y="335579"/>
                  </a:cubicBezTo>
                  <a:cubicBezTo>
                    <a:pt x="611187" y="339826"/>
                    <a:pt x="611187" y="348322"/>
                    <a:pt x="602699" y="352570"/>
                  </a:cubicBezTo>
                  <a:cubicBezTo>
                    <a:pt x="594210" y="356818"/>
                    <a:pt x="581477" y="356818"/>
                    <a:pt x="577232" y="356818"/>
                  </a:cubicBezTo>
                  <a:cubicBezTo>
                    <a:pt x="585721" y="382305"/>
                    <a:pt x="585721" y="382305"/>
                    <a:pt x="585721" y="382305"/>
                  </a:cubicBezTo>
                  <a:cubicBezTo>
                    <a:pt x="589966" y="382305"/>
                    <a:pt x="602699" y="382305"/>
                    <a:pt x="611187" y="373809"/>
                  </a:cubicBezTo>
                  <a:cubicBezTo>
                    <a:pt x="636653" y="361066"/>
                    <a:pt x="640898" y="339826"/>
                    <a:pt x="632409" y="318587"/>
                  </a:cubicBezTo>
                  <a:cubicBezTo>
                    <a:pt x="623920" y="305844"/>
                    <a:pt x="611187" y="297348"/>
                    <a:pt x="589966" y="301596"/>
                  </a:cubicBezTo>
                  <a:cubicBezTo>
                    <a:pt x="577232" y="301596"/>
                    <a:pt x="572988" y="301596"/>
                    <a:pt x="568744" y="297348"/>
                  </a:cubicBezTo>
                  <a:cubicBezTo>
                    <a:pt x="568744" y="293100"/>
                    <a:pt x="568744" y="288853"/>
                    <a:pt x="577232" y="284605"/>
                  </a:cubicBezTo>
                  <a:moveTo>
                    <a:pt x="683341" y="339826"/>
                  </a:moveTo>
                  <a:cubicBezTo>
                    <a:pt x="636653" y="229383"/>
                    <a:pt x="636653" y="229383"/>
                    <a:pt x="636653" y="229383"/>
                  </a:cubicBezTo>
                  <a:cubicBezTo>
                    <a:pt x="611187" y="237879"/>
                    <a:pt x="611187" y="237879"/>
                    <a:pt x="611187" y="237879"/>
                  </a:cubicBezTo>
                  <a:cubicBezTo>
                    <a:pt x="657875" y="352570"/>
                    <a:pt x="657875" y="352570"/>
                    <a:pt x="657875" y="352570"/>
                  </a:cubicBezTo>
                  <a:cubicBezTo>
                    <a:pt x="666364" y="348322"/>
                    <a:pt x="674853" y="344074"/>
                    <a:pt x="683341" y="339826"/>
                  </a:cubicBezTo>
                  <a:moveTo>
                    <a:pt x="738518" y="318587"/>
                  </a:moveTo>
                  <a:cubicBezTo>
                    <a:pt x="708808" y="229383"/>
                    <a:pt x="708808" y="229383"/>
                    <a:pt x="708808" y="229383"/>
                  </a:cubicBezTo>
                  <a:cubicBezTo>
                    <a:pt x="734274" y="220887"/>
                    <a:pt x="734274" y="220887"/>
                    <a:pt x="734274" y="220887"/>
                  </a:cubicBezTo>
                  <a:cubicBezTo>
                    <a:pt x="725785" y="195400"/>
                    <a:pt x="725785" y="195400"/>
                    <a:pt x="725785" y="195400"/>
                  </a:cubicBezTo>
                  <a:cubicBezTo>
                    <a:pt x="721541" y="195400"/>
                    <a:pt x="717296" y="199648"/>
                    <a:pt x="713052" y="199648"/>
                  </a:cubicBezTo>
                  <a:cubicBezTo>
                    <a:pt x="670608" y="212392"/>
                    <a:pt x="670608" y="212392"/>
                    <a:pt x="670608" y="212392"/>
                  </a:cubicBezTo>
                  <a:cubicBezTo>
                    <a:pt x="662120" y="216639"/>
                    <a:pt x="657875" y="216639"/>
                    <a:pt x="653631" y="220887"/>
                  </a:cubicBezTo>
                  <a:cubicBezTo>
                    <a:pt x="662120" y="246374"/>
                    <a:pt x="662120" y="246374"/>
                    <a:pt x="662120" y="246374"/>
                  </a:cubicBezTo>
                  <a:cubicBezTo>
                    <a:pt x="683341" y="237879"/>
                    <a:pt x="683341" y="237879"/>
                    <a:pt x="683341" y="237879"/>
                  </a:cubicBezTo>
                  <a:cubicBezTo>
                    <a:pt x="713052" y="327083"/>
                    <a:pt x="713052" y="327083"/>
                    <a:pt x="713052" y="327083"/>
                  </a:cubicBezTo>
                  <a:cubicBezTo>
                    <a:pt x="721541" y="327083"/>
                    <a:pt x="730029" y="322835"/>
                    <a:pt x="738518" y="318587"/>
                  </a:cubicBezTo>
                  <a:moveTo>
                    <a:pt x="810672" y="250622"/>
                  </a:moveTo>
                  <a:cubicBezTo>
                    <a:pt x="827650" y="174161"/>
                    <a:pt x="827650" y="174161"/>
                    <a:pt x="827650" y="174161"/>
                  </a:cubicBezTo>
                  <a:cubicBezTo>
                    <a:pt x="819161" y="178409"/>
                    <a:pt x="810672" y="178409"/>
                    <a:pt x="802183" y="178409"/>
                  </a:cubicBezTo>
                  <a:cubicBezTo>
                    <a:pt x="802183" y="178409"/>
                    <a:pt x="802183" y="178409"/>
                    <a:pt x="802183" y="178409"/>
                  </a:cubicBezTo>
                  <a:cubicBezTo>
                    <a:pt x="797939" y="208144"/>
                    <a:pt x="797939" y="208144"/>
                    <a:pt x="797939" y="208144"/>
                  </a:cubicBezTo>
                  <a:cubicBezTo>
                    <a:pt x="797939" y="216639"/>
                    <a:pt x="793695" y="225135"/>
                    <a:pt x="793695" y="233631"/>
                  </a:cubicBezTo>
                  <a:cubicBezTo>
                    <a:pt x="793695" y="233631"/>
                    <a:pt x="793695" y="233631"/>
                    <a:pt x="793695" y="233631"/>
                  </a:cubicBezTo>
                  <a:cubicBezTo>
                    <a:pt x="789450" y="225135"/>
                    <a:pt x="789450" y="220887"/>
                    <a:pt x="785206" y="212392"/>
                  </a:cubicBezTo>
                  <a:cubicBezTo>
                    <a:pt x="772473" y="186905"/>
                    <a:pt x="772473" y="186905"/>
                    <a:pt x="772473" y="186905"/>
                  </a:cubicBezTo>
                  <a:cubicBezTo>
                    <a:pt x="763984" y="186905"/>
                    <a:pt x="763984" y="186905"/>
                    <a:pt x="763984" y="186905"/>
                  </a:cubicBezTo>
                  <a:cubicBezTo>
                    <a:pt x="755495" y="186905"/>
                    <a:pt x="751251" y="191152"/>
                    <a:pt x="742762" y="191152"/>
                  </a:cubicBezTo>
                  <a:cubicBezTo>
                    <a:pt x="785206" y="259118"/>
                    <a:pt x="785206" y="259118"/>
                    <a:pt x="785206" y="259118"/>
                  </a:cubicBezTo>
                  <a:cubicBezTo>
                    <a:pt x="793695" y="305844"/>
                    <a:pt x="793695" y="305844"/>
                    <a:pt x="793695" y="305844"/>
                  </a:cubicBezTo>
                  <a:cubicBezTo>
                    <a:pt x="802183" y="305844"/>
                    <a:pt x="810672" y="301596"/>
                    <a:pt x="819161" y="301596"/>
                  </a:cubicBezTo>
                  <a:lnTo>
                    <a:pt x="810672" y="250622"/>
                  </a:lnTo>
                  <a:close/>
                  <a:moveTo>
                    <a:pt x="912537" y="293100"/>
                  </a:moveTo>
                  <a:cubicBezTo>
                    <a:pt x="904048" y="280357"/>
                    <a:pt x="895559" y="259118"/>
                    <a:pt x="895559" y="229383"/>
                  </a:cubicBezTo>
                  <a:cubicBezTo>
                    <a:pt x="895559" y="203896"/>
                    <a:pt x="895559" y="186905"/>
                    <a:pt x="904048" y="169913"/>
                  </a:cubicBezTo>
                  <a:cubicBezTo>
                    <a:pt x="895559" y="169913"/>
                    <a:pt x="891315" y="169913"/>
                    <a:pt x="887071" y="169913"/>
                  </a:cubicBezTo>
                  <a:cubicBezTo>
                    <a:pt x="878582" y="182657"/>
                    <a:pt x="874337" y="203896"/>
                    <a:pt x="874337" y="229383"/>
                  </a:cubicBezTo>
                  <a:cubicBezTo>
                    <a:pt x="874337" y="263366"/>
                    <a:pt x="882826" y="280357"/>
                    <a:pt x="891315" y="293100"/>
                  </a:cubicBezTo>
                  <a:cubicBezTo>
                    <a:pt x="895559" y="293100"/>
                    <a:pt x="895559" y="293100"/>
                    <a:pt x="899804" y="293100"/>
                  </a:cubicBezTo>
                  <a:lnTo>
                    <a:pt x="912537" y="293100"/>
                  </a:lnTo>
                  <a:close/>
                  <a:moveTo>
                    <a:pt x="971958" y="212392"/>
                  </a:moveTo>
                  <a:cubicBezTo>
                    <a:pt x="971958" y="220887"/>
                    <a:pt x="963469" y="229383"/>
                    <a:pt x="954980" y="229383"/>
                  </a:cubicBezTo>
                  <a:cubicBezTo>
                    <a:pt x="950736" y="229383"/>
                    <a:pt x="950736" y="229383"/>
                    <a:pt x="946491" y="229383"/>
                  </a:cubicBezTo>
                  <a:cubicBezTo>
                    <a:pt x="950736" y="195400"/>
                    <a:pt x="950736" y="195400"/>
                    <a:pt x="950736" y="195400"/>
                  </a:cubicBezTo>
                  <a:cubicBezTo>
                    <a:pt x="950736" y="195400"/>
                    <a:pt x="954980" y="195400"/>
                    <a:pt x="959225" y="195400"/>
                  </a:cubicBezTo>
                  <a:cubicBezTo>
                    <a:pt x="967713" y="195400"/>
                    <a:pt x="971958" y="203896"/>
                    <a:pt x="971958" y="212392"/>
                  </a:cubicBezTo>
                  <a:moveTo>
                    <a:pt x="984691" y="242126"/>
                  </a:moveTo>
                  <a:cubicBezTo>
                    <a:pt x="993179" y="237879"/>
                    <a:pt x="997424" y="225135"/>
                    <a:pt x="997424" y="212392"/>
                  </a:cubicBezTo>
                  <a:cubicBezTo>
                    <a:pt x="997424" y="199648"/>
                    <a:pt x="993179" y="186905"/>
                    <a:pt x="988935" y="182657"/>
                  </a:cubicBezTo>
                  <a:cubicBezTo>
                    <a:pt x="980446" y="174161"/>
                    <a:pt x="971958" y="174161"/>
                    <a:pt x="959225" y="169913"/>
                  </a:cubicBezTo>
                  <a:cubicBezTo>
                    <a:pt x="942247" y="169913"/>
                    <a:pt x="933758" y="169913"/>
                    <a:pt x="925270" y="169913"/>
                  </a:cubicBezTo>
                  <a:cubicBezTo>
                    <a:pt x="916781" y="293100"/>
                    <a:pt x="916781" y="293100"/>
                    <a:pt x="916781" y="293100"/>
                  </a:cubicBezTo>
                  <a:cubicBezTo>
                    <a:pt x="916781" y="293100"/>
                    <a:pt x="916781" y="293100"/>
                    <a:pt x="916781" y="293100"/>
                  </a:cubicBezTo>
                  <a:cubicBezTo>
                    <a:pt x="925270" y="293100"/>
                    <a:pt x="933758" y="293100"/>
                    <a:pt x="946491" y="293100"/>
                  </a:cubicBezTo>
                  <a:cubicBezTo>
                    <a:pt x="946491" y="254870"/>
                    <a:pt x="946491" y="254870"/>
                    <a:pt x="946491" y="254870"/>
                  </a:cubicBezTo>
                  <a:cubicBezTo>
                    <a:pt x="946491" y="254870"/>
                    <a:pt x="950736" y="254870"/>
                    <a:pt x="954980" y="254870"/>
                  </a:cubicBezTo>
                  <a:cubicBezTo>
                    <a:pt x="967713" y="254870"/>
                    <a:pt x="976202" y="250622"/>
                    <a:pt x="984691" y="242126"/>
                  </a:cubicBezTo>
                  <a:moveTo>
                    <a:pt x="1073822" y="212392"/>
                  </a:moveTo>
                  <a:cubicBezTo>
                    <a:pt x="1078067" y="186905"/>
                    <a:pt x="1078067" y="186905"/>
                    <a:pt x="1078067" y="186905"/>
                  </a:cubicBezTo>
                  <a:cubicBezTo>
                    <a:pt x="1073822" y="186905"/>
                    <a:pt x="1069578" y="186905"/>
                    <a:pt x="1061089" y="182657"/>
                  </a:cubicBezTo>
                  <a:cubicBezTo>
                    <a:pt x="1035623" y="178409"/>
                    <a:pt x="1035623" y="178409"/>
                    <a:pt x="1035623" y="178409"/>
                  </a:cubicBezTo>
                  <a:cubicBezTo>
                    <a:pt x="1031379" y="178409"/>
                    <a:pt x="1022890" y="178409"/>
                    <a:pt x="1018646" y="178409"/>
                  </a:cubicBezTo>
                  <a:cubicBezTo>
                    <a:pt x="997424" y="297348"/>
                    <a:pt x="997424" y="297348"/>
                    <a:pt x="997424" y="297348"/>
                  </a:cubicBezTo>
                  <a:cubicBezTo>
                    <a:pt x="1018646" y="301596"/>
                    <a:pt x="1039867" y="305844"/>
                    <a:pt x="1061089" y="310092"/>
                  </a:cubicBezTo>
                  <a:cubicBezTo>
                    <a:pt x="1065333" y="284605"/>
                    <a:pt x="1065333" y="284605"/>
                    <a:pt x="1065333" y="284605"/>
                  </a:cubicBezTo>
                  <a:cubicBezTo>
                    <a:pt x="1027134" y="276109"/>
                    <a:pt x="1027134" y="276109"/>
                    <a:pt x="1027134" y="276109"/>
                  </a:cubicBezTo>
                  <a:cubicBezTo>
                    <a:pt x="1031379" y="254870"/>
                    <a:pt x="1031379" y="254870"/>
                    <a:pt x="1031379" y="254870"/>
                  </a:cubicBezTo>
                  <a:cubicBezTo>
                    <a:pt x="1065333" y="259118"/>
                    <a:pt x="1065333" y="259118"/>
                    <a:pt x="1065333" y="259118"/>
                  </a:cubicBezTo>
                  <a:cubicBezTo>
                    <a:pt x="1069578" y="233631"/>
                    <a:pt x="1069578" y="233631"/>
                    <a:pt x="1069578" y="233631"/>
                  </a:cubicBezTo>
                  <a:cubicBezTo>
                    <a:pt x="1035623" y="229383"/>
                    <a:pt x="1035623" y="229383"/>
                    <a:pt x="1035623" y="229383"/>
                  </a:cubicBezTo>
                  <a:cubicBezTo>
                    <a:pt x="1039867" y="208144"/>
                    <a:pt x="1039867" y="208144"/>
                    <a:pt x="1039867" y="208144"/>
                  </a:cubicBezTo>
                  <a:lnTo>
                    <a:pt x="1073822" y="212392"/>
                  </a:lnTo>
                  <a:close/>
                  <a:moveTo>
                    <a:pt x="1095044" y="318587"/>
                  </a:moveTo>
                  <a:cubicBezTo>
                    <a:pt x="1128999" y="199648"/>
                    <a:pt x="1128999" y="199648"/>
                    <a:pt x="1128999" y="199648"/>
                  </a:cubicBezTo>
                  <a:cubicBezTo>
                    <a:pt x="1120510" y="199648"/>
                    <a:pt x="1112021" y="195400"/>
                    <a:pt x="1103533" y="195400"/>
                  </a:cubicBezTo>
                  <a:cubicBezTo>
                    <a:pt x="1069578" y="314339"/>
                    <a:pt x="1069578" y="314339"/>
                    <a:pt x="1069578" y="314339"/>
                  </a:cubicBezTo>
                  <a:cubicBezTo>
                    <a:pt x="1078067" y="314339"/>
                    <a:pt x="1086555" y="318587"/>
                    <a:pt x="1095044" y="318587"/>
                  </a:cubicBezTo>
                  <a:moveTo>
                    <a:pt x="1167198" y="293100"/>
                  </a:moveTo>
                  <a:cubicBezTo>
                    <a:pt x="1222375" y="237879"/>
                    <a:pt x="1222375" y="237879"/>
                    <a:pt x="1222375" y="237879"/>
                  </a:cubicBezTo>
                  <a:cubicBezTo>
                    <a:pt x="1213886" y="233631"/>
                    <a:pt x="1205397" y="229383"/>
                    <a:pt x="1196909" y="225135"/>
                  </a:cubicBezTo>
                  <a:cubicBezTo>
                    <a:pt x="1179931" y="246374"/>
                    <a:pt x="1179931" y="246374"/>
                    <a:pt x="1179931" y="246374"/>
                  </a:cubicBezTo>
                  <a:cubicBezTo>
                    <a:pt x="1171442" y="254870"/>
                    <a:pt x="1167198" y="259118"/>
                    <a:pt x="1162954" y="267613"/>
                  </a:cubicBezTo>
                  <a:cubicBezTo>
                    <a:pt x="1162954" y="267613"/>
                    <a:pt x="1162954" y="267613"/>
                    <a:pt x="1162954" y="267613"/>
                  </a:cubicBezTo>
                  <a:cubicBezTo>
                    <a:pt x="1162954" y="259118"/>
                    <a:pt x="1167198" y="250622"/>
                    <a:pt x="1167198" y="242126"/>
                  </a:cubicBezTo>
                  <a:cubicBezTo>
                    <a:pt x="1167198" y="212392"/>
                    <a:pt x="1167198" y="212392"/>
                    <a:pt x="1167198" y="212392"/>
                  </a:cubicBezTo>
                  <a:cubicBezTo>
                    <a:pt x="1162954" y="212392"/>
                    <a:pt x="1162954" y="212392"/>
                    <a:pt x="1162954" y="212392"/>
                  </a:cubicBezTo>
                  <a:cubicBezTo>
                    <a:pt x="1154465" y="208144"/>
                    <a:pt x="1145976" y="208144"/>
                    <a:pt x="1141732" y="203896"/>
                  </a:cubicBezTo>
                  <a:cubicBezTo>
                    <a:pt x="1141732" y="284605"/>
                    <a:pt x="1141732" y="284605"/>
                    <a:pt x="1141732" y="284605"/>
                  </a:cubicBezTo>
                  <a:cubicBezTo>
                    <a:pt x="1124754" y="327083"/>
                    <a:pt x="1124754" y="327083"/>
                    <a:pt x="1124754" y="327083"/>
                  </a:cubicBezTo>
                  <a:cubicBezTo>
                    <a:pt x="1133243" y="331331"/>
                    <a:pt x="1141732" y="335579"/>
                    <a:pt x="1150221" y="339826"/>
                  </a:cubicBezTo>
                  <a:lnTo>
                    <a:pt x="1167198" y="293100"/>
                  </a:lnTo>
                  <a:close/>
                  <a:moveTo>
                    <a:pt x="1252085" y="276109"/>
                  </a:moveTo>
                  <a:cubicBezTo>
                    <a:pt x="1247841" y="284605"/>
                    <a:pt x="1247841" y="293100"/>
                    <a:pt x="1243596" y="301596"/>
                  </a:cubicBezTo>
                  <a:cubicBezTo>
                    <a:pt x="1239352" y="322835"/>
                    <a:pt x="1239352" y="322835"/>
                    <a:pt x="1239352" y="322835"/>
                  </a:cubicBezTo>
                  <a:cubicBezTo>
                    <a:pt x="1222375" y="314339"/>
                    <a:pt x="1222375" y="314339"/>
                    <a:pt x="1222375" y="314339"/>
                  </a:cubicBezTo>
                  <a:cubicBezTo>
                    <a:pt x="1235108" y="297348"/>
                    <a:pt x="1235108" y="297348"/>
                    <a:pt x="1235108" y="297348"/>
                  </a:cubicBezTo>
                  <a:cubicBezTo>
                    <a:pt x="1239352" y="288853"/>
                    <a:pt x="1247841" y="280357"/>
                    <a:pt x="1252085" y="276109"/>
                  </a:cubicBezTo>
                  <a:close/>
                  <a:moveTo>
                    <a:pt x="1247841" y="386553"/>
                  </a:moveTo>
                  <a:cubicBezTo>
                    <a:pt x="1277551" y="263366"/>
                    <a:pt x="1277551" y="263366"/>
                    <a:pt x="1277551" y="263366"/>
                  </a:cubicBezTo>
                  <a:cubicBezTo>
                    <a:pt x="1269063" y="259118"/>
                    <a:pt x="1256330" y="254870"/>
                    <a:pt x="1247841" y="246374"/>
                  </a:cubicBezTo>
                  <a:cubicBezTo>
                    <a:pt x="1167198" y="344074"/>
                    <a:pt x="1167198" y="344074"/>
                    <a:pt x="1167198" y="344074"/>
                  </a:cubicBezTo>
                  <a:cubicBezTo>
                    <a:pt x="1175687" y="348322"/>
                    <a:pt x="1184175" y="352570"/>
                    <a:pt x="1192664" y="356818"/>
                  </a:cubicBezTo>
                  <a:cubicBezTo>
                    <a:pt x="1209642" y="335579"/>
                    <a:pt x="1209642" y="335579"/>
                    <a:pt x="1209642" y="335579"/>
                  </a:cubicBezTo>
                  <a:cubicBezTo>
                    <a:pt x="1230863" y="344074"/>
                    <a:pt x="1230863" y="344074"/>
                    <a:pt x="1230863" y="344074"/>
                  </a:cubicBezTo>
                  <a:cubicBezTo>
                    <a:pt x="1222375" y="373809"/>
                    <a:pt x="1222375" y="373809"/>
                    <a:pt x="1222375" y="373809"/>
                  </a:cubicBezTo>
                  <a:cubicBezTo>
                    <a:pt x="1230863" y="378057"/>
                    <a:pt x="1239352" y="382305"/>
                    <a:pt x="1247841" y="386553"/>
                  </a:cubicBezTo>
                  <a:moveTo>
                    <a:pt x="1319995" y="441774"/>
                  </a:moveTo>
                  <a:cubicBezTo>
                    <a:pt x="1392149" y="344074"/>
                    <a:pt x="1392149" y="344074"/>
                    <a:pt x="1392149" y="344074"/>
                  </a:cubicBezTo>
                  <a:cubicBezTo>
                    <a:pt x="1383660" y="335579"/>
                    <a:pt x="1379416" y="331331"/>
                    <a:pt x="1370927" y="327083"/>
                  </a:cubicBezTo>
                  <a:cubicBezTo>
                    <a:pt x="1353950" y="348322"/>
                    <a:pt x="1353950" y="348322"/>
                    <a:pt x="1353950" y="348322"/>
                  </a:cubicBezTo>
                  <a:cubicBezTo>
                    <a:pt x="1345461" y="365313"/>
                    <a:pt x="1336972" y="378057"/>
                    <a:pt x="1328484" y="395048"/>
                  </a:cubicBezTo>
                  <a:cubicBezTo>
                    <a:pt x="1328484" y="395048"/>
                    <a:pt x="1328484" y="395048"/>
                    <a:pt x="1328484" y="395048"/>
                  </a:cubicBezTo>
                  <a:cubicBezTo>
                    <a:pt x="1332728" y="378057"/>
                    <a:pt x="1336972" y="361066"/>
                    <a:pt x="1341217" y="348322"/>
                  </a:cubicBezTo>
                  <a:cubicBezTo>
                    <a:pt x="1349705" y="310092"/>
                    <a:pt x="1349705" y="310092"/>
                    <a:pt x="1349705" y="310092"/>
                  </a:cubicBezTo>
                  <a:cubicBezTo>
                    <a:pt x="1341217" y="301596"/>
                    <a:pt x="1332728" y="297348"/>
                    <a:pt x="1324239" y="293100"/>
                  </a:cubicBezTo>
                  <a:cubicBezTo>
                    <a:pt x="1252085" y="390800"/>
                    <a:pt x="1252085" y="390800"/>
                    <a:pt x="1252085" y="390800"/>
                  </a:cubicBezTo>
                  <a:cubicBezTo>
                    <a:pt x="1260574" y="395048"/>
                    <a:pt x="1264818" y="399296"/>
                    <a:pt x="1273307" y="403544"/>
                  </a:cubicBezTo>
                  <a:cubicBezTo>
                    <a:pt x="1290284" y="382305"/>
                    <a:pt x="1290284" y="382305"/>
                    <a:pt x="1290284" y="382305"/>
                  </a:cubicBezTo>
                  <a:cubicBezTo>
                    <a:pt x="1303017" y="365313"/>
                    <a:pt x="1311506" y="348322"/>
                    <a:pt x="1319995" y="335579"/>
                  </a:cubicBezTo>
                  <a:cubicBezTo>
                    <a:pt x="1319995" y="335579"/>
                    <a:pt x="1319995" y="335579"/>
                    <a:pt x="1319995" y="335579"/>
                  </a:cubicBezTo>
                  <a:cubicBezTo>
                    <a:pt x="1315751" y="348322"/>
                    <a:pt x="1311506" y="369561"/>
                    <a:pt x="1307262" y="382305"/>
                  </a:cubicBezTo>
                  <a:cubicBezTo>
                    <a:pt x="1298773" y="424783"/>
                    <a:pt x="1298773" y="424783"/>
                    <a:pt x="1298773" y="424783"/>
                  </a:cubicBezTo>
                  <a:cubicBezTo>
                    <a:pt x="1307262" y="429031"/>
                    <a:pt x="1311506" y="433279"/>
                    <a:pt x="1319995" y="441774"/>
                  </a:cubicBezTo>
                  <a:moveTo>
                    <a:pt x="1447326" y="437527"/>
                  </a:moveTo>
                  <a:cubicBezTo>
                    <a:pt x="1468547" y="424783"/>
                    <a:pt x="1468547" y="424783"/>
                    <a:pt x="1468547" y="424783"/>
                  </a:cubicBezTo>
                  <a:cubicBezTo>
                    <a:pt x="1468547" y="416287"/>
                    <a:pt x="1460059" y="407792"/>
                    <a:pt x="1451570" y="399296"/>
                  </a:cubicBezTo>
                  <a:cubicBezTo>
                    <a:pt x="1430348" y="378057"/>
                    <a:pt x="1396393" y="373809"/>
                    <a:pt x="1366683" y="403544"/>
                  </a:cubicBezTo>
                  <a:cubicBezTo>
                    <a:pt x="1353950" y="416287"/>
                    <a:pt x="1349705" y="429031"/>
                    <a:pt x="1349705" y="441774"/>
                  </a:cubicBezTo>
                  <a:cubicBezTo>
                    <a:pt x="1345461" y="458766"/>
                    <a:pt x="1349705" y="471509"/>
                    <a:pt x="1366683" y="484253"/>
                  </a:cubicBezTo>
                  <a:cubicBezTo>
                    <a:pt x="1375172" y="492748"/>
                    <a:pt x="1387905" y="501244"/>
                    <a:pt x="1396393" y="501244"/>
                  </a:cubicBezTo>
                  <a:cubicBezTo>
                    <a:pt x="1438837" y="458766"/>
                    <a:pt x="1438837" y="458766"/>
                    <a:pt x="1438837" y="458766"/>
                  </a:cubicBezTo>
                  <a:cubicBezTo>
                    <a:pt x="1413371" y="429031"/>
                    <a:pt x="1413371" y="429031"/>
                    <a:pt x="1413371" y="429031"/>
                  </a:cubicBezTo>
                  <a:cubicBezTo>
                    <a:pt x="1396393" y="446022"/>
                    <a:pt x="1396393" y="446022"/>
                    <a:pt x="1396393" y="446022"/>
                  </a:cubicBezTo>
                  <a:cubicBezTo>
                    <a:pt x="1404882" y="458766"/>
                    <a:pt x="1404882" y="458766"/>
                    <a:pt x="1404882" y="458766"/>
                  </a:cubicBezTo>
                  <a:cubicBezTo>
                    <a:pt x="1387905" y="471509"/>
                    <a:pt x="1387905" y="471509"/>
                    <a:pt x="1387905" y="471509"/>
                  </a:cubicBezTo>
                  <a:cubicBezTo>
                    <a:pt x="1387905" y="471509"/>
                    <a:pt x="1383660" y="471509"/>
                    <a:pt x="1383660" y="467261"/>
                  </a:cubicBezTo>
                  <a:cubicBezTo>
                    <a:pt x="1370927" y="454518"/>
                    <a:pt x="1370927" y="437527"/>
                    <a:pt x="1387905" y="420535"/>
                  </a:cubicBezTo>
                  <a:cubicBezTo>
                    <a:pt x="1404882" y="403544"/>
                    <a:pt x="1421859" y="403544"/>
                    <a:pt x="1434592" y="416287"/>
                  </a:cubicBezTo>
                  <a:cubicBezTo>
                    <a:pt x="1443081" y="424783"/>
                    <a:pt x="1447326" y="433279"/>
                    <a:pt x="1447326" y="437527"/>
                  </a:cubicBezTo>
                  <a:moveTo>
                    <a:pt x="1506747" y="581953"/>
                  </a:moveTo>
                  <a:cubicBezTo>
                    <a:pt x="1561923" y="543722"/>
                    <a:pt x="1561923" y="543722"/>
                    <a:pt x="1561923" y="543722"/>
                  </a:cubicBezTo>
                  <a:cubicBezTo>
                    <a:pt x="1557679" y="535227"/>
                    <a:pt x="1553434" y="526731"/>
                    <a:pt x="1549190" y="522483"/>
                  </a:cubicBezTo>
                  <a:cubicBezTo>
                    <a:pt x="1549190" y="522483"/>
                    <a:pt x="1549190" y="522483"/>
                    <a:pt x="1549190" y="522483"/>
                  </a:cubicBezTo>
                  <a:cubicBezTo>
                    <a:pt x="1489769" y="560714"/>
                    <a:pt x="1489769" y="560714"/>
                    <a:pt x="1489769" y="560714"/>
                  </a:cubicBezTo>
                  <a:cubicBezTo>
                    <a:pt x="1472792" y="569209"/>
                    <a:pt x="1464303" y="573457"/>
                    <a:pt x="1455814" y="564962"/>
                  </a:cubicBezTo>
                  <a:cubicBezTo>
                    <a:pt x="1451570" y="556466"/>
                    <a:pt x="1460059" y="543722"/>
                    <a:pt x="1472792" y="535227"/>
                  </a:cubicBezTo>
                  <a:cubicBezTo>
                    <a:pt x="1532213" y="492748"/>
                    <a:pt x="1532213" y="492748"/>
                    <a:pt x="1532213" y="492748"/>
                  </a:cubicBezTo>
                  <a:cubicBezTo>
                    <a:pt x="1527968" y="488501"/>
                    <a:pt x="1519480" y="480005"/>
                    <a:pt x="1515235" y="471509"/>
                  </a:cubicBezTo>
                  <a:cubicBezTo>
                    <a:pt x="1464303" y="509740"/>
                    <a:pt x="1464303" y="509740"/>
                    <a:pt x="1464303" y="509740"/>
                  </a:cubicBezTo>
                  <a:cubicBezTo>
                    <a:pt x="1430348" y="530979"/>
                    <a:pt x="1421859" y="552218"/>
                    <a:pt x="1438837" y="577705"/>
                  </a:cubicBezTo>
                  <a:cubicBezTo>
                    <a:pt x="1451570" y="598944"/>
                    <a:pt x="1477036" y="603192"/>
                    <a:pt x="1506747" y="581953"/>
                  </a:cubicBezTo>
                  <a:moveTo>
                    <a:pt x="1502502" y="696644"/>
                  </a:moveTo>
                  <a:cubicBezTo>
                    <a:pt x="1612855" y="645670"/>
                    <a:pt x="1612855" y="645670"/>
                    <a:pt x="1612855" y="645670"/>
                  </a:cubicBezTo>
                  <a:cubicBezTo>
                    <a:pt x="1608611" y="637175"/>
                    <a:pt x="1604367" y="628679"/>
                    <a:pt x="1600122" y="620183"/>
                  </a:cubicBezTo>
                  <a:cubicBezTo>
                    <a:pt x="1574656" y="632927"/>
                    <a:pt x="1574656" y="632927"/>
                    <a:pt x="1574656" y="632927"/>
                  </a:cubicBezTo>
                  <a:cubicBezTo>
                    <a:pt x="1557679" y="641422"/>
                    <a:pt x="1544946" y="649918"/>
                    <a:pt x="1527968" y="658414"/>
                  </a:cubicBezTo>
                  <a:cubicBezTo>
                    <a:pt x="1527968" y="658414"/>
                    <a:pt x="1527968" y="658414"/>
                    <a:pt x="1527968" y="658414"/>
                  </a:cubicBezTo>
                  <a:cubicBezTo>
                    <a:pt x="1540701" y="645670"/>
                    <a:pt x="1553434" y="637175"/>
                    <a:pt x="1561923" y="624431"/>
                  </a:cubicBezTo>
                  <a:cubicBezTo>
                    <a:pt x="1587389" y="594696"/>
                    <a:pt x="1587389" y="594696"/>
                    <a:pt x="1587389" y="594696"/>
                  </a:cubicBezTo>
                  <a:cubicBezTo>
                    <a:pt x="1583145" y="586201"/>
                    <a:pt x="1578901" y="573457"/>
                    <a:pt x="1574656" y="564962"/>
                  </a:cubicBezTo>
                  <a:cubicBezTo>
                    <a:pt x="1464303" y="620183"/>
                    <a:pt x="1464303" y="620183"/>
                    <a:pt x="1464303" y="620183"/>
                  </a:cubicBezTo>
                  <a:cubicBezTo>
                    <a:pt x="1468547" y="624431"/>
                    <a:pt x="1472792" y="632927"/>
                    <a:pt x="1477036" y="641422"/>
                  </a:cubicBezTo>
                  <a:cubicBezTo>
                    <a:pt x="1502502" y="628679"/>
                    <a:pt x="1502502" y="628679"/>
                    <a:pt x="1502502" y="628679"/>
                  </a:cubicBezTo>
                  <a:cubicBezTo>
                    <a:pt x="1519480" y="620183"/>
                    <a:pt x="1536457" y="611688"/>
                    <a:pt x="1553434" y="603192"/>
                  </a:cubicBezTo>
                  <a:cubicBezTo>
                    <a:pt x="1553434" y="603192"/>
                    <a:pt x="1553434" y="603192"/>
                    <a:pt x="1553434" y="603192"/>
                  </a:cubicBezTo>
                  <a:cubicBezTo>
                    <a:pt x="1540701" y="615936"/>
                    <a:pt x="1527968" y="628679"/>
                    <a:pt x="1519480" y="637175"/>
                  </a:cubicBezTo>
                  <a:cubicBezTo>
                    <a:pt x="1489769" y="671157"/>
                    <a:pt x="1489769" y="671157"/>
                    <a:pt x="1489769" y="671157"/>
                  </a:cubicBezTo>
                  <a:cubicBezTo>
                    <a:pt x="1494013" y="679653"/>
                    <a:pt x="1498258" y="688149"/>
                    <a:pt x="1502502" y="696644"/>
                  </a:cubicBezTo>
                  <a:moveTo>
                    <a:pt x="1515235" y="730627"/>
                  </a:moveTo>
                  <a:cubicBezTo>
                    <a:pt x="1629833" y="692396"/>
                    <a:pt x="1629833" y="692396"/>
                    <a:pt x="1629833" y="692396"/>
                  </a:cubicBezTo>
                  <a:cubicBezTo>
                    <a:pt x="1625589" y="683901"/>
                    <a:pt x="1621344" y="675405"/>
                    <a:pt x="1621344" y="666909"/>
                  </a:cubicBezTo>
                  <a:cubicBezTo>
                    <a:pt x="1506747" y="705140"/>
                    <a:pt x="1506747" y="705140"/>
                    <a:pt x="1506747" y="705140"/>
                  </a:cubicBezTo>
                  <a:cubicBezTo>
                    <a:pt x="1506747" y="713636"/>
                    <a:pt x="1510991" y="722131"/>
                    <a:pt x="1515235" y="730627"/>
                  </a:cubicBezTo>
                  <a:moveTo>
                    <a:pt x="1532213" y="794344"/>
                  </a:moveTo>
                  <a:cubicBezTo>
                    <a:pt x="1655299" y="794344"/>
                    <a:pt x="1655299" y="794344"/>
                    <a:pt x="1655299" y="794344"/>
                  </a:cubicBezTo>
                  <a:cubicBezTo>
                    <a:pt x="1651055" y="785849"/>
                    <a:pt x="1651055" y="777353"/>
                    <a:pt x="1651055" y="768857"/>
                  </a:cubicBezTo>
                  <a:cubicBezTo>
                    <a:pt x="1600122" y="768857"/>
                    <a:pt x="1600122" y="768857"/>
                    <a:pt x="1600122" y="768857"/>
                  </a:cubicBezTo>
                  <a:cubicBezTo>
                    <a:pt x="1587389" y="768857"/>
                    <a:pt x="1570412" y="768857"/>
                    <a:pt x="1557679" y="773105"/>
                  </a:cubicBezTo>
                  <a:cubicBezTo>
                    <a:pt x="1557679" y="773105"/>
                    <a:pt x="1557679" y="773105"/>
                    <a:pt x="1557679" y="773105"/>
                  </a:cubicBezTo>
                  <a:cubicBezTo>
                    <a:pt x="1570412" y="764610"/>
                    <a:pt x="1583145" y="760362"/>
                    <a:pt x="1595878" y="751866"/>
                  </a:cubicBezTo>
                  <a:cubicBezTo>
                    <a:pt x="1638322" y="730627"/>
                    <a:pt x="1638322" y="730627"/>
                    <a:pt x="1638322" y="730627"/>
                  </a:cubicBezTo>
                  <a:cubicBezTo>
                    <a:pt x="1638322" y="730627"/>
                    <a:pt x="1638322" y="730627"/>
                    <a:pt x="1638322" y="730627"/>
                  </a:cubicBezTo>
                  <a:cubicBezTo>
                    <a:pt x="1638322" y="722131"/>
                    <a:pt x="1634077" y="713636"/>
                    <a:pt x="1634077" y="705140"/>
                  </a:cubicBezTo>
                  <a:cubicBezTo>
                    <a:pt x="1523724" y="764610"/>
                    <a:pt x="1523724" y="764610"/>
                    <a:pt x="1523724" y="764610"/>
                  </a:cubicBezTo>
                  <a:cubicBezTo>
                    <a:pt x="1527968" y="773105"/>
                    <a:pt x="1527968" y="781601"/>
                    <a:pt x="1532213" y="794344"/>
                  </a:cubicBezTo>
                  <a:moveTo>
                    <a:pt x="1638322" y="879301"/>
                  </a:moveTo>
                  <a:cubicBezTo>
                    <a:pt x="1663788" y="875053"/>
                    <a:pt x="1663788" y="875053"/>
                    <a:pt x="1663788" y="875053"/>
                  </a:cubicBezTo>
                  <a:cubicBezTo>
                    <a:pt x="1663788" y="870805"/>
                    <a:pt x="1663788" y="862310"/>
                    <a:pt x="1663788" y="853814"/>
                  </a:cubicBezTo>
                  <a:cubicBezTo>
                    <a:pt x="1659543" y="832575"/>
                    <a:pt x="1659543" y="832575"/>
                    <a:pt x="1659543" y="832575"/>
                  </a:cubicBezTo>
                  <a:cubicBezTo>
                    <a:pt x="1659543" y="824079"/>
                    <a:pt x="1659543" y="819831"/>
                    <a:pt x="1655299" y="811336"/>
                  </a:cubicBezTo>
                  <a:cubicBezTo>
                    <a:pt x="1536457" y="828327"/>
                    <a:pt x="1536457" y="828327"/>
                    <a:pt x="1536457" y="828327"/>
                  </a:cubicBezTo>
                  <a:cubicBezTo>
                    <a:pt x="1540701" y="849566"/>
                    <a:pt x="1540701" y="870805"/>
                    <a:pt x="1544946" y="892045"/>
                  </a:cubicBezTo>
                  <a:cubicBezTo>
                    <a:pt x="1570412" y="887797"/>
                    <a:pt x="1570412" y="887797"/>
                    <a:pt x="1570412" y="887797"/>
                  </a:cubicBezTo>
                  <a:cubicBezTo>
                    <a:pt x="1566168" y="849566"/>
                    <a:pt x="1566168" y="849566"/>
                    <a:pt x="1566168" y="849566"/>
                  </a:cubicBezTo>
                  <a:cubicBezTo>
                    <a:pt x="1587389" y="845318"/>
                    <a:pt x="1587389" y="845318"/>
                    <a:pt x="1587389" y="845318"/>
                  </a:cubicBezTo>
                  <a:cubicBezTo>
                    <a:pt x="1591634" y="883549"/>
                    <a:pt x="1591634" y="883549"/>
                    <a:pt x="1591634" y="883549"/>
                  </a:cubicBezTo>
                  <a:cubicBezTo>
                    <a:pt x="1617100" y="879301"/>
                    <a:pt x="1617100" y="879301"/>
                    <a:pt x="1617100" y="879301"/>
                  </a:cubicBezTo>
                  <a:cubicBezTo>
                    <a:pt x="1612855" y="845318"/>
                    <a:pt x="1612855" y="845318"/>
                    <a:pt x="1612855" y="845318"/>
                  </a:cubicBezTo>
                  <a:cubicBezTo>
                    <a:pt x="1634077" y="841071"/>
                    <a:pt x="1634077" y="841071"/>
                    <a:pt x="1634077" y="841071"/>
                  </a:cubicBezTo>
                  <a:lnTo>
                    <a:pt x="1638322" y="879301"/>
                  </a:lnTo>
                  <a:close/>
                  <a:moveTo>
                    <a:pt x="1642566" y="938771"/>
                  </a:moveTo>
                  <a:cubicBezTo>
                    <a:pt x="1642566" y="947266"/>
                    <a:pt x="1638322" y="955762"/>
                    <a:pt x="1629833" y="955762"/>
                  </a:cubicBezTo>
                  <a:cubicBezTo>
                    <a:pt x="1617100" y="951514"/>
                    <a:pt x="1612855" y="947266"/>
                    <a:pt x="1612855" y="938771"/>
                  </a:cubicBezTo>
                  <a:cubicBezTo>
                    <a:pt x="1612855" y="930275"/>
                    <a:pt x="1612855" y="930275"/>
                    <a:pt x="1612855" y="930275"/>
                  </a:cubicBezTo>
                  <a:cubicBezTo>
                    <a:pt x="1642566" y="930275"/>
                    <a:pt x="1642566" y="930275"/>
                    <a:pt x="1642566" y="930275"/>
                  </a:cubicBezTo>
                  <a:cubicBezTo>
                    <a:pt x="1642566" y="934523"/>
                    <a:pt x="1642566" y="934523"/>
                    <a:pt x="1642566" y="938771"/>
                  </a:cubicBezTo>
                  <a:moveTo>
                    <a:pt x="1655299" y="972753"/>
                  </a:moveTo>
                  <a:cubicBezTo>
                    <a:pt x="1659543" y="964258"/>
                    <a:pt x="1663788" y="964258"/>
                    <a:pt x="1663788" y="951514"/>
                  </a:cubicBezTo>
                  <a:cubicBezTo>
                    <a:pt x="1663788" y="943018"/>
                    <a:pt x="1663788" y="943018"/>
                    <a:pt x="1663788" y="938771"/>
                  </a:cubicBezTo>
                  <a:cubicBezTo>
                    <a:pt x="1663788" y="930275"/>
                    <a:pt x="1663788" y="921779"/>
                    <a:pt x="1663788" y="913284"/>
                  </a:cubicBezTo>
                  <a:cubicBezTo>
                    <a:pt x="1663788" y="909036"/>
                    <a:pt x="1663788" y="909036"/>
                    <a:pt x="1663788" y="904788"/>
                  </a:cubicBezTo>
                  <a:cubicBezTo>
                    <a:pt x="1544946" y="904788"/>
                    <a:pt x="1544946" y="904788"/>
                    <a:pt x="1544946" y="904788"/>
                  </a:cubicBezTo>
                  <a:cubicBezTo>
                    <a:pt x="1544946" y="913284"/>
                    <a:pt x="1544946" y="921779"/>
                    <a:pt x="1544946" y="930275"/>
                  </a:cubicBezTo>
                  <a:cubicBezTo>
                    <a:pt x="1587389" y="930275"/>
                    <a:pt x="1587389" y="930275"/>
                    <a:pt x="1587389" y="930275"/>
                  </a:cubicBezTo>
                  <a:cubicBezTo>
                    <a:pt x="1587389" y="934523"/>
                    <a:pt x="1587389" y="934523"/>
                    <a:pt x="1587389" y="934523"/>
                  </a:cubicBezTo>
                  <a:cubicBezTo>
                    <a:pt x="1587389" y="943018"/>
                    <a:pt x="1587389" y="947266"/>
                    <a:pt x="1570412" y="947266"/>
                  </a:cubicBezTo>
                  <a:cubicBezTo>
                    <a:pt x="1557679" y="951514"/>
                    <a:pt x="1549190" y="951514"/>
                    <a:pt x="1544946" y="955762"/>
                  </a:cubicBezTo>
                  <a:cubicBezTo>
                    <a:pt x="1544946" y="964258"/>
                    <a:pt x="1544946" y="972753"/>
                    <a:pt x="1540701" y="981249"/>
                  </a:cubicBezTo>
                  <a:cubicBezTo>
                    <a:pt x="1549190" y="981249"/>
                    <a:pt x="1566168" y="977001"/>
                    <a:pt x="1578901" y="977001"/>
                  </a:cubicBezTo>
                  <a:cubicBezTo>
                    <a:pt x="1587389" y="972753"/>
                    <a:pt x="1595878" y="968505"/>
                    <a:pt x="1600122" y="964258"/>
                  </a:cubicBezTo>
                  <a:cubicBezTo>
                    <a:pt x="1600122" y="964258"/>
                    <a:pt x="1600122" y="964258"/>
                    <a:pt x="1600122" y="964258"/>
                  </a:cubicBezTo>
                  <a:cubicBezTo>
                    <a:pt x="1604367" y="968505"/>
                    <a:pt x="1612855" y="981249"/>
                    <a:pt x="1629833" y="981249"/>
                  </a:cubicBezTo>
                  <a:cubicBezTo>
                    <a:pt x="1642566" y="981249"/>
                    <a:pt x="1651055" y="977001"/>
                    <a:pt x="1655299" y="972753"/>
                  </a:cubicBezTo>
                  <a:moveTo>
                    <a:pt x="1646810" y="1070453"/>
                  </a:moveTo>
                  <a:cubicBezTo>
                    <a:pt x="1651055" y="1061958"/>
                    <a:pt x="1655299" y="1053462"/>
                    <a:pt x="1655299" y="1044966"/>
                  </a:cubicBezTo>
                  <a:cubicBezTo>
                    <a:pt x="1659543" y="1019479"/>
                    <a:pt x="1646810" y="1002488"/>
                    <a:pt x="1625589" y="1002488"/>
                  </a:cubicBezTo>
                  <a:cubicBezTo>
                    <a:pt x="1608611" y="998240"/>
                    <a:pt x="1595878" y="1006736"/>
                    <a:pt x="1587389" y="1023727"/>
                  </a:cubicBezTo>
                  <a:cubicBezTo>
                    <a:pt x="1583145" y="1032223"/>
                    <a:pt x="1578901" y="1036471"/>
                    <a:pt x="1570412" y="1036471"/>
                  </a:cubicBezTo>
                  <a:cubicBezTo>
                    <a:pt x="1566168" y="1036471"/>
                    <a:pt x="1561923" y="1027975"/>
                    <a:pt x="1566168" y="1019479"/>
                  </a:cubicBezTo>
                  <a:cubicBezTo>
                    <a:pt x="1566168" y="1010984"/>
                    <a:pt x="1570412" y="1002488"/>
                    <a:pt x="1574656" y="998240"/>
                  </a:cubicBezTo>
                  <a:cubicBezTo>
                    <a:pt x="1549190" y="985497"/>
                    <a:pt x="1549190" y="985497"/>
                    <a:pt x="1549190" y="985497"/>
                  </a:cubicBezTo>
                  <a:cubicBezTo>
                    <a:pt x="1544946" y="993992"/>
                    <a:pt x="1540701" y="1002488"/>
                    <a:pt x="1536457" y="1015232"/>
                  </a:cubicBezTo>
                  <a:cubicBezTo>
                    <a:pt x="1532213" y="1044966"/>
                    <a:pt x="1549190" y="1061958"/>
                    <a:pt x="1570412" y="1061958"/>
                  </a:cubicBezTo>
                  <a:cubicBezTo>
                    <a:pt x="1587389" y="1066206"/>
                    <a:pt x="1600122" y="1057710"/>
                    <a:pt x="1608611" y="1044966"/>
                  </a:cubicBezTo>
                  <a:cubicBezTo>
                    <a:pt x="1617100" y="1032223"/>
                    <a:pt x="1621344" y="1027975"/>
                    <a:pt x="1625589" y="1027975"/>
                  </a:cubicBezTo>
                  <a:cubicBezTo>
                    <a:pt x="1629833" y="1027975"/>
                    <a:pt x="1634077" y="1032223"/>
                    <a:pt x="1634077" y="1040719"/>
                  </a:cubicBezTo>
                  <a:cubicBezTo>
                    <a:pt x="1629833" y="1049214"/>
                    <a:pt x="1625589" y="1057710"/>
                    <a:pt x="1625589" y="1061958"/>
                  </a:cubicBezTo>
                  <a:lnTo>
                    <a:pt x="1646810" y="1070453"/>
                  </a:lnTo>
                  <a:close/>
                  <a:moveTo>
                    <a:pt x="1523724" y="1091693"/>
                  </a:moveTo>
                  <a:cubicBezTo>
                    <a:pt x="1642566" y="1121427"/>
                    <a:pt x="1642566" y="1121427"/>
                    <a:pt x="1642566" y="1121427"/>
                  </a:cubicBezTo>
                  <a:cubicBezTo>
                    <a:pt x="1646810" y="1095940"/>
                    <a:pt x="1646810" y="1095940"/>
                    <a:pt x="1646810" y="1095940"/>
                  </a:cubicBezTo>
                  <a:cubicBezTo>
                    <a:pt x="1527968" y="1066206"/>
                    <a:pt x="1527968" y="1066206"/>
                    <a:pt x="1527968" y="1066206"/>
                  </a:cubicBezTo>
                  <a:cubicBezTo>
                    <a:pt x="1527968" y="1074701"/>
                    <a:pt x="1527968" y="1083197"/>
                    <a:pt x="1523724" y="1091693"/>
                  </a:cubicBezTo>
                  <a:moveTo>
                    <a:pt x="1587389" y="1206384"/>
                  </a:moveTo>
                  <a:cubicBezTo>
                    <a:pt x="1608611" y="1214880"/>
                    <a:pt x="1608611" y="1214880"/>
                    <a:pt x="1608611" y="1214880"/>
                  </a:cubicBezTo>
                  <a:cubicBezTo>
                    <a:pt x="1612855" y="1210632"/>
                    <a:pt x="1612855" y="1206384"/>
                    <a:pt x="1617100" y="1202136"/>
                  </a:cubicBezTo>
                  <a:cubicBezTo>
                    <a:pt x="1629833" y="1159658"/>
                    <a:pt x="1629833" y="1159658"/>
                    <a:pt x="1629833" y="1159658"/>
                  </a:cubicBezTo>
                  <a:cubicBezTo>
                    <a:pt x="1634077" y="1151162"/>
                    <a:pt x="1634077" y="1146914"/>
                    <a:pt x="1634077" y="1142667"/>
                  </a:cubicBezTo>
                  <a:cubicBezTo>
                    <a:pt x="1608611" y="1134171"/>
                    <a:pt x="1608611" y="1134171"/>
                    <a:pt x="1608611" y="1134171"/>
                  </a:cubicBezTo>
                  <a:cubicBezTo>
                    <a:pt x="1604367" y="1155410"/>
                    <a:pt x="1604367" y="1155410"/>
                    <a:pt x="1604367" y="1155410"/>
                  </a:cubicBezTo>
                  <a:cubicBezTo>
                    <a:pt x="1515235" y="1125675"/>
                    <a:pt x="1515235" y="1125675"/>
                    <a:pt x="1515235" y="1125675"/>
                  </a:cubicBezTo>
                  <a:cubicBezTo>
                    <a:pt x="1510991" y="1134171"/>
                    <a:pt x="1506747" y="1142667"/>
                    <a:pt x="1506747" y="1151162"/>
                  </a:cubicBezTo>
                  <a:cubicBezTo>
                    <a:pt x="1595878" y="1180897"/>
                    <a:pt x="1595878" y="1180897"/>
                    <a:pt x="1595878" y="1180897"/>
                  </a:cubicBezTo>
                  <a:lnTo>
                    <a:pt x="1587389" y="1206384"/>
                  </a:lnTo>
                  <a:close/>
                  <a:moveTo>
                    <a:pt x="1515235" y="1248862"/>
                  </a:moveTo>
                  <a:cubicBezTo>
                    <a:pt x="1566168" y="1312580"/>
                    <a:pt x="1566168" y="1312580"/>
                    <a:pt x="1566168" y="1312580"/>
                  </a:cubicBezTo>
                  <a:cubicBezTo>
                    <a:pt x="1570412" y="1304084"/>
                    <a:pt x="1574656" y="1295588"/>
                    <a:pt x="1578901" y="1287093"/>
                  </a:cubicBezTo>
                  <a:cubicBezTo>
                    <a:pt x="1578901" y="1282845"/>
                    <a:pt x="1578901" y="1282845"/>
                    <a:pt x="1578901" y="1282845"/>
                  </a:cubicBezTo>
                  <a:cubicBezTo>
                    <a:pt x="1557679" y="1265854"/>
                    <a:pt x="1557679" y="1265854"/>
                    <a:pt x="1557679" y="1265854"/>
                  </a:cubicBezTo>
                  <a:cubicBezTo>
                    <a:pt x="1549190" y="1257358"/>
                    <a:pt x="1544946" y="1253110"/>
                    <a:pt x="1540701" y="1248862"/>
                  </a:cubicBezTo>
                  <a:cubicBezTo>
                    <a:pt x="1540701" y="1248862"/>
                    <a:pt x="1540701" y="1248862"/>
                    <a:pt x="1540701" y="1248862"/>
                  </a:cubicBezTo>
                  <a:cubicBezTo>
                    <a:pt x="1549190" y="1248862"/>
                    <a:pt x="1553434" y="1253110"/>
                    <a:pt x="1561923" y="1253110"/>
                  </a:cubicBezTo>
                  <a:cubicBezTo>
                    <a:pt x="1591634" y="1257358"/>
                    <a:pt x="1591634" y="1257358"/>
                    <a:pt x="1591634" y="1257358"/>
                  </a:cubicBezTo>
                  <a:cubicBezTo>
                    <a:pt x="1595878" y="1253110"/>
                    <a:pt x="1595878" y="1253110"/>
                    <a:pt x="1595878" y="1253110"/>
                  </a:cubicBezTo>
                  <a:cubicBezTo>
                    <a:pt x="1600122" y="1244614"/>
                    <a:pt x="1600122" y="1236119"/>
                    <a:pt x="1604367" y="1231871"/>
                  </a:cubicBezTo>
                  <a:cubicBezTo>
                    <a:pt x="1527968" y="1223375"/>
                    <a:pt x="1527968" y="1223375"/>
                    <a:pt x="1527968" y="1223375"/>
                  </a:cubicBezTo>
                  <a:cubicBezTo>
                    <a:pt x="1485525" y="1202136"/>
                    <a:pt x="1485525" y="1202136"/>
                    <a:pt x="1485525" y="1202136"/>
                  </a:cubicBezTo>
                  <a:cubicBezTo>
                    <a:pt x="1481280" y="1210632"/>
                    <a:pt x="1477036" y="1219128"/>
                    <a:pt x="1472792" y="1227623"/>
                  </a:cubicBezTo>
                  <a:lnTo>
                    <a:pt x="1515235" y="1248862"/>
                  </a:lnTo>
                  <a:close/>
                  <a:moveTo>
                    <a:pt x="1494013" y="1316828"/>
                  </a:moveTo>
                  <a:cubicBezTo>
                    <a:pt x="1515235" y="1329571"/>
                    <a:pt x="1536457" y="1333819"/>
                    <a:pt x="1549190" y="1338067"/>
                  </a:cubicBezTo>
                  <a:cubicBezTo>
                    <a:pt x="1553434" y="1329571"/>
                    <a:pt x="1557679" y="1325323"/>
                    <a:pt x="1557679" y="1321075"/>
                  </a:cubicBezTo>
                  <a:cubicBezTo>
                    <a:pt x="1544946" y="1316828"/>
                    <a:pt x="1523724" y="1312580"/>
                    <a:pt x="1502502" y="1299836"/>
                  </a:cubicBezTo>
                  <a:cubicBezTo>
                    <a:pt x="1481280" y="1282845"/>
                    <a:pt x="1464303" y="1265854"/>
                    <a:pt x="1455814" y="1253110"/>
                  </a:cubicBezTo>
                  <a:cubicBezTo>
                    <a:pt x="1455814" y="1253110"/>
                    <a:pt x="1455814" y="1253110"/>
                    <a:pt x="1455814" y="1253110"/>
                  </a:cubicBezTo>
                  <a:cubicBezTo>
                    <a:pt x="1455814" y="1257358"/>
                    <a:pt x="1451570" y="1261606"/>
                    <a:pt x="1447326" y="1270101"/>
                  </a:cubicBezTo>
                  <a:cubicBezTo>
                    <a:pt x="1455814" y="1282845"/>
                    <a:pt x="1468547" y="1299836"/>
                    <a:pt x="1494013" y="1316828"/>
                  </a:cubicBezTo>
                  <a:moveTo>
                    <a:pt x="1718964" y="930275"/>
                  </a:moveTo>
                  <a:cubicBezTo>
                    <a:pt x="1718964" y="1380545"/>
                    <a:pt x="1362438" y="1741611"/>
                    <a:pt x="921025" y="1741611"/>
                  </a:cubicBezTo>
                  <a:cubicBezTo>
                    <a:pt x="475368" y="1741611"/>
                    <a:pt x="118842" y="1380545"/>
                    <a:pt x="118842" y="930275"/>
                  </a:cubicBezTo>
                  <a:cubicBezTo>
                    <a:pt x="118842" y="480005"/>
                    <a:pt x="475368" y="114691"/>
                    <a:pt x="921025" y="114691"/>
                  </a:cubicBezTo>
                  <a:cubicBezTo>
                    <a:pt x="1362438" y="114691"/>
                    <a:pt x="1718964" y="480005"/>
                    <a:pt x="1718964" y="930275"/>
                  </a:cubicBezTo>
                  <a:moveTo>
                    <a:pt x="1774141" y="815584"/>
                  </a:moveTo>
                  <a:cubicBezTo>
                    <a:pt x="1731697" y="764610"/>
                    <a:pt x="1731697" y="764610"/>
                    <a:pt x="1731697" y="764610"/>
                  </a:cubicBezTo>
                  <a:cubicBezTo>
                    <a:pt x="1752919" y="700892"/>
                    <a:pt x="1752919" y="700892"/>
                    <a:pt x="1752919" y="700892"/>
                  </a:cubicBezTo>
                  <a:cubicBezTo>
                    <a:pt x="1701987" y="658414"/>
                    <a:pt x="1701987" y="658414"/>
                    <a:pt x="1701987" y="658414"/>
                  </a:cubicBezTo>
                  <a:cubicBezTo>
                    <a:pt x="1718964" y="594696"/>
                    <a:pt x="1718964" y="594696"/>
                    <a:pt x="1718964" y="594696"/>
                  </a:cubicBezTo>
                  <a:cubicBezTo>
                    <a:pt x="1663788" y="556466"/>
                    <a:pt x="1663788" y="556466"/>
                    <a:pt x="1663788" y="556466"/>
                  </a:cubicBezTo>
                  <a:cubicBezTo>
                    <a:pt x="1668032" y="488501"/>
                    <a:pt x="1668032" y="488501"/>
                    <a:pt x="1668032" y="488501"/>
                  </a:cubicBezTo>
                  <a:cubicBezTo>
                    <a:pt x="1608611" y="463014"/>
                    <a:pt x="1608611" y="463014"/>
                    <a:pt x="1608611" y="463014"/>
                  </a:cubicBezTo>
                  <a:cubicBezTo>
                    <a:pt x="1604367" y="395048"/>
                    <a:pt x="1604367" y="395048"/>
                    <a:pt x="1604367" y="395048"/>
                  </a:cubicBezTo>
                  <a:cubicBezTo>
                    <a:pt x="1540701" y="373809"/>
                    <a:pt x="1540701" y="373809"/>
                    <a:pt x="1540701" y="373809"/>
                  </a:cubicBezTo>
                  <a:cubicBezTo>
                    <a:pt x="1532213" y="310092"/>
                    <a:pt x="1532213" y="310092"/>
                    <a:pt x="1532213" y="310092"/>
                  </a:cubicBezTo>
                  <a:cubicBezTo>
                    <a:pt x="1464303" y="297348"/>
                    <a:pt x="1464303" y="297348"/>
                    <a:pt x="1464303" y="297348"/>
                  </a:cubicBezTo>
                  <a:cubicBezTo>
                    <a:pt x="1443081" y="233631"/>
                    <a:pt x="1443081" y="233631"/>
                    <a:pt x="1443081" y="233631"/>
                  </a:cubicBezTo>
                  <a:cubicBezTo>
                    <a:pt x="1379416" y="229383"/>
                    <a:pt x="1379416" y="229383"/>
                    <a:pt x="1379416" y="229383"/>
                  </a:cubicBezTo>
                  <a:cubicBezTo>
                    <a:pt x="1349705" y="169913"/>
                    <a:pt x="1349705" y="169913"/>
                    <a:pt x="1349705" y="169913"/>
                  </a:cubicBezTo>
                  <a:cubicBezTo>
                    <a:pt x="1286040" y="174161"/>
                    <a:pt x="1286040" y="174161"/>
                    <a:pt x="1286040" y="174161"/>
                  </a:cubicBezTo>
                  <a:cubicBezTo>
                    <a:pt x="1247841" y="118939"/>
                    <a:pt x="1247841" y="118939"/>
                    <a:pt x="1247841" y="118939"/>
                  </a:cubicBezTo>
                  <a:cubicBezTo>
                    <a:pt x="1184175" y="131683"/>
                    <a:pt x="1184175" y="131683"/>
                    <a:pt x="1184175" y="131683"/>
                  </a:cubicBezTo>
                  <a:cubicBezTo>
                    <a:pt x="1141732" y="80709"/>
                    <a:pt x="1141732" y="80709"/>
                    <a:pt x="1141732" y="80709"/>
                  </a:cubicBezTo>
                  <a:cubicBezTo>
                    <a:pt x="1082311" y="101948"/>
                    <a:pt x="1082311" y="101948"/>
                    <a:pt x="1082311" y="101948"/>
                  </a:cubicBezTo>
                  <a:cubicBezTo>
                    <a:pt x="1031379" y="59470"/>
                    <a:pt x="1031379" y="59470"/>
                    <a:pt x="1031379" y="59470"/>
                  </a:cubicBezTo>
                  <a:cubicBezTo>
                    <a:pt x="971958" y="89204"/>
                    <a:pt x="971958" y="89204"/>
                    <a:pt x="971958" y="89204"/>
                  </a:cubicBezTo>
                  <a:cubicBezTo>
                    <a:pt x="916781" y="50974"/>
                    <a:pt x="916781" y="50974"/>
                    <a:pt x="916781" y="50974"/>
                  </a:cubicBezTo>
                  <a:cubicBezTo>
                    <a:pt x="870093" y="84957"/>
                    <a:pt x="870093" y="84957"/>
                    <a:pt x="870093" y="84957"/>
                  </a:cubicBezTo>
                  <a:cubicBezTo>
                    <a:pt x="865849" y="89204"/>
                    <a:pt x="865849" y="89204"/>
                    <a:pt x="865849" y="89204"/>
                  </a:cubicBezTo>
                  <a:cubicBezTo>
                    <a:pt x="806428" y="59470"/>
                    <a:pt x="806428" y="59470"/>
                    <a:pt x="806428" y="59470"/>
                  </a:cubicBezTo>
                  <a:cubicBezTo>
                    <a:pt x="755495" y="101948"/>
                    <a:pt x="755495" y="101948"/>
                    <a:pt x="755495" y="101948"/>
                  </a:cubicBezTo>
                  <a:cubicBezTo>
                    <a:pt x="696074" y="80709"/>
                    <a:pt x="696074" y="80709"/>
                    <a:pt x="696074" y="80709"/>
                  </a:cubicBezTo>
                  <a:cubicBezTo>
                    <a:pt x="653631" y="131683"/>
                    <a:pt x="653631" y="131683"/>
                    <a:pt x="653631" y="131683"/>
                  </a:cubicBezTo>
                  <a:cubicBezTo>
                    <a:pt x="585721" y="118939"/>
                    <a:pt x="585721" y="118939"/>
                    <a:pt x="585721" y="118939"/>
                  </a:cubicBezTo>
                  <a:cubicBezTo>
                    <a:pt x="551766" y="174161"/>
                    <a:pt x="551766" y="174161"/>
                    <a:pt x="551766" y="174161"/>
                  </a:cubicBezTo>
                  <a:cubicBezTo>
                    <a:pt x="488101" y="169913"/>
                    <a:pt x="488101" y="169913"/>
                    <a:pt x="488101" y="169913"/>
                  </a:cubicBezTo>
                  <a:cubicBezTo>
                    <a:pt x="458391" y="229383"/>
                    <a:pt x="458391" y="229383"/>
                    <a:pt x="458391" y="229383"/>
                  </a:cubicBezTo>
                  <a:cubicBezTo>
                    <a:pt x="390481" y="233631"/>
                    <a:pt x="390481" y="233631"/>
                    <a:pt x="390481" y="233631"/>
                  </a:cubicBezTo>
                  <a:cubicBezTo>
                    <a:pt x="373503" y="297348"/>
                    <a:pt x="373503" y="297348"/>
                    <a:pt x="373503" y="297348"/>
                  </a:cubicBezTo>
                  <a:cubicBezTo>
                    <a:pt x="305594" y="310092"/>
                    <a:pt x="305594" y="310092"/>
                    <a:pt x="305594" y="310092"/>
                  </a:cubicBezTo>
                  <a:cubicBezTo>
                    <a:pt x="297105" y="373809"/>
                    <a:pt x="297105" y="373809"/>
                    <a:pt x="297105" y="373809"/>
                  </a:cubicBezTo>
                  <a:cubicBezTo>
                    <a:pt x="233440" y="395048"/>
                    <a:pt x="233440" y="395048"/>
                    <a:pt x="233440" y="395048"/>
                  </a:cubicBezTo>
                  <a:cubicBezTo>
                    <a:pt x="229195" y="463014"/>
                    <a:pt x="229195" y="463014"/>
                    <a:pt x="229195" y="463014"/>
                  </a:cubicBezTo>
                  <a:cubicBezTo>
                    <a:pt x="169774" y="488501"/>
                    <a:pt x="169774" y="488501"/>
                    <a:pt x="169774" y="488501"/>
                  </a:cubicBezTo>
                  <a:cubicBezTo>
                    <a:pt x="174019" y="556466"/>
                    <a:pt x="174019" y="556466"/>
                    <a:pt x="174019" y="556466"/>
                  </a:cubicBezTo>
                  <a:cubicBezTo>
                    <a:pt x="118842" y="594696"/>
                    <a:pt x="118842" y="594696"/>
                    <a:pt x="118842" y="594696"/>
                  </a:cubicBezTo>
                  <a:cubicBezTo>
                    <a:pt x="131575" y="658414"/>
                    <a:pt x="131575" y="658414"/>
                    <a:pt x="131575" y="658414"/>
                  </a:cubicBezTo>
                  <a:cubicBezTo>
                    <a:pt x="84887" y="700892"/>
                    <a:pt x="84887" y="700892"/>
                    <a:pt x="84887" y="700892"/>
                  </a:cubicBezTo>
                  <a:cubicBezTo>
                    <a:pt x="106109" y="764610"/>
                    <a:pt x="106109" y="764610"/>
                    <a:pt x="106109" y="764610"/>
                  </a:cubicBezTo>
                  <a:cubicBezTo>
                    <a:pt x="59421" y="815584"/>
                    <a:pt x="59421" y="815584"/>
                    <a:pt x="59421" y="815584"/>
                  </a:cubicBezTo>
                  <a:cubicBezTo>
                    <a:pt x="89131" y="875053"/>
                    <a:pt x="89131" y="875053"/>
                    <a:pt x="89131" y="875053"/>
                  </a:cubicBezTo>
                  <a:cubicBezTo>
                    <a:pt x="55177" y="930275"/>
                    <a:pt x="55177" y="930275"/>
                    <a:pt x="55177" y="930275"/>
                  </a:cubicBezTo>
                  <a:cubicBezTo>
                    <a:pt x="89131" y="985497"/>
                    <a:pt x="89131" y="985497"/>
                    <a:pt x="89131" y="985497"/>
                  </a:cubicBezTo>
                  <a:cubicBezTo>
                    <a:pt x="59421" y="1044966"/>
                    <a:pt x="59421" y="1044966"/>
                    <a:pt x="59421" y="1044966"/>
                  </a:cubicBezTo>
                  <a:cubicBezTo>
                    <a:pt x="106109" y="1091693"/>
                    <a:pt x="106109" y="1091693"/>
                    <a:pt x="106109" y="1091693"/>
                  </a:cubicBezTo>
                  <a:cubicBezTo>
                    <a:pt x="84887" y="1155410"/>
                    <a:pt x="84887" y="1155410"/>
                    <a:pt x="84887" y="1155410"/>
                  </a:cubicBezTo>
                  <a:cubicBezTo>
                    <a:pt x="131575" y="1197888"/>
                    <a:pt x="131575" y="1197888"/>
                    <a:pt x="131575" y="1197888"/>
                  </a:cubicBezTo>
                  <a:cubicBezTo>
                    <a:pt x="118842" y="1265854"/>
                    <a:pt x="118842" y="1265854"/>
                    <a:pt x="118842" y="1265854"/>
                  </a:cubicBezTo>
                  <a:cubicBezTo>
                    <a:pt x="174019" y="1299836"/>
                    <a:pt x="174019" y="1299836"/>
                    <a:pt x="174019" y="1299836"/>
                  </a:cubicBezTo>
                  <a:cubicBezTo>
                    <a:pt x="169774" y="1367802"/>
                    <a:pt x="169774" y="1367802"/>
                    <a:pt x="169774" y="1367802"/>
                  </a:cubicBezTo>
                  <a:cubicBezTo>
                    <a:pt x="229195" y="1397536"/>
                    <a:pt x="229195" y="1397536"/>
                    <a:pt x="229195" y="1397536"/>
                  </a:cubicBezTo>
                  <a:cubicBezTo>
                    <a:pt x="233440" y="1461254"/>
                    <a:pt x="233440" y="1461254"/>
                    <a:pt x="233440" y="1461254"/>
                  </a:cubicBezTo>
                  <a:cubicBezTo>
                    <a:pt x="297105" y="1482493"/>
                    <a:pt x="297105" y="1482493"/>
                    <a:pt x="297105" y="1482493"/>
                  </a:cubicBezTo>
                  <a:cubicBezTo>
                    <a:pt x="305594" y="1550458"/>
                    <a:pt x="305594" y="1550458"/>
                    <a:pt x="305594" y="1550458"/>
                  </a:cubicBezTo>
                  <a:cubicBezTo>
                    <a:pt x="373503" y="1563202"/>
                    <a:pt x="373503" y="1563202"/>
                    <a:pt x="373503" y="1563202"/>
                  </a:cubicBezTo>
                  <a:cubicBezTo>
                    <a:pt x="390481" y="1626919"/>
                    <a:pt x="390481" y="1626919"/>
                    <a:pt x="390481" y="1626919"/>
                  </a:cubicBezTo>
                  <a:cubicBezTo>
                    <a:pt x="458391" y="1626919"/>
                    <a:pt x="458391" y="1626919"/>
                    <a:pt x="458391" y="1626919"/>
                  </a:cubicBezTo>
                  <a:cubicBezTo>
                    <a:pt x="488101" y="1690637"/>
                    <a:pt x="488101" y="1690637"/>
                    <a:pt x="488101" y="1690637"/>
                  </a:cubicBezTo>
                  <a:cubicBezTo>
                    <a:pt x="551766" y="1682141"/>
                    <a:pt x="551766" y="1682141"/>
                    <a:pt x="551766" y="1682141"/>
                  </a:cubicBezTo>
                  <a:cubicBezTo>
                    <a:pt x="585721" y="1741611"/>
                    <a:pt x="585721" y="1741611"/>
                    <a:pt x="585721" y="1741611"/>
                  </a:cubicBezTo>
                  <a:cubicBezTo>
                    <a:pt x="653631" y="1724619"/>
                    <a:pt x="653631" y="1724619"/>
                    <a:pt x="653631" y="1724619"/>
                  </a:cubicBezTo>
                  <a:cubicBezTo>
                    <a:pt x="696074" y="1775593"/>
                    <a:pt x="696074" y="1775593"/>
                    <a:pt x="696074" y="1775593"/>
                  </a:cubicBezTo>
                  <a:cubicBezTo>
                    <a:pt x="755495" y="1754354"/>
                    <a:pt x="755495" y="1754354"/>
                    <a:pt x="755495" y="1754354"/>
                  </a:cubicBezTo>
                  <a:cubicBezTo>
                    <a:pt x="806428" y="1801080"/>
                    <a:pt x="806428" y="1801080"/>
                    <a:pt x="806428" y="1801080"/>
                  </a:cubicBezTo>
                  <a:cubicBezTo>
                    <a:pt x="865849" y="1767098"/>
                    <a:pt x="865849" y="1767098"/>
                    <a:pt x="865849" y="1767098"/>
                  </a:cubicBezTo>
                  <a:cubicBezTo>
                    <a:pt x="916781" y="1805328"/>
                    <a:pt x="916781" y="1805328"/>
                    <a:pt x="916781" y="1805328"/>
                  </a:cubicBezTo>
                  <a:cubicBezTo>
                    <a:pt x="971958" y="1767098"/>
                    <a:pt x="971958" y="1767098"/>
                    <a:pt x="971958" y="1767098"/>
                  </a:cubicBezTo>
                  <a:cubicBezTo>
                    <a:pt x="1031379" y="1801080"/>
                    <a:pt x="1031379" y="1801080"/>
                    <a:pt x="1031379" y="1801080"/>
                  </a:cubicBezTo>
                  <a:cubicBezTo>
                    <a:pt x="1082311" y="1754354"/>
                    <a:pt x="1082311" y="1754354"/>
                    <a:pt x="1082311" y="1754354"/>
                  </a:cubicBezTo>
                  <a:cubicBezTo>
                    <a:pt x="1141732" y="1775593"/>
                    <a:pt x="1141732" y="1775593"/>
                    <a:pt x="1141732" y="1775593"/>
                  </a:cubicBezTo>
                  <a:cubicBezTo>
                    <a:pt x="1184175" y="1724619"/>
                    <a:pt x="1184175" y="1724619"/>
                    <a:pt x="1184175" y="1724619"/>
                  </a:cubicBezTo>
                  <a:cubicBezTo>
                    <a:pt x="1247841" y="1741611"/>
                    <a:pt x="1247841" y="1741611"/>
                    <a:pt x="1247841" y="1741611"/>
                  </a:cubicBezTo>
                  <a:cubicBezTo>
                    <a:pt x="1286040" y="1682141"/>
                    <a:pt x="1286040" y="1682141"/>
                    <a:pt x="1286040" y="1682141"/>
                  </a:cubicBezTo>
                  <a:cubicBezTo>
                    <a:pt x="1349705" y="1690637"/>
                    <a:pt x="1349705" y="1690637"/>
                    <a:pt x="1349705" y="1690637"/>
                  </a:cubicBezTo>
                  <a:cubicBezTo>
                    <a:pt x="1379416" y="1626919"/>
                    <a:pt x="1379416" y="1626919"/>
                    <a:pt x="1379416" y="1626919"/>
                  </a:cubicBezTo>
                  <a:cubicBezTo>
                    <a:pt x="1443081" y="1626919"/>
                    <a:pt x="1443081" y="1626919"/>
                    <a:pt x="1443081" y="1626919"/>
                  </a:cubicBezTo>
                  <a:cubicBezTo>
                    <a:pt x="1464303" y="1563202"/>
                    <a:pt x="1464303" y="1563202"/>
                    <a:pt x="1464303" y="1563202"/>
                  </a:cubicBezTo>
                  <a:cubicBezTo>
                    <a:pt x="1532213" y="1550458"/>
                    <a:pt x="1532213" y="1550458"/>
                    <a:pt x="1532213" y="1550458"/>
                  </a:cubicBezTo>
                  <a:cubicBezTo>
                    <a:pt x="1540701" y="1482493"/>
                    <a:pt x="1540701" y="1482493"/>
                    <a:pt x="1540701" y="1482493"/>
                  </a:cubicBezTo>
                  <a:cubicBezTo>
                    <a:pt x="1604367" y="1461254"/>
                    <a:pt x="1604367" y="1461254"/>
                    <a:pt x="1604367" y="1461254"/>
                  </a:cubicBezTo>
                  <a:cubicBezTo>
                    <a:pt x="1608611" y="1397536"/>
                    <a:pt x="1608611" y="1397536"/>
                    <a:pt x="1608611" y="1397536"/>
                  </a:cubicBezTo>
                  <a:cubicBezTo>
                    <a:pt x="1668032" y="1367802"/>
                    <a:pt x="1668032" y="1367802"/>
                    <a:pt x="1668032" y="1367802"/>
                  </a:cubicBezTo>
                  <a:cubicBezTo>
                    <a:pt x="1663788" y="1299836"/>
                    <a:pt x="1663788" y="1299836"/>
                    <a:pt x="1663788" y="1299836"/>
                  </a:cubicBezTo>
                  <a:cubicBezTo>
                    <a:pt x="1718964" y="1265854"/>
                    <a:pt x="1718964" y="1265854"/>
                    <a:pt x="1718964" y="1265854"/>
                  </a:cubicBezTo>
                  <a:cubicBezTo>
                    <a:pt x="1701987" y="1197888"/>
                    <a:pt x="1701987" y="1197888"/>
                    <a:pt x="1701987" y="1197888"/>
                  </a:cubicBezTo>
                  <a:cubicBezTo>
                    <a:pt x="1752919" y="1155410"/>
                    <a:pt x="1752919" y="1155410"/>
                    <a:pt x="1752919" y="1155410"/>
                  </a:cubicBezTo>
                  <a:cubicBezTo>
                    <a:pt x="1731697" y="1091693"/>
                    <a:pt x="1731697" y="1091693"/>
                    <a:pt x="1731697" y="1091693"/>
                  </a:cubicBezTo>
                  <a:cubicBezTo>
                    <a:pt x="1774141" y="1044966"/>
                    <a:pt x="1774141" y="1044966"/>
                    <a:pt x="1774141" y="1044966"/>
                  </a:cubicBezTo>
                  <a:cubicBezTo>
                    <a:pt x="1744431" y="985497"/>
                    <a:pt x="1744431" y="985497"/>
                    <a:pt x="1744431" y="985497"/>
                  </a:cubicBezTo>
                  <a:cubicBezTo>
                    <a:pt x="1782630" y="930275"/>
                    <a:pt x="1782630" y="930275"/>
                    <a:pt x="1782630" y="930275"/>
                  </a:cubicBezTo>
                  <a:cubicBezTo>
                    <a:pt x="1744431" y="875053"/>
                    <a:pt x="1744431" y="875053"/>
                    <a:pt x="1744431" y="875053"/>
                  </a:cubicBezTo>
                  <a:lnTo>
                    <a:pt x="1774141" y="815584"/>
                  </a:lnTo>
                  <a:close/>
                  <a:moveTo>
                    <a:pt x="1757164" y="760362"/>
                  </a:moveTo>
                  <a:cubicBezTo>
                    <a:pt x="1799607" y="811336"/>
                    <a:pt x="1799607" y="811336"/>
                    <a:pt x="1799607" y="811336"/>
                  </a:cubicBezTo>
                  <a:cubicBezTo>
                    <a:pt x="1769897" y="870805"/>
                    <a:pt x="1769897" y="870805"/>
                    <a:pt x="1769897" y="870805"/>
                  </a:cubicBezTo>
                  <a:cubicBezTo>
                    <a:pt x="1808096" y="930275"/>
                    <a:pt x="1808096" y="930275"/>
                    <a:pt x="1808096" y="930275"/>
                  </a:cubicBezTo>
                  <a:cubicBezTo>
                    <a:pt x="1769897" y="985497"/>
                    <a:pt x="1769897" y="985497"/>
                    <a:pt x="1769897" y="985497"/>
                  </a:cubicBezTo>
                  <a:cubicBezTo>
                    <a:pt x="1799607" y="1044966"/>
                    <a:pt x="1799607" y="1044966"/>
                    <a:pt x="1799607" y="1044966"/>
                  </a:cubicBezTo>
                  <a:cubicBezTo>
                    <a:pt x="1757164" y="1095940"/>
                    <a:pt x="1757164" y="1095940"/>
                    <a:pt x="1757164" y="1095940"/>
                  </a:cubicBezTo>
                  <a:cubicBezTo>
                    <a:pt x="1778385" y="1163906"/>
                    <a:pt x="1778385" y="1163906"/>
                    <a:pt x="1778385" y="1163906"/>
                  </a:cubicBezTo>
                  <a:cubicBezTo>
                    <a:pt x="1727453" y="1206384"/>
                    <a:pt x="1727453" y="1206384"/>
                    <a:pt x="1727453" y="1206384"/>
                  </a:cubicBezTo>
                  <a:cubicBezTo>
                    <a:pt x="1740186" y="1274349"/>
                    <a:pt x="1740186" y="1274349"/>
                    <a:pt x="1740186" y="1274349"/>
                  </a:cubicBezTo>
                  <a:cubicBezTo>
                    <a:pt x="1685010" y="1312580"/>
                    <a:pt x="1685010" y="1312580"/>
                    <a:pt x="1685010" y="1312580"/>
                  </a:cubicBezTo>
                  <a:cubicBezTo>
                    <a:pt x="1689254" y="1380545"/>
                    <a:pt x="1689254" y="1380545"/>
                    <a:pt x="1689254" y="1380545"/>
                  </a:cubicBezTo>
                  <a:cubicBezTo>
                    <a:pt x="1629833" y="1410280"/>
                    <a:pt x="1629833" y="1410280"/>
                    <a:pt x="1629833" y="1410280"/>
                  </a:cubicBezTo>
                  <a:cubicBezTo>
                    <a:pt x="1625589" y="1478245"/>
                    <a:pt x="1625589" y="1478245"/>
                    <a:pt x="1625589" y="1478245"/>
                  </a:cubicBezTo>
                  <a:cubicBezTo>
                    <a:pt x="1561923" y="1499484"/>
                    <a:pt x="1561923" y="1499484"/>
                    <a:pt x="1561923" y="1499484"/>
                  </a:cubicBezTo>
                  <a:cubicBezTo>
                    <a:pt x="1549190" y="1567450"/>
                    <a:pt x="1549190" y="1567450"/>
                    <a:pt x="1549190" y="1567450"/>
                  </a:cubicBezTo>
                  <a:cubicBezTo>
                    <a:pt x="1481280" y="1580193"/>
                    <a:pt x="1481280" y="1580193"/>
                    <a:pt x="1481280" y="1580193"/>
                  </a:cubicBezTo>
                  <a:cubicBezTo>
                    <a:pt x="1460059" y="1648158"/>
                    <a:pt x="1460059" y="1648158"/>
                    <a:pt x="1460059" y="1648158"/>
                  </a:cubicBezTo>
                  <a:cubicBezTo>
                    <a:pt x="1392149" y="1648158"/>
                    <a:pt x="1392149" y="1648158"/>
                    <a:pt x="1392149" y="1648158"/>
                  </a:cubicBezTo>
                  <a:cubicBezTo>
                    <a:pt x="1362438" y="1711876"/>
                    <a:pt x="1362438" y="1711876"/>
                    <a:pt x="1362438" y="1711876"/>
                  </a:cubicBezTo>
                  <a:cubicBezTo>
                    <a:pt x="1294529" y="1707628"/>
                    <a:pt x="1294529" y="1707628"/>
                    <a:pt x="1294529" y="1707628"/>
                  </a:cubicBezTo>
                  <a:cubicBezTo>
                    <a:pt x="1260574" y="1762850"/>
                    <a:pt x="1260574" y="1762850"/>
                    <a:pt x="1260574" y="1762850"/>
                  </a:cubicBezTo>
                  <a:cubicBezTo>
                    <a:pt x="1192664" y="1750106"/>
                    <a:pt x="1192664" y="1750106"/>
                    <a:pt x="1192664" y="1750106"/>
                  </a:cubicBezTo>
                  <a:cubicBezTo>
                    <a:pt x="1150221" y="1801080"/>
                    <a:pt x="1150221" y="1801080"/>
                    <a:pt x="1150221" y="1801080"/>
                  </a:cubicBezTo>
                  <a:cubicBezTo>
                    <a:pt x="1086555" y="1779841"/>
                    <a:pt x="1086555" y="1779841"/>
                    <a:pt x="1086555" y="1779841"/>
                  </a:cubicBezTo>
                  <a:cubicBezTo>
                    <a:pt x="1035623" y="1826567"/>
                    <a:pt x="1035623" y="1826567"/>
                    <a:pt x="1035623" y="1826567"/>
                  </a:cubicBezTo>
                  <a:cubicBezTo>
                    <a:pt x="976202" y="1792585"/>
                    <a:pt x="976202" y="1792585"/>
                    <a:pt x="976202" y="1792585"/>
                  </a:cubicBezTo>
                  <a:cubicBezTo>
                    <a:pt x="916781" y="1830815"/>
                    <a:pt x="916781" y="1830815"/>
                    <a:pt x="916781" y="1830815"/>
                  </a:cubicBezTo>
                  <a:cubicBezTo>
                    <a:pt x="861604" y="1792585"/>
                    <a:pt x="861604" y="1792585"/>
                    <a:pt x="861604" y="1792585"/>
                  </a:cubicBezTo>
                  <a:cubicBezTo>
                    <a:pt x="802183" y="1826567"/>
                    <a:pt x="802183" y="1826567"/>
                    <a:pt x="802183" y="1826567"/>
                  </a:cubicBezTo>
                  <a:cubicBezTo>
                    <a:pt x="751251" y="1779841"/>
                    <a:pt x="751251" y="1779841"/>
                    <a:pt x="751251" y="1779841"/>
                  </a:cubicBezTo>
                  <a:cubicBezTo>
                    <a:pt x="687586" y="1801080"/>
                    <a:pt x="687586" y="1801080"/>
                    <a:pt x="687586" y="1801080"/>
                  </a:cubicBezTo>
                  <a:cubicBezTo>
                    <a:pt x="645142" y="1750106"/>
                    <a:pt x="645142" y="1750106"/>
                    <a:pt x="645142" y="1750106"/>
                  </a:cubicBezTo>
                  <a:cubicBezTo>
                    <a:pt x="577232" y="1762850"/>
                    <a:pt x="577232" y="1762850"/>
                    <a:pt x="577232" y="1762850"/>
                  </a:cubicBezTo>
                  <a:cubicBezTo>
                    <a:pt x="539033" y="1707628"/>
                    <a:pt x="539033" y="1707628"/>
                    <a:pt x="539033" y="1707628"/>
                  </a:cubicBezTo>
                  <a:cubicBezTo>
                    <a:pt x="475368" y="1711876"/>
                    <a:pt x="475368" y="1711876"/>
                    <a:pt x="475368" y="1711876"/>
                  </a:cubicBezTo>
                  <a:cubicBezTo>
                    <a:pt x="445657" y="1648158"/>
                    <a:pt x="445657" y="1648158"/>
                    <a:pt x="445657" y="1648158"/>
                  </a:cubicBezTo>
                  <a:cubicBezTo>
                    <a:pt x="377748" y="1648158"/>
                    <a:pt x="377748" y="1648158"/>
                    <a:pt x="377748" y="1648158"/>
                  </a:cubicBezTo>
                  <a:cubicBezTo>
                    <a:pt x="356526" y="1580193"/>
                    <a:pt x="356526" y="1580193"/>
                    <a:pt x="356526" y="1580193"/>
                  </a:cubicBezTo>
                  <a:cubicBezTo>
                    <a:pt x="288616" y="1567450"/>
                    <a:pt x="288616" y="1567450"/>
                    <a:pt x="288616" y="1567450"/>
                  </a:cubicBezTo>
                  <a:cubicBezTo>
                    <a:pt x="275883" y="1499484"/>
                    <a:pt x="275883" y="1499484"/>
                    <a:pt x="275883" y="1499484"/>
                  </a:cubicBezTo>
                  <a:cubicBezTo>
                    <a:pt x="212218" y="1478245"/>
                    <a:pt x="212218" y="1478245"/>
                    <a:pt x="212218" y="1478245"/>
                  </a:cubicBezTo>
                  <a:cubicBezTo>
                    <a:pt x="207973" y="1410280"/>
                    <a:pt x="207973" y="1410280"/>
                    <a:pt x="207973" y="1410280"/>
                  </a:cubicBezTo>
                  <a:cubicBezTo>
                    <a:pt x="148552" y="1380545"/>
                    <a:pt x="148552" y="1380545"/>
                    <a:pt x="148552" y="1380545"/>
                  </a:cubicBezTo>
                  <a:cubicBezTo>
                    <a:pt x="152797" y="1312580"/>
                    <a:pt x="152797" y="1312580"/>
                    <a:pt x="152797" y="1312580"/>
                  </a:cubicBezTo>
                  <a:cubicBezTo>
                    <a:pt x="97620" y="1274349"/>
                    <a:pt x="97620" y="1274349"/>
                    <a:pt x="97620" y="1274349"/>
                  </a:cubicBezTo>
                  <a:cubicBezTo>
                    <a:pt x="110353" y="1206384"/>
                    <a:pt x="110353" y="1206384"/>
                    <a:pt x="110353" y="1206384"/>
                  </a:cubicBezTo>
                  <a:cubicBezTo>
                    <a:pt x="59421" y="1163906"/>
                    <a:pt x="59421" y="1163906"/>
                    <a:pt x="59421" y="1163906"/>
                  </a:cubicBezTo>
                  <a:cubicBezTo>
                    <a:pt x="80643" y="1095940"/>
                    <a:pt x="80643" y="1095940"/>
                    <a:pt x="80643" y="1095940"/>
                  </a:cubicBezTo>
                  <a:cubicBezTo>
                    <a:pt x="33955" y="1044966"/>
                    <a:pt x="33955" y="1044966"/>
                    <a:pt x="33955" y="1044966"/>
                  </a:cubicBezTo>
                  <a:cubicBezTo>
                    <a:pt x="67910" y="985497"/>
                    <a:pt x="67910" y="985497"/>
                    <a:pt x="67910" y="985497"/>
                  </a:cubicBezTo>
                  <a:cubicBezTo>
                    <a:pt x="29710" y="930275"/>
                    <a:pt x="29710" y="930275"/>
                    <a:pt x="29710" y="930275"/>
                  </a:cubicBezTo>
                  <a:cubicBezTo>
                    <a:pt x="67910" y="870805"/>
                    <a:pt x="67910" y="870805"/>
                    <a:pt x="67910" y="870805"/>
                  </a:cubicBezTo>
                  <a:cubicBezTo>
                    <a:pt x="33955" y="811336"/>
                    <a:pt x="33955" y="811336"/>
                    <a:pt x="33955" y="811336"/>
                  </a:cubicBezTo>
                  <a:cubicBezTo>
                    <a:pt x="80643" y="760362"/>
                    <a:pt x="80643" y="760362"/>
                    <a:pt x="80643" y="760362"/>
                  </a:cubicBezTo>
                  <a:cubicBezTo>
                    <a:pt x="59421" y="696644"/>
                    <a:pt x="59421" y="696644"/>
                    <a:pt x="59421" y="696644"/>
                  </a:cubicBezTo>
                  <a:cubicBezTo>
                    <a:pt x="110353" y="649918"/>
                    <a:pt x="110353" y="649918"/>
                    <a:pt x="110353" y="649918"/>
                  </a:cubicBezTo>
                  <a:cubicBezTo>
                    <a:pt x="97620" y="581953"/>
                    <a:pt x="97620" y="581953"/>
                    <a:pt x="97620" y="581953"/>
                  </a:cubicBezTo>
                  <a:cubicBezTo>
                    <a:pt x="152797" y="543722"/>
                    <a:pt x="152797" y="543722"/>
                    <a:pt x="152797" y="543722"/>
                  </a:cubicBezTo>
                  <a:cubicBezTo>
                    <a:pt x="148552" y="475757"/>
                    <a:pt x="148552" y="475757"/>
                    <a:pt x="148552" y="475757"/>
                  </a:cubicBezTo>
                  <a:cubicBezTo>
                    <a:pt x="207973" y="446022"/>
                    <a:pt x="207973" y="446022"/>
                    <a:pt x="207973" y="446022"/>
                  </a:cubicBezTo>
                  <a:cubicBezTo>
                    <a:pt x="212218" y="378057"/>
                    <a:pt x="212218" y="378057"/>
                    <a:pt x="212218" y="378057"/>
                  </a:cubicBezTo>
                  <a:cubicBezTo>
                    <a:pt x="275883" y="356818"/>
                    <a:pt x="275883" y="356818"/>
                    <a:pt x="275883" y="356818"/>
                  </a:cubicBezTo>
                  <a:cubicBezTo>
                    <a:pt x="288616" y="288853"/>
                    <a:pt x="288616" y="288853"/>
                    <a:pt x="288616" y="288853"/>
                  </a:cubicBezTo>
                  <a:cubicBezTo>
                    <a:pt x="356526" y="276109"/>
                    <a:pt x="356526" y="276109"/>
                    <a:pt x="356526" y="276109"/>
                  </a:cubicBezTo>
                  <a:cubicBezTo>
                    <a:pt x="377748" y="212392"/>
                    <a:pt x="377748" y="212392"/>
                    <a:pt x="377748" y="212392"/>
                  </a:cubicBezTo>
                  <a:cubicBezTo>
                    <a:pt x="445657" y="208144"/>
                    <a:pt x="445657" y="208144"/>
                    <a:pt x="445657" y="208144"/>
                  </a:cubicBezTo>
                  <a:cubicBezTo>
                    <a:pt x="475368" y="144426"/>
                    <a:pt x="475368" y="144426"/>
                    <a:pt x="475368" y="144426"/>
                  </a:cubicBezTo>
                  <a:cubicBezTo>
                    <a:pt x="539033" y="152922"/>
                    <a:pt x="539033" y="152922"/>
                    <a:pt x="539033" y="152922"/>
                  </a:cubicBezTo>
                  <a:cubicBezTo>
                    <a:pt x="577232" y="93452"/>
                    <a:pt x="577232" y="93452"/>
                    <a:pt x="577232" y="93452"/>
                  </a:cubicBezTo>
                  <a:cubicBezTo>
                    <a:pt x="645142" y="110444"/>
                    <a:pt x="645142" y="110444"/>
                    <a:pt x="645142" y="110444"/>
                  </a:cubicBezTo>
                  <a:cubicBezTo>
                    <a:pt x="687586" y="55222"/>
                    <a:pt x="687586" y="55222"/>
                    <a:pt x="687586" y="55222"/>
                  </a:cubicBezTo>
                  <a:cubicBezTo>
                    <a:pt x="751251" y="80709"/>
                    <a:pt x="751251" y="80709"/>
                    <a:pt x="751251" y="80709"/>
                  </a:cubicBezTo>
                  <a:cubicBezTo>
                    <a:pt x="802183" y="33983"/>
                    <a:pt x="802183" y="33983"/>
                    <a:pt x="802183" y="33983"/>
                  </a:cubicBezTo>
                  <a:cubicBezTo>
                    <a:pt x="861604" y="63717"/>
                    <a:pt x="861604" y="63717"/>
                    <a:pt x="861604" y="63717"/>
                  </a:cubicBezTo>
                  <a:cubicBezTo>
                    <a:pt x="916781" y="25487"/>
                    <a:pt x="916781" y="25487"/>
                    <a:pt x="916781" y="25487"/>
                  </a:cubicBezTo>
                  <a:cubicBezTo>
                    <a:pt x="976202" y="63717"/>
                    <a:pt x="976202" y="63717"/>
                    <a:pt x="976202" y="63717"/>
                  </a:cubicBezTo>
                  <a:cubicBezTo>
                    <a:pt x="1035623" y="33983"/>
                    <a:pt x="1035623" y="33983"/>
                    <a:pt x="1035623" y="33983"/>
                  </a:cubicBezTo>
                  <a:cubicBezTo>
                    <a:pt x="1086555" y="80709"/>
                    <a:pt x="1086555" y="80709"/>
                    <a:pt x="1086555" y="80709"/>
                  </a:cubicBezTo>
                  <a:cubicBezTo>
                    <a:pt x="1150221" y="55222"/>
                    <a:pt x="1150221" y="55222"/>
                    <a:pt x="1150221" y="55222"/>
                  </a:cubicBezTo>
                  <a:cubicBezTo>
                    <a:pt x="1192664" y="110444"/>
                    <a:pt x="1192664" y="110444"/>
                    <a:pt x="1192664" y="110444"/>
                  </a:cubicBezTo>
                  <a:cubicBezTo>
                    <a:pt x="1260574" y="93452"/>
                    <a:pt x="1260574" y="93452"/>
                    <a:pt x="1260574" y="93452"/>
                  </a:cubicBezTo>
                  <a:cubicBezTo>
                    <a:pt x="1294529" y="152922"/>
                    <a:pt x="1294529" y="152922"/>
                    <a:pt x="1294529" y="152922"/>
                  </a:cubicBezTo>
                  <a:cubicBezTo>
                    <a:pt x="1362438" y="144426"/>
                    <a:pt x="1362438" y="144426"/>
                    <a:pt x="1362438" y="144426"/>
                  </a:cubicBezTo>
                  <a:cubicBezTo>
                    <a:pt x="1392149" y="208144"/>
                    <a:pt x="1392149" y="208144"/>
                    <a:pt x="1392149" y="208144"/>
                  </a:cubicBezTo>
                  <a:cubicBezTo>
                    <a:pt x="1460059" y="212392"/>
                    <a:pt x="1460059" y="212392"/>
                    <a:pt x="1460059" y="212392"/>
                  </a:cubicBezTo>
                  <a:cubicBezTo>
                    <a:pt x="1481280" y="276109"/>
                    <a:pt x="1481280" y="276109"/>
                    <a:pt x="1481280" y="276109"/>
                  </a:cubicBezTo>
                  <a:cubicBezTo>
                    <a:pt x="1549190" y="288853"/>
                    <a:pt x="1549190" y="288853"/>
                    <a:pt x="1549190" y="288853"/>
                  </a:cubicBezTo>
                  <a:cubicBezTo>
                    <a:pt x="1561923" y="356818"/>
                    <a:pt x="1561923" y="356818"/>
                    <a:pt x="1561923" y="356818"/>
                  </a:cubicBezTo>
                  <a:cubicBezTo>
                    <a:pt x="1625589" y="378057"/>
                    <a:pt x="1625589" y="378057"/>
                    <a:pt x="1625589" y="378057"/>
                  </a:cubicBezTo>
                  <a:cubicBezTo>
                    <a:pt x="1629833" y="446022"/>
                    <a:pt x="1629833" y="446022"/>
                    <a:pt x="1629833" y="446022"/>
                  </a:cubicBezTo>
                  <a:cubicBezTo>
                    <a:pt x="1689254" y="475757"/>
                    <a:pt x="1689254" y="475757"/>
                    <a:pt x="1689254" y="475757"/>
                  </a:cubicBezTo>
                  <a:cubicBezTo>
                    <a:pt x="1685010" y="543722"/>
                    <a:pt x="1685010" y="543722"/>
                    <a:pt x="1685010" y="543722"/>
                  </a:cubicBezTo>
                  <a:cubicBezTo>
                    <a:pt x="1740186" y="581953"/>
                    <a:pt x="1740186" y="581953"/>
                    <a:pt x="1740186" y="581953"/>
                  </a:cubicBezTo>
                  <a:cubicBezTo>
                    <a:pt x="1727453" y="649918"/>
                    <a:pt x="1727453" y="649918"/>
                    <a:pt x="1727453" y="649918"/>
                  </a:cubicBezTo>
                  <a:cubicBezTo>
                    <a:pt x="1778385" y="696644"/>
                    <a:pt x="1778385" y="696644"/>
                    <a:pt x="1778385" y="696644"/>
                  </a:cubicBezTo>
                  <a:lnTo>
                    <a:pt x="1757164" y="760362"/>
                  </a:lnTo>
                  <a:close/>
                  <a:moveTo>
                    <a:pt x="1833562" y="930275"/>
                  </a:moveTo>
                  <a:cubicBezTo>
                    <a:pt x="1833562" y="416287"/>
                    <a:pt x="1426104" y="0"/>
                    <a:pt x="916781" y="0"/>
                  </a:cubicBezTo>
                  <a:cubicBezTo>
                    <a:pt x="411703" y="0"/>
                    <a:pt x="0" y="416287"/>
                    <a:pt x="0" y="930275"/>
                  </a:cubicBezTo>
                  <a:cubicBezTo>
                    <a:pt x="0" y="1444263"/>
                    <a:pt x="411703" y="1860550"/>
                    <a:pt x="916781" y="1860550"/>
                  </a:cubicBezTo>
                  <a:cubicBezTo>
                    <a:pt x="1426104" y="1860550"/>
                    <a:pt x="1833562" y="1444263"/>
                    <a:pt x="1833562" y="930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>
            <a:xfrm>
              <a:off x="3613150" y="1820863"/>
              <a:ext cx="3668712" cy="425450"/>
            </a:xfrm>
            <a:custGeom>
              <a:avLst/>
              <a:gdLst>
                <a:gd name="T0" fmla="*/ 758 w 864"/>
                <a:gd name="T1" fmla="*/ 75 h 100"/>
                <a:gd name="T2" fmla="*/ 506 w 864"/>
                <a:gd name="T3" fmla="*/ 75 h 100"/>
                <a:gd name="T4" fmla="*/ 249 w 864"/>
                <a:gd name="T5" fmla="*/ 23 h 100"/>
                <a:gd name="T6" fmla="*/ 83 w 864"/>
                <a:gd name="T7" fmla="*/ 23 h 100"/>
                <a:gd name="T8" fmla="*/ 83 w 864"/>
                <a:gd name="T9" fmla="*/ 23 h 100"/>
                <a:gd name="T10" fmla="*/ 0 w 864"/>
                <a:gd name="T11" fmla="*/ 3 h 100"/>
                <a:gd name="T12" fmla="*/ 38 w 864"/>
                <a:gd name="T13" fmla="*/ 75 h 100"/>
                <a:gd name="T14" fmla="*/ 66 w 864"/>
                <a:gd name="T15" fmla="*/ 8 h 100"/>
                <a:gd name="T16" fmla="*/ 125 w 864"/>
                <a:gd name="T17" fmla="*/ 59 h 100"/>
                <a:gd name="T18" fmla="*/ 125 w 864"/>
                <a:gd name="T19" fmla="*/ 56 h 100"/>
                <a:gd name="T20" fmla="*/ 142 w 864"/>
                <a:gd name="T21" fmla="*/ 44 h 100"/>
                <a:gd name="T22" fmla="*/ 114 w 864"/>
                <a:gd name="T23" fmla="*/ 33 h 100"/>
                <a:gd name="T24" fmla="*/ 110 w 864"/>
                <a:gd name="T25" fmla="*/ 76 h 100"/>
                <a:gd name="T26" fmla="*/ 189 w 864"/>
                <a:gd name="T27" fmla="*/ 75 h 100"/>
                <a:gd name="T28" fmla="*/ 169 w 864"/>
                <a:gd name="T29" fmla="*/ 30 h 100"/>
                <a:gd name="T30" fmla="*/ 154 w 864"/>
                <a:gd name="T31" fmla="*/ 39 h 100"/>
                <a:gd name="T32" fmla="*/ 171 w 864"/>
                <a:gd name="T33" fmla="*/ 41 h 100"/>
                <a:gd name="T34" fmla="*/ 219 w 864"/>
                <a:gd name="T35" fmla="*/ 65 h 100"/>
                <a:gd name="T36" fmla="*/ 229 w 864"/>
                <a:gd name="T37" fmla="*/ 92 h 100"/>
                <a:gd name="T38" fmla="*/ 219 w 864"/>
                <a:gd name="T39" fmla="*/ 65 h 100"/>
                <a:gd name="T40" fmla="*/ 228 w 864"/>
                <a:gd name="T41" fmla="*/ 16 h 100"/>
                <a:gd name="T42" fmla="*/ 248 w 864"/>
                <a:gd name="T43" fmla="*/ 8 h 100"/>
                <a:gd name="T44" fmla="*/ 331 w 864"/>
                <a:gd name="T45" fmla="*/ 75 h 100"/>
                <a:gd name="T46" fmla="*/ 294 w 864"/>
                <a:gd name="T47" fmla="*/ 30 h 100"/>
                <a:gd name="T48" fmla="*/ 278 w 864"/>
                <a:gd name="T49" fmla="*/ 75 h 100"/>
                <a:gd name="T50" fmla="*/ 305 w 864"/>
                <a:gd name="T51" fmla="*/ 35 h 100"/>
                <a:gd name="T52" fmla="*/ 429 w 864"/>
                <a:gd name="T53" fmla="*/ 3 h 100"/>
                <a:gd name="T54" fmla="*/ 384 w 864"/>
                <a:gd name="T55" fmla="*/ 44 h 100"/>
                <a:gd name="T56" fmla="*/ 397 w 864"/>
                <a:gd name="T57" fmla="*/ 76 h 100"/>
                <a:gd name="T58" fmla="*/ 494 w 864"/>
                <a:gd name="T59" fmla="*/ 44 h 100"/>
                <a:gd name="T60" fmla="*/ 456 w 864"/>
                <a:gd name="T61" fmla="*/ 23 h 100"/>
                <a:gd name="T62" fmla="*/ 459 w 864"/>
                <a:gd name="T63" fmla="*/ 75 h 100"/>
                <a:gd name="T64" fmla="*/ 477 w 864"/>
                <a:gd name="T65" fmla="*/ 46 h 100"/>
                <a:gd name="T66" fmla="*/ 506 w 864"/>
                <a:gd name="T67" fmla="*/ 8 h 100"/>
                <a:gd name="T68" fmla="*/ 588 w 864"/>
                <a:gd name="T69" fmla="*/ 23 h 100"/>
                <a:gd name="T70" fmla="*/ 559 w 864"/>
                <a:gd name="T71" fmla="*/ 60 h 100"/>
                <a:gd name="T72" fmla="*/ 550 w 864"/>
                <a:gd name="T73" fmla="*/ 75 h 100"/>
                <a:gd name="T74" fmla="*/ 616 w 864"/>
                <a:gd name="T75" fmla="*/ 32 h 100"/>
                <a:gd name="T76" fmla="*/ 617 w 864"/>
                <a:gd name="T77" fmla="*/ 21 h 100"/>
                <a:gd name="T78" fmla="*/ 636 w 864"/>
                <a:gd name="T79" fmla="*/ 62 h 100"/>
                <a:gd name="T80" fmla="*/ 683 w 864"/>
                <a:gd name="T81" fmla="*/ 37 h 100"/>
                <a:gd name="T82" fmla="*/ 666 w 864"/>
                <a:gd name="T83" fmla="*/ 32 h 100"/>
                <a:gd name="T84" fmla="*/ 651 w 864"/>
                <a:gd name="T85" fmla="*/ 75 h 100"/>
                <a:gd name="T86" fmla="*/ 680 w 864"/>
                <a:gd name="T87" fmla="*/ 37 h 100"/>
                <a:gd name="T88" fmla="*/ 726 w 864"/>
                <a:gd name="T89" fmla="*/ 36 h 100"/>
                <a:gd name="T90" fmla="*/ 707 w 864"/>
                <a:gd name="T91" fmla="*/ 54 h 100"/>
                <a:gd name="T92" fmla="*/ 690 w 864"/>
                <a:gd name="T93" fmla="*/ 73 h 100"/>
                <a:gd name="T94" fmla="*/ 708 w 864"/>
                <a:gd name="T95" fmla="*/ 37 h 100"/>
                <a:gd name="T96" fmla="*/ 749 w 864"/>
                <a:gd name="T97" fmla="*/ 16 h 100"/>
                <a:gd name="T98" fmla="*/ 802 w 864"/>
                <a:gd name="T99" fmla="*/ 35 h 100"/>
                <a:gd name="T100" fmla="*/ 773 w 864"/>
                <a:gd name="T101" fmla="*/ 16 h 100"/>
                <a:gd name="T102" fmla="*/ 773 w 864"/>
                <a:gd name="T103" fmla="*/ 35 h 100"/>
                <a:gd name="T104" fmla="*/ 800 w 864"/>
                <a:gd name="T105" fmla="*/ 75 h 100"/>
                <a:gd name="T106" fmla="*/ 864 w 864"/>
                <a:gd name="T107" fmla="*/ 23 h 100"/>
                <a:gd name="T108" fmla="*/ 837 w 864"/>
                <a:gd name="T109" fmla="*/ 58 h 100"/>
                <a:gd name="T110" fmla="*/ 827 w 864"/>
                <a:gd name="T111" fmla="*/ 71 h 100"/>
                <a:gd name="T112" fmla="*/ 810 w 864"/>
                <a:gd name="T1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668712" h="425450">
                  <a:moveTo>
                    <a:pt x="3218615" y="97854"/>
                  </a:moveTo>
                  <a:cubicBezTo>
                    <a:pt x="3146430" y="97854"/>
                    <a:pt x="3146430" y="97854"/>
                    <a:pt x="3146430" y="97854"/>
                  </a:cubicBezTo>
                  <a:cubicBezTo>
                    <a:pt x="3146430" y="319088"/>
                    <a:pt x="3146430" y="319088"/>
                    <a:pt x="3146430" y="319088"/>
                  </a:cubicBezTo>
                  <a:cubicBezTo>
                    <a:pt x="3218615" y="319088"/>
                    <a:pt x="3218615" y="319088"/>
                    <a:pt x="3218615" y="319088"/>
                  </a:cubicBezTo>
                  <a:lnTo>
                    <a:pt x="3218615" y="97854"/>
                  </a:lnTo>
                  <a:close/>
                  <a:moveTo>
                    <a:pt x="2220760" y="97854"/>
                  </a:moveTo>
                  <a:cubicBezTo>
                    <a:pt x="2148574" y="97854"/>
                    <a:pt x="2148574" y="97854"/>
                    <a:pt x="2148574" y="97854"/>
                  </a:cubicBezTo>
                  <a:cubicBezTo>
                    <a:pt x="2148574" y="319088"/>
                    <a:pt x="2148574" y="319088"/>
                    <a:pt x="2148574" y="319088"/>
                  </a:cubicBezTo>
                  <a:cubicBezTo>
                    <a:pt x="2220760" y="319088"/>
                    <a:pt x="2220760" y="319088"/>
                    <a:pt x="2220760" y="319088"/>
                  </a:cubicBezTo>
                  <a:lnTo>
                    <a:pt x="2220760" y="97854"/>
                  </a:lnTo>
                  <a:close/>
                  <a:moveTo>
                    <a:pt x="1129488" y="97854"/>
                  </a:moveTo>
                  <a:cubicBezTo>
                    <a:pt x="1057302" y="97854"/>
                    <a:pt x="1057302" y="97854"/>
                    <a:pt x="1057302" y="97854"/>
                  </a:cubicBezTo>
                  <a:cubicBezTo>
                    <a:pt x="1057302" y="319088"/>
                    <a:pt x="1057302" y="319088"/>
                    <a:pt x="1057302" y="319088"/>
                  </a:cubicBezTo>
                  <a:cubicBezTo>
                    <a:pt x="1129488" y="319088"/>
                    <a:pt x="1129488" y="319088"/>
                    <a:pt x="1129488" y="319088"/>
                  </a:cubicBezTo>
                  <a:lnTo>
                    <a:pt x="1129488" y="97854"/>
                  </a:lnTo>
                  <a:close/>
                  <a:moveTo>
                    <a:pt x="352434" y="97854"/>
                  </a:moveTo>
                  <a:cubicBezTo>
                    <a:pt x="280249" y="97854"/>
                    <a:pt x="280249" y="97854"/>
                    <a:pt x="280249" y="97854"/>
                  </a:cubicBezTo>
                  <a:cubicBezTo>
                    <a:pt x="280249" y="319088"/>
                    <a:pt x="280249" y="319088"/>
                    <a:pt x="280249" y="319088"/>
                  </a:cubicBezTo>
                  <a:cubicBezTo>
                    <a:pt x="352434" y="319088"/>
                    <a:pt x="352434" y="319088"/>
                    <a:pt x="352434" y="319088"/>
                  </a:cubicBezTo>
                  <a:lnTo>
                    <a:pt x="352434" y="97854"/>
                  </a:lnTo>
                  <a:close/>
                  <a:moveTo>
                    <a:pt x="161355" y="68072"/>
                  </a:moveTo>
                  <a:cubicBezTo>
                    <a:pt x="250525" y="68072"/>
                    <a:pt x="250525" y="68072"/>
                    <a:pt x="250525" y="68072"/>
                  </a:cubicBezTo>
                  <a:cubicBezTo>
                    <a:pt x="250525" y="12764"/>
                    <a:pt x="250525" y="12764"/>
                    <a:pt x="250525" y="12764"/>
                  </a:cubicBezTo>
                  <a:cubicBezTo>
                    <a:pt x="0" y="12764"/>
                    <a:pt x="0" y="12764"/>
                    <a:pt x="0" y="12764"/>
                  </a:cubicBezTo>
                  <a:cubicBezTo>
                    <a:pt x="0" y="68072"/>
                    <a:pt x="0" y="68072"/>
                    <a:pt x="0" y="68072"/>
                  </a:cubicBezTo>
                  <a:cubicBezTo>
                    <a:pt x="89170" y="68072"/>
                    <a:pt x="89170" y="68072"/>
                    <a:pt x="89170" y="68072"/>
                  </a:cubicBezTo>
                  <a:cubicBezTo>
                    <a:pt x="89170" y="319088"/>
                    <a:pt x="89170" y="319088"/>
                    <a:pt x="89170" y="319088"/>
                  </a:cubicBezTo>
                  <a:cubicBezTo>
                    <a:pt x="161355" y="319088"/>
                    <a:pt x="161355" y="319088"/>
                    <a:pt x="161355" y="319088"/>
                  </a:cubicBezTo>
                  <a:lnTo>
                    <a:pt x="161355" y="68072"/>
                  </a:lnTo>
                  <a:close/>
                  <a:moveTo>
                    <a:pt x="356680" y="34036"/>
                  </a:moveTo>
                  <a:cubicBezTo>
                    <a:pt x="356680" y="12764"/>
                    <a:pt x="339696" y="0"/>
                    <a:pt x="318465" y="0"/>
                  </a:cubicBezTo>
                  <a:cubicBezTo>
                    <a:pt x="292987" y="0"/>
                    <a:pt x="280249" y="12764"/>
                    <a:pt x="280249" y="34036"/>
                  </a:cubicBezTo>
                  <a:cubicBezTo>
                    <a:pt x="280249" y="51054"/>
                    <a:pt x="292987" y="68072"/>
                    <a:pt x="318465" y="68072"/>
                  </a:cubicBezTo>
                  <a:cubicBezTo>
                    <a:pt x="339696" y="68072"/>
                    <a:pt x="356680" y="51054"/>
                    <a:pt x="356680" y="34036"/>
                  </a:cubicBezTo>
                  <a:moveTo>
                    <a:pt x="530774" y="238252"/>
                  </a:moveTo>
                  <a:cubicBezTo>
                    <a:pt x="530774" y="242507"/>
                    <a:pt x="530774" y="246761"/>
                    <a:pt x="530774" y="251016"/>
                  </a:cubicBezTo>
                  <a:cubicBezTo>
                    <a:pt x="526528" y="263779"/>
                    <a:pt x="509543" y="276543"/>
                    <a:pt x="492559" y="276543"/>
                  </a:cubicBezTo>
                  <a:cubicBezTo>
                    <a:pt x="475574" y="276543"/>
                    <a:pt x="462835" y="268034"/>
                    <a:pt x="462835" y="251016"/>
                  </a:cubicBezTo>
                  <a:cubicBezTo>
                    <a:pt x="462835" y="221234"/>
                    <a:pt x="492559" y="212725"/>
                    <a:pt x="530774" y="212725"/>
                  </a:cubicBezTo>
                  <a:lnTo>
                    <a:pt x="530774" y="238252"/>
                  </a:lnTo>
                  <a:close/>
                  <a:moveTo>
                    <a:pt x="539267" y="319088"/>
                  </a:moveTo>
                  <a:cubicBezTo>
                    <a:pt x="607206" y="319088"/>
                    <a:pt x="607206" y="319088"/>
                    <a:pt x="607206" y="319088"/>
                  </a:cubicBezTo>
                  <a:cubicBezTo>
                    <a:pt x="602960" y="306324"/>
                    <a:pt x="602960" y="285052"/>
                    <a:pt x="602960" y="268034"/>
                  </a:cubicBezTo>
                  <a:cubicBezTo>
                    <a:pt x="602960" y="187198"/>
                    <a:pt x="602960" y="187198"/>
                    <a:pt x="602960" y="187198"/>
                  </a:cubicBezTo>
                  <a:cubicBezTo>
                    <a:pt x="602960" y="136144"/>
                    <a:pt x="577482" y="89345"/>
                    <a:pt x="501051" y="89345"/>
                  </a:cubicBezTo>
                  <a:cubicBezTo>
                    <a:pt x="454343" y="89345"/>
                    <a:pt x="424619" y="102108"/>
                    <a:pt x="407635" y="110617"/>
                  </a:cubicBezTo>
                  <a:cubicBezTo>
                    <a:pt x="420373" y="157417"/>
                    <a:pt x="420373" y="157417"/>
                    <a:pt x="420373" y="157417"/>
                  </a:cubicBezTo>
                  <a:cubicBezTo>
                    <a:pt x="437358" y="144653"/>
                    <a:pt x="462835" y="140399"/>
                    <a:pt x="484066" y="140399"/>
                  </a:cubicBezTo>
                  <a:cubicBezTo>
                    <a:pt x="522282" y="140399"/>
                    <a:pt x="526528" y="157417"/>
                    <a:pt x="526528" y="165926"/>
                  </a:cubicBezTo>
                  <a:cubicBezTo>
                    <a:pt x="526528" y="170180"/>
                    <a:pt x="526528" y="170180"/>
                    <a:pt x="526528" y="170180"/>
                  </a:cubicBezTo>
                  <a:cubicBezTo>
                    <a:pt x="445850" y="170180"/>
                    <a:pt x="390650" y="199962"/>
                    <a:pt x="390650" y="255270"/>
                  </a:cubicBezTo>
                  <a:cubicBezTo>
                    <a:pt x="390650" y="293561"/>
                    <a:pt x="420373" y="323342"/>
                    <a:pt x="467081" y="323342"/>
                  </a:cubicBezTo>
                  <a:cubicBezTo>
                    <a:pt x="492559" y="323342"/>
                    <a:pt x="518036" y="314833"/>
                    <a:pt x="535021" y="297815"/>
                  </a:cubicBezTo>
                  <a:cubicBezTo>
                    <a:pt x="535021" y="297815"/>
                    <a:pt x="535021" y="297815"/>
                    <a:pt x="535021" y="297815"/>
                  </a:cubicBezTo>
                  <a:lnTo>
                    <a:pt x="539267" y="319088"/>
                  </a:lnTo>
                  <a:close/>
                  <a:moveTo>
                    <a:pt x="802531" y="319088"/>
                  </a:moveTo>
                  <a:cubicBezTo>
                    <a:pt x="874716" y="319088"/>
                    <a:pt x="874716" y="319088"/>
                    <a:pt x="874716" y="319088"/>
                  </a:cubicBezTo>
                  <a:cubicBezTo>
                    <a:pt x="874716" y="187198"/>
                    <a:pt x="874716" y="187198"/>
                    <a:pt x="874716" y="187198"/>
                  </a:cubicBezTo>
                  <a:cubicBezTo>
                    <a:pt x="874716" y="123381"/>
                    <a:pt x="840747" y="89345"/>
                    <a:pt x="789792" y="89345"/>
                  </a:cubicBezTo>
                  <a:cubicBezTo>
                    <a:pt x="751576" y="89345"/>
                    <a:pt x="730345" y="110617"/>
                    <a:pt x="717607" y="127635"/>
                  </a:cubicBezTo>
                  <a:cubicBezTo>
                    <a:pt x="717607" y="127635"/>
                    <a:pt x="717607" y="127635"/>
                    <a:pt x="717607" y="127635"/>
                  </a:cubicBezTo>
                  <a:cubicBezTo>
                    <a:pt x="713361" y="97854"/>
                    <a:pt x="713361" y="97854"/>
                    <a:pt x="713361" y="97854"/>
                  </a:cubicBezTo>
                  <a:cubicBezTo>
                    <a:pt x="649668" y="97854"/>
                    <a:pt x="649668" y="97854"/>
                    <a:pt x="649668" y="97854"/>
                  </a:cubicBezTo>
                  <a:cubicBezTo>
                    <a:pt x="653914" y="114872"/>
                    <a:pt x="653914" y="140399"/>
                    <a:pt x="653914" y="165926"/>
                  </a:cubicBezTo>
                  <a:cubicBezTo>
                    <a:pt x="653914" y="319088"/>
                    <a:pt x="653914" y="319088"/>
                    <a:pt x="653914" y="319088"/>
                  </a:cubicBezTo>
                  <a:cubicBezTo>
                    <a:pt x="726099" y="319088"/>
                    <a:pt x="726099" y="319088"/>
                    <a:pt x="726099" y="319088"/>
                  </a:cubicBezTo>
                  <a:cubicBezTo>
                    <a:pt x="726099" y="191453"/>
                    <a:pt x="726099" y="191453"/>
                    <a:pt x="726099" y="191453"/>
                  </a:cubicBezTo>
                  <a:cubicBezTo>
                    <a:pt x="726099" y="182944"/>
                    <a:pt x="726099" y="178689"/>
                    <a:pt x="726099" y="174435"/>
                  </a:cubicBezTo>
                  <a:cubicBezTo>
                    <a:pt x="734592" y="161671"/>
                    <a:pt x="743084" y="148908"/>
                    <a:pt x="764315" y="148908"/>
                  </a:cubicBezTo>
                  <a:cubicBezTo>
                    <a:pt x="789792" y="148908"/>
                    <a:pt x="802531" y="165926"/>
                    <a:pt x="802531" y="195707"/>
                  </a:cubicBezTo>
                  <a:lnTo>
                    <a:pt x="802531" y="319088"/>
                  </a:lnTo>
                  <a:close/>
                  <a:moveTo>
                    <a:pt x="929917" y="276543"/>
                  </a:moveTo>
                  <a:cubicBezTo>
                    <a:pt x="929917" y="310579"/>
                    <a:pt x="929917" y="327597"/>
                    <a:pt x="925670" y="340360"/>
                  </a:cubicBezTo>
                  <a:cubicBezTo>
                    <a:pt x="917178" y="353124"/>
                    <a:pt x="900193" y="361633"/>
                    <a:pt x="883208" y="365887"/>
                  </a:cubicBezTo>
                  <a:cubicBezTo>
                    <a:pt x="866224" y="425450"/>
                    <a:pt x="866224" y="425450"/>
                    <a:pt x="866224" y="425450"/>
                  </a:cubicBezTo>
                  <a:cubicBezTo>
                    <a:pt x="887455" y="425450"/>
                    <a:pt x="942655" y="416941"/>
                    <a:pt x="972379" y="391414"/>
                  </a:cubicBezTo>
                  <a:cubicBezTo>
                    <a:pt x="993610" y="370142"/>
                    <a:pt x="1006348" y="340360"/>
                    <a:pt x="1006348" y="293561"/>
                  </a:cubicBezTo>
                  <a:cubicBezTo>
                    <a:pt x="1006348" y="97854"/>
                    <a:pt x="1006348" y="97854"/>
                    <a:pt x="1006348" y="97854"/>
                  </a:cubicBezTo>
                  <a:cubicBezTo>
                    <a:pt x="929917" y="97854"/>
                    <a:pt x="929917" y="97854"/>
                    <a:pt x="929917" y="97854"/>
                  </a:cubicBezTo>
                  <a:lnTo>
                    <a:pt x="929917" y="276543"/>
                  </a:lnTo>
                  <a:close/>
                  <a:moveTo>
                    <a:pt x="1006348" y="34036"/>
                  </a:moveTo>
                  <a:cubicBezTo>
                    <a:pt x="1006348" y="12764"/>
                    <a:pt x="993610" y="0"/>
                    <a:pt x="968132" y="0"/>
                  </a:cubicBezTo>
                  <a:cubicBezTo>
                    <a:pt x="946901" y="0"/>
                    <a:pt x="929917" y="12764"/>
                    <a:pt x="929917" y="34036"/>
                  </a:cubicBezTo>
                  <a:cubicBezTo>
                    <a:pt x="929917" y="51054"/>
                    <a:pt x="942655" y="68072"/>
                    <a:pt x="968132" y="68072"/>
                  </a:cubicBezTo>
                  <a:cubicBezTo>
                    <a:pt x="993610" y="68072"/>
                    <a:pt x="1006348" y="51054"/>
                    <a:pt x="1006348" y="34036"/>
                  </a:cubicBezTo>
                  <a:moveTo>
                    <a:pt x="1129488" y="34036"/>
                  </a:moveTo>
                  <a:cubicBezTo>
                    <a:pt x="1129488" y="12764"/>
                    <a:pt x="1116749" y="0"/>
                    <a:pt x="1091272" y="0"/>
                  </a:cubicBezTo>
                  <a:cubicBezTo>
                    <a:pt x="1070041" y="0"/>
                    <a:pt x="1053056" y="12764"/>
                    <a:pt x="1053056" y="34036"/>
                  </a:cubicBezTo>
                  <a:cubicBezTo>
                    <a:pt x="1053056" y="51054"/>
                    <a:pt x="1070041" y="68072"/>
                    <a:pt x="1091272" y="68072"/>
                  </a:cubicBezTo>
                  <a:cubicBezTo>
                    <a:pt x="1116749" y="68072"/>
                    <a:pt x="1129488" y="51054"/>
                    <a:pt x="1129488" y="34036"/>
                  </a:cubicBezTo>
                  <a:moveTo>
                    <a:pt x="1329059" y="319088"/>
                  </a:moveTo>
                  <a:cubicBezTo>
                    <a:pt x="1405490" y="319088"/>
                    <a:pt x="1405490" y="319088"/>
                    <a:pt x="1405490" y="319088"/>
                  </a:cubicBezTo>
                  <a:cubicBezTo>
                    <a:pt x="1405490" y="187198"/>
                    <a:pt x="1405490" y="187198"/>
                    <a:pt x="1405490" y="187198"/>
                  </a:cubicBezTo>
                  <a:cubicBezTo>
                    <a:pt x="1405490" y="123381"/>
                    <a:pt x="1367275" y="89345"/>
                    <a:pt x="1320566" y="89345"/>
                  </a:cubicBezTo>
                  <a:cubicBezTo>
                    <a:pt x="1282351" y="89345"/>
                    <a:pt x="1256874" y="110617"/>
                    <a:pt x="1248381" y="127635"/>
                  </a:cubicBezTo>
                  <a:cubicBezTo>
                    <a:pt x="1248381" y="127635"/>
                    <a:pt x="1248381" y="127635"/>
                    <a:pt x="1248381" y="127635"/>
                  </a:cubicBezTo>
                  <a:cubicBezTo>
                    <a:pt x="1244135" y="97854"/>
                    <a:pt x="1244135" y="97854"/>
                    <a:pt x="1244135" y="97854"/>
                  </a:cubicBezTo>
                  <a:cubicBezTo>
                    <a:pt x="1180442" y="97854"/>
                    <a:pt x="1180442" y="97854"/>
                    <a:pt x="1180442" y="97854"/>
                  </a:cubicBezTo>
                  <a:cubicBezTo>
                    <a:pt x="1180442" y="114872"/>
                    <a:pt x="1180442" y="140399"/>
                    <a:pt x="1180442" y="165926"/>
                  </a:cubicBezTo>
                  <a:cubicBezTo>
                    <a:pt x="1180442" y="319088"/>
                    <a:pt x="1180442" y="319088"/>
                    <a:pt x="1180442" y="319088"/>
                  </a:cubicBezTo>
                  <a:cubicBezTo>
                    <a:pt x="1252627" y="319088"/>
                    <a:pt x="1252627" y="319088"/>
                    <a:pt x="1252627" y="319088"/>
                  </a:cubicBezTo>
                  <a:cubicBezTo>
                    <a:pt x="1252627" y="191453"/>
                    <a:pt x="1252627" y="191453"/>
                    <a:pt x="1252627" y="191453"/>
                  </a:cubicBezTo>
                  <a:cubicBezTo>
                    <a:pt x="1252627" y="182944"/>
                    <a:pt x="1256874" y="178689"/>
                    <a:pt x="1256874" y="174435"/>
                  </a:cubicBezTo>
                  <a:cubicBezTo>
                    <a:pt x="1261120" y="161671"/>
                    <a:pt x="1273858" y="148908"/>
                    <a:pt x="1295089" y="148908"/>
                  </a:cubicBezTo>
                  <a:cubicBezTo>
                    <a:pt x="1320566" y="148908"/>
                    <a:pt x="1329059" y="165926"/>
                    <a:pt x="1329059" y="195707"/>
                  </a:cubicBezTo>
                  <a:lnTo>
                    <a:pt x="1329059" y="319088"/>
                  </a:lnTo>
                  <a:close/>
                  <a:moveTo>
                    <a:pt x="1821617" y="182944"/>
                  </a:moveTo>
                  <a:cubicBezTo>
                    <a:pt x="1821617" y="12764"/>
                    <a:pt x="1821617" y="12764"/>
                    <a:pt x="1821617" y="12764"/>
                  </a:cubicBezTo>
                  <a:cubicBezTo>
                    <a:pt x="1749432" y="12764"/>
                    <a:pt x="1749432" y="12764"/>
                    <a:pt x="1749432" y="12764"/>
                  </a:cubicBezTo>
                  <a:cubicBezTo>
                    <a:pt x="1749432" y="187198"/>
                    <a:pt x="1749432" y="187198"/>
                    <a:pt x="1749432" y="187198"/>
                  </a:cubicBezTo>
                  <a:cubicBezTo>
                    <a:pt x="1749432" y="242507"/>
                    <a:pt x="1728201" y="268034"/>
                    <a:pt x="1689985" y="268034"/>
                  </a:cubicBezTo>
                  <a:cubicBezTo>
                    <a:pt x="1651770" y="268034"/>
                    <a:pt x="1630539" y="242507"/>
                    <a:pt x="1630539" y="187198"/>
                  </a:cubicBezTo>
                  <a:cubicBezTo>
                    <a:pt x="1630539" y="12764"/>
                    <a:pt x="1630539" y="12764"/>
                    <a:pt x="1630539" y="12764"/>
                  </a:cubicBezTo>
                  <a:cubicBezTo>
                    <a:pt x="1558353" y="12764"/>
                    <a:pt x="1558353" y="12764"/>
                    <a:pt x="1558353" y="12764"/>
                  </a:cubicBezTo>
                  <a:cubicBezTo>
                    <a:pt x="1558353" y="182944"/>
                    <a:pt x="1558353" y="182944"/>
                    <a:pt x="1558353" y="182944"/>
                  </a:cubicBezTo>
                  <a:cubicBezTo>
                    <a:pt x="1558353" y="280797"/>
                    <a:pt x="1605062" y="323342"/>
                    <a:pt x="1685739" y="323342"/>
                  </a:cubicBezTo>
                  <a:cubicBezTo>
                    <a:pt x="1770663" y="323342"/>
                    <a:pt x="1821617" y="280797"/>
                    <a:pt x="1821617" y="182944"/>
                  </a:cubicBezTo>
                  <a:moveTo>
                    <a:pt x="2025435" y="319088"/>
                  </a:moveTo>
                  <a:cubicBezTo>
                    <a:pt x="2097620" y="319088"/>
                    <a:pt x="2097620" y="319088"/>
                    <a:pt x="2097620" y="319088"/>
                  </a:cubicBezTo>
                  <a:cubicBezTo>
                    <a:pt x="2097620" y="187198"/>
                    <a:pt x="2097620" y="187198"/>
                    <a:pt x="2097620" y="187198"/>
                  </a:cubicBezTo>
                  <a:cubicBezTo>
                    <a:pt x="2097620" y="123381"/>
                    <a:pt x="2063651" y="89345"/>
                    <a:pt x="2012696" y="89345"/>
                  </a:cubicBezTo>
                  <a:cubicBezTo>
                    <a:pt x="1974480" y="89345"/>
                    <a:pt x="1953249" y="110617"/>
                    <a:pt x="1940511" y="127635"/>
                  </a:cubicBezTo>
                  <a:cubicBezTo>
                    <a:pt x="1940511" y="127635"/>
                    <a:pt x="1940511" y="127635"/>
                    <a:pt x="1940511" y="127635"/>
                  </a:cubicBezTo>
                  <a:cubicBezTo>
                    <a:pt x="1936265" y="97854"/>
                    <a:pt x="1936265" y="97854"/>
                    <a:pt x="1936265" y="97854"/>
                  </a:cubicBezTo>
                  <a:cubicBezTo>
                    <a:pt x="1872572" y="97854"/>
                    <a:pt x="1872572" y="97854"/>
                    <a:pt x="1872572" y="97854"/>
                  </a:cubicBezTo>
                  <a:cubicBezTo>
                    <a:pt x="1876818" y="114872"/>
                    <a:pt x="1876818" y="140399"/>
                    <a:pt x="1876818" y="165926"/>
                  </a:cubicBezTo>
                  <a:cubicBezTo>
                    <a:pt x="1876818" y="319088"/>
                    <a:pt x="1876818" y="319088"/>
                    <a:pt x="1876818" y="319088"/>
                  </a:cubicBezTo>
                  <a:cubicBezTo>
                    <a:pt x="1949003" y="319088"/>
                    <a:pt x="1949003" y="319088"/>
                    <a:pt x="1949003" y="319088"/>
                  </a:cubicBezTo>
                  <a:cubicBezTo>
                    <a:pt x="1949003" y="191453"/>
                    <a:pt x="1949003" y="191453"/>
                    <a:pt x="1949003" y="191453"/>
                  </a:cubicBezTo>
                  <a:cubicBezTo>
                    <a:pt x="1949003" y="182944"/>
                    <a:pt x="1949003" y="178689"/>
                    <a:pt x="1949003" y="174435"/>
                  </a:cubicBezTo>
                  <a:cubicBezTo>
                    <a:pt x="1957496" y="161671"/>
                    <a:pt x="1970234" y="148908"/>
                    <a:pt x="1987219" y="148908"/>
                  </a:cubicBezTo>
                  <a:cubicBezTo>
                    <a:pt x="2012696" y="148908"/>
                    <a:pt x="2025435" y="165926"/>
                    <a:pt x="2025435" y="195707"/>
                  </a:cubicBezTo>
                  <a:lnTo>
                    <a:pt x="2025435" y="319088"/>
                  </a:lnTo>
                  <a:close/>
                  <a:moveTo>
                    <a:pt x="2225006" y="34036"/>
                  </a:moveTo>
                  <a:cubicBezTo>
                    <a:pt x="2225006" y="12764"/>
                    <a:pt x="2208021" y="0"/>
                    <a:pt x="2186790" y="0"/>
                  </a:cubicBezTo>
                  <a:cubicBezTo>
                    <a:pt x="2161313" y="0"/>
                    <a:pt x="2148574" y="12764"/>
                    <a:pt x="2148574" y="34036"/>
                  </a:cubicBezTo>
                  <a:cubicBezTo>
                    <a:pt x="2148574" y="51054"/>
                    <a:pt x="2161313" y="68072"/>
                    <a:pt x="2186790" y="68072"/>
                  </a:cubicBezTo>
                  <a:cubicBezTo>
                    <a:pt x="2208021" y="68072"/>
                    <a:pt x="2225006" y="51054"/>
                    <a:pt x="2225006" y="34036"/>
                  </a:cubicBezTo>
                  <a:moveTo>
                    <a:pt x="2407592" y="319088"/>
                  </a:moveTo>
                  <a:cubicBezTo>
                    <a:pt x="2496762" y="97854"/>
                    <a:pt x="2496762" y="97854"/>
                    <a:pt x="2496762" y="97854"/>
                  </a:cubicBezTo>
                  <a:cubicBezTo>
                    <a:pt x="2420331" y="97854"/>
                    <a:pt x="2420331" y="97854"/>
                    <a:pt x="2420331" y="97854"/>
                  </a:cubicBezTo>
                  <a:cubicBezTo>
                    <a:pt x="2390607" y="199962"/>
                    <a:pt x="2390607" y="199962"/>
                    <a:pt x="2390607" y="199962"/>
                  </a:cubicBezTo>
                  <a:cubicBezTo>
                    <a:pt x="2382115" y="221234"/>
                    <a:pt x="2382115" y="238252"/>
                    <a:pt x="2377869" y="255270"/>
                  </a:cubicBezTo>
                  <a:cubicBezTo>
                    <a:pt x="2373623" y="255270"/>
                    <a:pt x="2373623" y="255270"/>
                    <a:pt x="2373623" y="255270"/>
                  </a:cubicBezTo>
                  <a:cubicBezTo>
                    <a:pt x="2369377" y="238252"/>
                    <a:pt x="2365130" y="221234"/>
                    <a:pt x="2360884" y="199962"/>
                  </a:cubicBezTo>
                  <a:cubicBezTo>
                    <a:pt x="2331161" y="97854"/>
                    <a:pt x="2331161" y="97854"/>
                    <a:pt x="2331161" y="97854"/>
                  </a:cubicBezTo>
                  <a:cubicBezTo>
                    <a:pt x="2250483" y="97854"/>
                    <a:pt x="2250483" y="97854"/>
                    <a:pt x="2250483" y="97854"/>
                  </a:cubicBezTo>
                  <a:cubicBezTo>
                    <a:pt x="2335407" y="319088"/>
                    <a:pt x="2335407" y="319088"/>
                    <a:pt x="2335407" y="319088"/>
                  </a:cubicBezTo>
                  <a:lnTo>
                    <a:pt x="2407592" y="319088"/>
                  </a:lnTo>
                  <a:close/>
                  <a:moveTo>
                    <a:pt x="2658118" y="182944"/>
                  </a:moveTo>
                  <a:cubicBezTo>
                    <a:pt x="2573194" y="182944"/>
                    <a:pt x="2573194" y="182944"/>
                    <a:pt x="2573194" y="182944"/>
                  </a:cubicBezTo>
                  <a:cubicBezTo>
                    <a:pt x="2573194" y="165926"/>
                    <a:pt x="2585932" y="136144"/>
                    <a:pt x="2615656" y="136144"/>
                  </a:cubicBezTo>
                  <a:cubicBezTo>
                    <a:pt x="2649625" y="136144"/>
                    <a:pt x="2658118" y="165926"/>
                    <a:pt x="2658118" y="182944"/>
                  </a:cubicBezTo>
                  <a:moveTo>
                    <a:pt x="2721811" y="229743"/>
                  </a:moveTo>
                  <a:cubicBezTo>
                    <a:pt x="2721811" y="225489"/>
                    <a:pt x="2726057" y="212725"/>
                    <a:pt x="2726057" y="204216"/>
                  </a:cubicBezTo>
                  <a:cubicBezTo>
                    <a:pt x="2726057" y="148908"/>
                    <a:pt x="2696333" y="89345"/>
                    <a:pt x="2619902" y="89345"/>
                  </a:cubicBezTo>
                  <a:cubicBezTo>
                    <a:pt x="2539224" y="89345"/>
                    <a:pt x="2501009" y="153162"/>
                    <a:pt x="2501009" y="208471"/>
                  </a:cubicBezTo>
                  <a:cubicBezTo>
                    <a:pt x="2501009" y="280797"/>
                    <a:pt x="2547717" y="323342"/>
                    <a:pt x="2628394" y="323342"/>
                  </a:cubicBezTo>
                  <a:cubicBezTo>
                    <a:pt x="2658118" y="323342"/>
                    <a:pt x="2687841" y="319088"/>
                    <a:pt x="2713318" y="310579"/>
                  </a:cubicBezTo>
                  <a:cubicBezTo>
                    <a:pt x="2700580" y="263779"/>
                    <a:pt x="2700580" y="263779"/>
                    <a:pt x="2700580" y="263779"/>
                  </a:cubicBezTo>
                  <a:cubicBezTo>
                    <a:pt x="2683595" y="268034"/>
                    <a:pt x="2662364" y="272288"/>
                    <a:pt x="2636887" y="272288"/>
                  </a:cubicBezTo>
                  <a:cubicBezTo>
                    <a:pt x="2602917" y="272288"/>
                    <a:pt x="2573194" y="259525"/>
                    <a:pt x="2573194" y="229743"/>
                  </a:cubicBezTo>
                  <a:lnTo>
                    <a:pt x="2721811" y="229743"/>
                  </a:lnTo>
                  <a:close/>
                  <a:moveTo>
                    <a:pt x="2900151" y="157417"/>
                  </a:moveTo>
                  <a:cubicBezTo>
                    <a:pt x="2912889" y="93599"/>
                    <a:pt x="2912889" y="93599"/>
                    <a:pt x="2912889" y="93599"/>
                  </a:cubicBezTo>
                  <a:cubicBezTo>
                    <a:pt x="2908643" y="93599"/>
                    <a:pt x="2900151" y="89345"/>
                    <a:pt x="2891658" y="89345"/>
                  </a:cubicBezTo>
                  <a:cubicBezTo>
                    <a:pt x="2870427" y="89345"/>
                    <a:pt x="2840704" y="106363"/>
                    <a:pt x="2832212" y="136144"/>
                  </a:cubicBezTo>
                  <a:cubicBezTo>
                    <a:pt x="2827966" y="136144"/>
                    <a:pt x="2827966" y="136144"/>
                    <a:pt x="2827966" y="136144"/>
                  </a:cubicBezTo>
                  <a:cubicBezTo>
                    <a:pt x="2823719" y="97854"/>
                    <a:pt x="2823719" y="97854"/>
                    <a:pt x="2823719" y="97854"/>
                  </a:cubicBezTo>
                  <a:cubicBezTo>
                    <a:pt x="2764273" y="97854"/>
                    <a:pt x="2764273" y="97854"/>
                    <a:pt x="2764273" y="97854"/>
                  </a:cubicBezTo>
                  <a:cubicBezTo>
                    <a:pt x="2764273" y="114872"/>
                    <a:pt x="2764273" y="136144"/>
                    <a:pt x="2764273" y="170180"/>
                  </a:cubicBezTo>
                  <a:cubicBezTo>
                    <a:pt x="2764273" y="319088"/>
                    <a:pt x="2764273" y="319088"/>
                    <a:pt x="2764273" y="319088"/>
                  </a:cubicBezTo>
                  <a:cubicBezTo>
                    <a:pt x="2836458" y="319088"/>
                    <a:pt x="2836458" y="319088"/>
                    <a:pt x="2836458" y="319088"/>
                  </a:cubicBezTo>
                  <a:cubicBezTo>
                    <a:pt x="2836458" y="208471"/>
                    <a:pt x="2836458" y="208471"/>
                    <a:pt x="2836458" y="208471"/>
                  </a:cubicBezTo>
                  <a:cubicBezTo>
                    <a:pt x="2836458" y="199962"/>
                    <a:pt x="2836458" y="195707"/>
                    <a:pt x="2840704" y="191453"/>
                  </a:cubicBezTo>
                  <a:cubicBezTo>
                    <a:pt x="2844950" y="170180"/>
                    <a:pt x="2861935" y="157417"/>
                    <a:pt x="2887412" y="157417"/>
                  </a:cubicBezTo>
                  <a:cubicBezTo>
                    <a:pt x="2895905" y="157417"/>
                    <a:pt x="2891658" y="153162"/>
                    <a:pt x="2900151" y="157417"/>
                  </a:cubicBezTo>
                  <a:moveTo>
                    <a:pt x="3006306" y="157417"/>
                  </a:moveTo>
                  <a:cubicBezTo>
                    <a:pt x="3006306" y="144653"/>
                    <a:pt x="3014798" y="140399"/>
                    <a:pt x="3031783" y="140399"/>
                  </a:cubicBezTo>
                  <a:cubicBezTo>
                    <a:pt x="3053014" y="140399"/>
                    <a:pt x="3074245" y="144653"/>
                    <a:pt x="3082737" y="153162"/>
                  </a:cubicBezTo>
                  <a:cubicBezTo>
                    <a:pt x="3095476" y="102108"/>
                    <a:pt x="3095476" y="102108"/>
                    <a:pt x="3095476" y="102108"/>
                  </a:cubicBezTo>
                  <a:cubicBezTo>
                    <a:pt x="3082737" y="97854"/>
                    <a:pt x="3057260" y="89345"/>
                    <a:pt x="3031783" y="89345"/>
                  </a:cubicBezTo>
                  <a:cubicBezTo>
                    <a:pt x="2972336" y="89345"/>
                    <a:pt x="2934120" y="123381"/>
                    <a:pt x="2934120" y="165926"/>
                  </a:cubicBezTo>
                  <a:cubicBezTo>
                    <a:pt x="2934120" y="191453"/>
                    <a:pt x="2955351" y="216980"/>
                    <a:pt x="3002059" y="229743"/>
                  </a:cubicBezTo>
                  <a:cubicBezTo>
                    <a:pt x="3031783" y="238252"/>
                    <a:pt x="3036029" y="246761"/>
                    <a:pt x="3036029" y="259525"/>
                  </a:cubicBezTo>
                  <a:cubicBezTo>
                    <a:pt x="3036029" y="268034"/>
                    <a:pt x="3027537" y="276543"/>
                    <a:pt x="3006306" y="276543"/>
                  </a:cubicBezTo>
                  <a:cubicBezTo>
                    <a:pt x="2985075" y="276543"/>
                    <a:pt x="2955351" y="268034"/>
                    <a:pt x="2942613" y="259525"/>
                  </a:cubicBezTo>
                  <a:cubicBezTo>
                    <a:pt x="2929874" y="310579"/>
                    <a:pt x="2929874" y="310579"/>
                    <a:pt x="2929874" y="310579"/>
                  </a:cubicBezTo>
                  <a:cubicBezTo>
                    <a:pt x="2946859" y="319088"/>
                    <a:pt x="2976582" y="323342"/>
                    <a:pt x="3006306" y="323342"/>
                  </a:cubicBezTo>
                  <a:cubicBezTo>
                    <a:pt x="3074245" y="323342"/>
                    <a:pt x="3108214" y="293561"/>
                    <a:pt x="3108214" y="251016"/>
                  </a:cubicBezTo>
                  <a:cubicBezTo>
                    <a:pt x="3108214" y="221234"/>
                    <a:pt x="3086983" y="195707"/>
                    <a:pt x="3044521" y="182944"/>
                  </a:cubicBezTo>
                  <a:cubicBezTo>
                    <a:pt x="3014798" y="174435"/>
                    <a:pt x="3006306" y="165926"/>
                    <a:pt x="3006306" y="157417"/>
                  </a:cubicBezTo>
                  <a:moveTo>
                    <a:pt x="3222862" y="34036"/>
                  </a:moveTo>
                  <a:cubicBezTo>
                    <a:pt x="3218615" y="12764"/>
                    <a:pt x="3205877" y="0"/>
                    <a:pt x="3184646" y="0"/>
                  </a:cubicBezTo>
                  <a:cubicBezTo>
                    <a:pt x="3159169" y="0"/>
                    <a:pt x="3142184" y="12764"/>
                    <a:pt x="3142184" y="34036"/>
                  </a:cubicBezTo>
                  <a:cubicBezTo>
                    <a:pt x="3142184" y="51054"/>
                    <a:pt x="3159169" y="68072"/>
                    <a:pt x="3180400" y="68072"/>
                  </a:cubicBezTo>
                  <a:cubicBezTo>
                    <a:pt x="3205877" y="68072"/>
                    <a:pt x="3222862" y="51054"/>
                    <a:pt x="3222862" y="34036"/>
                  </a:cubicBezTo>
                  <a:moveTo>
                    <a:pt x="3354494" y="229743"/>
                  </a:moveTo>
                  <a:cubicBezTo>
                    <a:pt x="3354494" y="148908"/>
                    <a:pt x="3354494" y="148908"/>
                    <a:pt x="3354494" y="148908"/>
                  </a:cubicBezTo>
                  <a:cubicBezTo>
                    <a:pt x="3405448" y="148908"/>
                    <a:pt x="3405448" y="148908"/>
                    <a:pt x="3405448" y="148908"/>
                  </a:cubicBezTo>
                  <a:cubicBezTo>
                    <a:pt x="3405448" y="97854"/>
                    <a:pt x="3405448" y="97854"/>
                    <a:pt x="3405448" y="97854"/>
                  </a:cubicBezTo>
                  <a:cubicBezTo>
                    <a:pt x="3354494" y="97854"/>
                    <a:pt x="3354494" y="97854"/>
                    <a:pt x="3354494" y="97854"/>
                  </a:cubicBezTo>
                  <a:cubicBezTo>
                    <a:pt x="3354494" y="68072"/>
                    <a:pt x="3354494" y="68072"/>
                    <a:pt x="3354494" y="68072"/>
                  </a:cubicBezTo>
                  <a:cubicBezTo>
                    <a:pt x="3282308" y="68072"/>
                    <a:pt x="3282308" y="68072"/>
                    <a:pt x="3282308" y="68072"/>
                  </a:cubicBezTo>
                  <a:cubicBezTo>
                    <a:pt x="3282308" y="97854"/>
                    <a:pt x="3282308" y="97854"/>
                    <a:pt x="3282308" y="97854"/>
                  </a:cubicBezTo>
                  <a:cubicBezTo>
                    <a:pt x="3248339" y="97854"/>
                    <a:pt x="3248339" y="97854"/>
                    <a:pt x="3248339" y="97854"/>
                  </a:cubicBezTo>
                  <a:cubicBezTo>
                    <a:pt x="3248339" y="148908"/>
                    <a:pt x="3248339" y="148908"/>
                    <a:pt x="3248339" y="148908"/>
                  </a:cubicBezTo>
                  <a:cubicBezTo>
                    <a:pt x="3282308" y="148908"/>
                    <a:pt x="3282308" y="148908"/>
                    <a:pt x="3282308" y="148908"/>
                  </a:cubicBezTo>
                  <a:cubicBezTo>
                    <a:pt x="3282308" y="238252"/>
                    <a:pt x="3282308" y="238252"/>
                    <a:pt x="3282308" y="238252"/>
                  </a:cubicBezTo>
                  <a:cubicBezTo>
                    <a:pt x="3282308" y="272288"/>
                    <a:pt x="3286555" y="293561"/>
                    <a:pt x="3299293" y="306324"/>
                  </a:cubicBezTo>
                  <a:cubicBezTo>
                    <a:pt x="3312032" y="314833"/>
                    <a:pt x="3333263" y="323342"/>
                    <a:pt x="3354494" y="323342"/>
                  </a:cubicBezTo>
                  <a:cubicBezTo>
                    <a:pt x="3375725" y="323342"/>
                    <a:pt x="3388463" y="323342"/>
                    <a:pt x="3396956" y="319088"/>
                  </a:cubicBezTo>
                  <a:cubicBezTo>
                    <a:pt x="3409694" y="263779"/>
                    <a:pt x="3409694" y="263779"/>
                    <a:pt x="3409694" y="263779"/>
                  </a:cubicBezTo>
                  <a:cubicBezTo>
                    <a:pt x="3405448" y="268034"/>
                    <a:pt x="3392709" y="268034"/>
                    <a:pt x="3379971" y="268034"/>
                  </a:cubicBezTo>
                  <a:cubicBezTo>
                    <a:pt x="3358740" y="268034"/>
                    <a:pt x="3354494" y="255270"/>
                    <a:pt x="3354494" y="229743"/>
                  </a:cubicBezTo>
                  <a:moveTo>
                    <a:pt x="3668712" y="97854"/>
                  </a:moveTo>
                  <a:cubicBezTo>
                    <a:pt x="3592281" y="97854"/>
                    <a:pt x="3592281" y="97854"/>
                    <a:pt x="3592281" y="97854"/>
                  </a:cubicBezTo>
                  <a:cubicBezTo>
                    <a:pt x="3562557" y="204216"/>
                    <a:pt x="3562557" y="204216"/>
                    <a:pt x="3562557" y="204216"/>
                  </a:cubicBezTo>
                  <a:cubicBezTo>
                    <a:pt x="3562557" y="221234"/>
                    <a:pt x="3558311" y="233998"/>
                    <a:pt x="3554065" y="246761"/>
                  </a:cubicBezTo>
                  <a:cubicBezTo>
                    <a:pt x="3554065" y="246761"/>
                    <a:pt x="3554065" y="246761"/>
                    <a:pt x="3554065" y="246761"/>
                  </a:cubicBezTo>
                  <a:cubicBezTo>
                    <a:pt x="3549819" y="238252"/>
                    <a:pt x="3545572" y="221234"/>
                    <a:pt x="3541326" y="208471"/>
                  </a:cubicBezTo>
                  <a:cubicBezTo>
                    <a:pt x="3507357" y="97854"/>
                    <a:pt x="3507357" y="97854"/>
                    <a:pt x="3507357" y="97854"/>
                  </a:cubicBezTo>
                  <a:cubicBezTo>
                    <a:pt x="3426679" y="97854"/>
                    <a:pt x="3426679" y="97854"/>
                    <a:pt x="3426679" y="97854"/>
                  </a:cubicBezTo>
                  <a:cubicBezTo>
                    <a:pt x="3511603" y="302070"/>
                    <a:pt x="3511603" y="302070"/>
                    <a:pt x="3511603" y="302070"/>
                  </a:cubicBezTo>
                  <a:cubicBezTo>
                    <a:pt x="3511603" y="306324"/>
                    <a:pt x="3515849" y="310579"/>
                    <a:pt x="3515849" y="314833"/>
                  </a:cubicBezTo>
                  <a:cubicBezTo>
                    <a:pt x="3515849" y="314833"/>
                    <a:pt x="3511603" y="319088"/>
                    <a:pt x="3511603" y="323342"/>
                  </a:cubicBezTo>
                  <a:cubicBezTo>
                    <a:pt x="3503110" y="331851"/>
                    <a:pt x="3481879" y="357378"/>
                    <a:pt x="3456402" y="365887"/>
                  </a:cubicBezTo>
                  <a:cubicBezTo>
                    <a:pt x="3439418" y="425450"/>
                    <a:pt x="3439418" y="425450"/>
                    <a:pt x="3439418" y="425450"/>
                  </a:cubicBezTo>
                  <a:cubicBezTo>
                    <a:pt x="3477633" y="425450"/>
                    <a:pt x="3507357" y="412687"/>
                    <a:pt x="3532834" y="391414"/>
                  </a:cubicBezTo>
                  <a:cubicBezTo>
                    <a:pt x="3558311" y="370142"/>
                    <a:pt x="3583788" y="331851"/>
                    <a:pt x="3617758" y="242507"/>
                  </a:cubicBezTo>
                  <a:lnTo>
                    <a:pt x="3668712" y="978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>
            <a:xfrm>
              <a:off x="3633788" y="746125"/>
              <a:ext cx="823912" cy="952500"/>
            </a:xfrm>
            <a:custGeom>
              <a:avLst/>
              <a:gdLst>
                <a:gd name="T0" fmla="*/ 187 w 194"/>
                <a:gd name="T1" fmla="*/ 177 h 224"/>
                <a:gd name="T2" fmla="*/ 173 w 194"/>
                <a:gd name="T3" fmla="*/ 178 h 224"/>
                <a:gd name="T4" fmla="*/ 152 w 194"/>
                <a:gd name="T5" fmla="*/ 178 h 224"/>
                <a:gd name="T6" fmla="*/ 142 w 194"/>
                <a:gd name="T7" fmla="*/ 166 h 224"/>
                <a:gd name="T8" fmla="*/ 115 w 194"/>
                <a:gd name="T9" fmla="*/ 128 h 224"/>
                <a:gd name="T10" fmla="*/ 101 w 194"/>
                <a:gd name="T11" fmla="*/ 98 h 224"/>
                <a:gd name="T12" fmla="*/ 122 w 194"/>
                <a:gd name="T13" fmla="*/ 83 h 224"/>
                <a:gd name="T14" fmla="*/ 137 w 194"/>
                <a:gd name="T15" fmla="*/ 68 h 224"/>
                <a:gd name="T16" fmla="*/ 132 w 194"/>
                <a:gd name="T17" fmla="*/ 65 h 224"/>
                <a:gd name="T18" fmla="*/ 112 w 194"/>
                <a:gd name="T19" fmla="*/ 67 h 224"/>
                <a:gd name="T20" fmla="*/ 106 w 194"/>
                <a:gd name="T21" fmla="*/ 69 h 224"/>
                <a:gd name="T22" fmla="*/ 100 w 194"/>
                <a:gd name="T23" fmla="*/ 69 h 224"/>
                <a:gd name="T24" fmla="*/ 98 w 194"/>
                <a:gd name="T25" fmla="*/ 66 h 224"/>
                <a:gd name="T26" fmla="*/ 93 w 194"/>
                <a:gd name="T27" fmla="*/ 58 h 224"/>
                <a:gd name="T28" fmla="*/ 118 w 194"/>
                <a:gd name="T29" fmla="*/ 46 h 224"/>
                <a:gd name="T30" fmla="*/ 138 w 194"/>
                <a:gd name="T31" fmla="*/ 27 h 224"/>
                <a:gd name="T32" fmla="*/ 149 w 194"/>
                <a:gd name="T33" fmla="*/ 16 h 224"/>
                <a:gd name="T34" fmla="*/ 152 w 194"/>
                <a:gd name="T35" fmla="*/ 9 h 224"/>
                <a:gd name="T36" fmla="*/ 149 w 194"/>
                <a:gd name="T37" fmla="*/ 2 h 224"/>
                <a:gd name="T38" fmla="*/ 136 w 194"/>
                <a:gd name="T39" fmla="*/ 3 h 224"/>
                <a:gd name="T40" fmla="*/ 122 w 194"/>
                <a:gd name="T41" fmla="*/ 6 h 224"/>
                <a:gd name="T42" fmla="*/ 114 w 194"/>
                <a:gd name="T43" fmla="*/ 10 h 224"/>
                <a:gd name="T44" fmla="*/ 90 w 194"/>
                <a:gd name="T45" fmla="*/ 21 h 224"/>
                <a:gd name="T46" fmla="*/ 74 w 194"/>
                <a:gd name="T47" fmla="*/ 26 h 224"/>
                <a:gd name="T48" fmla="*/ 67 w 194"/>
                <a:gd name="T49" fmla="*/ 30 h 224"/>
                <a:gd name="T50" fmla="*/ 69 w 194"/>
                <a:gd name="T51" fmla="*/ 37 h 224"/>
                <a:gd name="T52" fmla="*/ 75 w 194"/>
                <a:gd name="T53" fmla="*/ 45 h 224"/>
                <a:gd name="T54" fmla="*/ 82 w 194"/>
                <a:gd name="T55" fmla="*/ 50 h 224"/>
                <a:gd name="T56" fmla="*/ 75 w 194"/>
                <a:gd name="T57" fmla="*/ 50 h 224"/>
                <a:gd name="T58" fmla="*/ 72 w 194"/>
                <a:gd name="T59" fmla="*/ 59 h 224"/>
                <a:gd name="T60" fmla="*/ 72 w 194"/>
                <a:gd name="T61" fmla="*/ 75 h 224"/>
                <a:gd name="T62" fmla="*/ 71 w 194"/>
                <a:gd name="T63" fmla="*/ 87 h 224"/>
                <a:gd name="T64" fmla="*/ 69 w 194"/>
                <a:gd name="T65" fmla="*/ 102 h 224"/>
                <a:gd name="T66" fmla="*/ 26 w 194"/>
                <a:gd name="T67" fmla="*/ 131 h 224"/>
                <a:gd name="T68" fmla="*/ 8 w 194"/>
                <a:gd name="T69" fmla="*/ 128 h 224"/>
                <a:gd name="T70" fmla="*/ 15 w 194"/>
                <a:gd name="T71" fmla="*/ 154 h 224"/>
                <a:gd name="T72" fmla="*/ 26 w 194"/>
                <a:gd name="T73" fmla="*/ 163 h 224"/>
                <a:gd name="T74" fmla="*/ 52 w 194"/>
                <a:gd name="T75" fmla="*/ 153 h 224"/>
                <a:gd name="T76" fmla="*/ 68 w 194"/>
                <a:gd name="T77" fmla="*/ 129 h 224"/>
                <a:gd name="T78" fmla="*/ 57 w 194"/>
                <a:gd name="T79" fmla="*/ 177 h 224"/>
                <a:gd name="T80" fmla="*/ 24 w 194"/>
                <a:gd name="T81" fmla="*/ 207 h 224"/>
                <a:gd name="T82" fmla="*/ 2 w 194"/>
                <a:gd name="T83" fmla="*/ 212 h 224"/>
                <a:gd name="T84" fmla="*/ 36 w 194"/>
                <a:gd name="T85" fmla="*/ 222 h 224"/>
                <a:gd name="T86" fmla="*/ 58 w 194"/>
                <a:gd name="T87" fmla="*/ 205 h 224"/>
                <a:gd name="T88" fmla="*/ 78 w 194"/>
                <a:gd name="T89" fmla="*/ 175 h 224"/>
                <a:gd name="T90" fmla="*/ 84 w 194"/>
                <a:gd name="T91" fmla="*/ 145 h 224"/>
                <a:gd name="T92" fmla="*/ 87 w 194"/>
                <a:gd name="T93" fmla="*/ 131 h 224"/>
                <a:gd name="T94" fmla="*/ 92 w 194"/>
                <a:gd name="T95" fmla="*/ 105 h 224"/>
                <a:gd name="T96" fmla="*/ 106 w 194"/>
                <a:gd name="T97" fmla="*/ 163 h 224"/>
                <a:gd name="T98" fmla="*/ 136 w 194"/>
                <a:gd name="T99" fmla="*/ 205 h 224"/>
                <a:gd name="T100" fmla="*/ 160 w 194"/>
                <a:gd name="T101" fmla="*/ 196 h 224"/>
                <a:gd name="T102" fmla="*/ 186 w 194"/>
                <a:gd name="T103" fmla="*/ 186 h 224"/>
                <a:gd name="T104" fmla="*/ 187 w 194"/>
                <a:gd name="T105" fmla="*/ 177 h 224"/>
                <a:gd name="T106" fmla="*/ 98 w 194"/>
                <a:gd name="T107" fmla="*/ 77 h 224"/>
                <a:gd name="T108" fmla="*/ 99 w 194"/>
                <a:gd name="T109" fmla="*/ 75 h 224"/>
                <a:gd name="T110" fmla="*/ 106 w 194"/>
                <a:gd name="T111" fmla="*/ 79 h 224"/>
                <a:gd name="T112" fmla="*/ 97 w 194"/>
                <a:gd name="T113" fmla="*/ 85 h 224"/>
                <a:gd name="T114" fmla="*/ 98 w 194"/>
                <a:gd name="T115" fmla="*/ 77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23912" h="952500">
                  <a:moveTo>
                    <a:pt x="794183" y="752645"/>
                  </a:moveTo>
                  <a:cubicBezTo>
                    <a:pt x="777195" y="752645"/>
                    <a:pt x="772948" y="752645"/>
                    <a:pt x="734726" y="756897"/>
                  </a:cubicBezTo>
                  <a:cubicBezTo>
                    <a:pt x="700750" y="761150"/>
                    <a:pt x="649786" y="761150"/>
                    <a:pt x="645539" y="756897"/>
                  </a:cubicBezTo>
                  <a:cubicBezTo>
                    <a:pt x="641292" y="752645"/>
                    <a:pt x="615811" y="727132"/>
                    <a:pt x="603070" y="705871"/>
                  </a:cubicBezTo>
                  <a:cubicBezTo>
                    <a:pt x="586082" y="684609"/>
                    <a:pt x="509636" y="582556"/>
                    <a:pt x="488401" y="544286"/>
                  </a:cubicBezTo>
                  <a:cubicBezTo>
                    <a:pt x="467167" y="510268"/>
                    <a:pt x="428944" y="416719"/>
                    <a:pt x="428944" y="416719"/>
                  </a:cubicBezTo>
                  <a:cubicBezTo>
                    <a:pt x="428944" y="416719"/>
                    <a:pt x="462920" y="382701"/>
                    <a:pt x="518130" y="352935"/>
                  </a:cubicBezTo>
                  <a:cubicBezTo>
                    <a:pt x="577588" y="318917"/>
                    <a:pt x="581835" y="301908"/>
                    <a:pt x="581835" y="289152"/>
                  </a:cubicBezTo>
                  <a:cubicBezTo>
                    <a:pt x="586082" y="276395"/>
                    <a:pt x="586082" y="263638"/>
                    <a:pt x="560600" y="276395"/>
                  </a:cubicBezTo>
                  <a:cubicBezTo>
                    <a:pt x="535118" y="284900"/>
                    <a:pt x="479908" y="284900"/>
                    <a:pt x="475661" y="284900"/>
                  </a:cubicBezTo>
                  <a:cubicBezTo>
                    <a:pt x="471414" y="284900"/>
                    <a:pt x="462920" y="284900"/>
                    <a:pt x="450179" y="293404"/>
                  </a:cubicBezTo>
                  <a:cubicBezTo>
                    <a:pt x="441685" y="297656"/>
                    <a:pt x="424697" y="293404"/>
                    <a:pt x="424697" y="293404"/>
                  </a:cubicBezTo>
                  <a:cubicBezTo>
                    <a:pt x="424697" y="293404"/>
                    <a:pt x="416203" y="289152"/>
                    <a:pt x="416203" y="280647"/>
                  </a:cubicBezTo>
                  <a:cubicBezTo>
                    <a:pt x="416203" y="267891"/>
                    <a:pt x="394968" y="246629"/>
                    <a:pt x="394968" y="246629"/>
                  </a:cubicBezTo>
                  <a:cubicBezTo>
                    <a:pt x="420450" y="255134"/>
                    <a:pt x="479908" y="216864"/>
                    <a:pt x="501142" y="195603"/>
                  </a:cubicBezTo>
                  <a:cubicBezTo>
                    <a:pt x="526624" y="170089"/>
                    <a:pt x="569094" y="131819"/>
                    <a:pt x="586082" y="114810"/>
                  </a:cubicBezTo>
                  <a:cubicBezTo>
                    <a:pt x="598823" y="97801"/>
                    <a:pt x="620057" y="102054"/>
                    <a:pt x="632798" y="68036"/>
                  </a:cubicBezTo>
                  <a:cubicBezTo>
                    <a:pt x="641292" y="46775"/>
                    <a:pt x="637045" y="63783"/>
                    <a:pt x="645539" y="38270"/>
                  </a:cubicBezTo>
                  <a:cubicBezTo>
                    <a:pt x="654033" y="12757"/>
                    <a:pt x="645539" y="12757"/>
                    <a:pt x="632798" y="8504"/>
                  </a:cubicBezTo>
                  <a:cubicBezTo>
                    <a:pt x="620057" y="0"/>
                    <a:pt x="598823" y="8504"/>
                    <a:pt x="577588" y="12757"/>
                  </a:cubicBezTo>
                  <a:cubicBezTo>
                    <a:pt x="556353" y="17009"/>
                    <a:pt x="530871" y="21261"/>
                    <a:pt x="518130" y="25513"/>
                  </a:cubicBezTo>
                  <a:cubicBezTo>
                    <a:pt x="505389" y="25513"/>
                    <a:pt x="513883" y="25513"/>
                    <a:pt x="484154" y="42522"/>
                  </a:cubicBezTo>
                  <a:cubicBezTo>
                    <a:pt x="458673" y="59531"/>
                    <a:pt x="420450" y="72288"/>
                    <a:pt x="382227" y="89297"/>
                  </a:cubicBezTo>
                  <a:cubicBezTo>
                    <a:pt x="344004" y="106306"/>
                    <a:pt x="327017" y="110558"/>
                    <a:pt x="314276" y="110558"/>
                  </a:cubicBezTo>
                  <a:cubicBezTo>
                    <a:pt x="305782" y="110558"/>
                    <a:pt x="293041" y="106306"/>
                    <a:pt x="284547" y="127567"/>
                  </a:cubicBezTo>
                  <a:cubicBezTo>
                    <a:pt x="276053" y="140324"/>
                    <a:pt x="284547" y="148828"/>
                    <a:pt x="293041" y="157333"/>
                  </a:cubicBezTo>
                  <a:cubicBezTo>
                    <a:pt x="305782" y="170089"/>
                    <a:pt x="310029" y="178594"/>
                    <a:pt x="318523" y="191350"/>
                  </a:cubicBezTo>
                  <a:cubicBezTo>
                    <a:pt x="327017" y="199855"/>
                    <a:pt x="339758" y="204107"/>
                    <a:pt x="348251" y="212612"/>
                  </a:cubicBezTo>
                  <a:cubicBezTo>
                    <a:pt x="348251" y="212612"/>
                    <a:pt x="335511" y="212612"/>
                    <a:pt x="318523" y="212612"/>
                  </a:cubicBezTo>
                  <a:cubicBezTo>
                    <a:pt x="301535" y="216864"/>
                    <a:pt x="305782" y="238125"/>
                    <a:pt x="305782" y="250882"/>
                  </a:cubicBezTo>
                  <a:cubicBezTo>
                    <a:pt x="305782" y="263638"/>
                    <a:pt x="310029" y="306161"/>
                    <a:pt x="305782" y="318917"/>
                  </a:cubicBezTo>
                  <a:cubicBezTo>
                    <a:pt x="301535" y="331674"/>
                    <a:pt x="301535" y="352935"/>
                    <a:pt x="301535" y="369944"/>
                  </a:cubicBezTo>
                  <a:cubicBezTo>
                    <a:pt x="301535" y="386953"/>
                    <a:pt x="293041" y="433728"/>
                    <a:pt x="293041" y="433728"/>
                  </a:cubicBezTo>
                  <a:cubicBezTo>
                    <a:pt x="276053" y="450737"/>
                    <a:pt x="135903" y="540033"/>
                    <a:pt x="110421" y="557042"/>
                  </a:cubicBezTo>
                  <a:cubicBezTo>
                    <a:pt x="84939" y="569799"/>
                    <a:pt x="33976" y="544286"/>
                    <a:pt x="33976" y="544286"/>
                  </a:cubicBezTo>
                  <a:cubicBezTo>
                    <a:pt x="16988" y="574051"/>
                    <a:pt x="42470" y="633583"/>
                    <a:pt x="63705" y="654844"/>
                  </a:cubicBezTo>
                  <a:cubicBezTo>
                    <a:pt x="76445" y="671853"/>
                    <a:pt x="93433" y="684609"/>
                    <a:pt x="110421" y="693114"/>
                  </a:cubicBezTo>
                  <a:cubicBezTo>
                    <a:pt x="140150" y="705871"/>
                    <a:pt x="186867" y="688862"/>
                    <a:pt x="220842" y="650592"/>
                  </a:cubicBezTo>
                  <a:cubicBezTo>
                    <a:pt x="250571" y="612321"/>
                    <a:pt x="288794" y="548538"/>
                    <a:pt x="288794" y="548538"/>
                  </a:cubicBezTo>
                  <a:cubicBezTo>
                    <a:pt x="293041" y="599565"/>
                    <a:pt x="288794" y="637835"/>
                    <a:pt x="242077" y="752645"/>
                  </a:cubicBezTo>
                  <a:cubicBezTo>
                    <a:pt x="195361" y="867455"/>
                    <a:pt x="135903" y="867455"/>
                    <a:pt x="101927" y="880212"/>
                  </a:cubicBezTo>
                  <a:cubicBezTo>
                    <a:pt x="67952" y="888717"/>
                    <a:pt x="12741" y="884464"/>
                    <a:pt x="8494" y="901473"/>
                  </a:cubicBezTo>
                  <a:cubicBezTo>
                    <a:pt x="0" y="926987"/>
                    <a:pt x="93433" y="952500"/>
                    <a:pt x="152891" y="943996"/>
                  </a:cubicBezTo>
                  <a:cubicBezTo>
                    <a:pt x="186867" y="935491"/>
                    <a:pt x="220842" y="897221"/>
                    <a:pt x="246324" y="871708"/>
                  </a:cubicBezTo>
                  <a:cubicBezTo>
                    <a:pt x="280300" y="833438"/>
                    <a:pt x="314276" y="795167"/>
                    <a:pt x="331264" y="744141"/>
                  </a:cubicBezTo>
                  <a:cubicBezTo>
                    <a:pt x="344004" y="701618"/>
                    <a:pt x="352498" y="659096"/>
                    <a:pt x="356745" y="616574"/>
                  </a:cubicBezTo>
                  <a:cubicBezTo>
                    <a:pt x="360992" y="599565"/>
                    <a:pt x="365239" y="578304"/>
                    <a:pt x="369486" y="557042"/>
                  </a:cubicBezTo>
                  <a:cubicBezTo>
                    <a:pt x="377980" y="506016"/>
                    <a:pt x="390721" y="446484"/>
                    <a:pt x="390721" y="446484"/>
                  </a:cubicBezTo>
                  <a:cubicBezTo>
                    <a:pt x="390721" y="446484"/>
                    <a:pt x="428944" y="616574"/>
                    <a:pt x="450179" y="693114"/>
                  </a:cubicBezTo>
                  <a:cubicBezTo>
                    <a:pt x="475661" y="769654"/>
                    <a:pt x="535118" y="858951"/>
                    <a:pt x="577588" y="871708"/>
                  </a:cubicBezTo>
                  <a:cubicBezTo>
                    <a:pt x="615811" y="880212"/>
                    <a:pt x="666774" y="837690"/>
                    <a:pt x="679515" y="833438"/>
                  </a:cubicBezTo>
                  <a:cubicBezTo>
                    <a:pt x="692256" y="829185"/>
                    <a:pt x="755960" y="803672"/>
                    <a:pt x="789936" y="790915"/>
                  </a:cubicBezTo>
                  <a:cubicBezTo>
                    <a:pt x="823912" y="778158"/>
                    <a:pt x="815418" y="748393"/>
                    <a:pt x="794183" y="752645"/>
                  </a:cubicBezTo>
                  <a:moveTo>
                    <a:pt x="416203" y="327422"/>
                  </a:moveTo>
                  <a:cubicBezTo>
                    <a:pt x="416203" y="327422"/>
                    <a:pt x="420450" y="318917"/>
                    <a:pt x="420450" y="318917"/>
                  </a:cubicBezTo>
                  <a:cubicBezTo>
                    <a:pt x="441685" y="310413"/>
                    <a:pt x="454426" y="331674"/>
                    <a:pt x="450179" y="335926"/>
                  </a:cubicBezTo>
                  <a:cubicBezTo>
                    <a:pt x="445932" y="335926"/>
                    <a:pt x="411956" y="361440"/>
                    <a:pt x="411956" y="361440"/>
                  </a:cubicBezTo>
                  <a:cubicBezTo>
                    <a:pt x="407709" y="344431"/>
                    <a:pt x="416203" y="327422"/>
                    <a:pt x="416203" y="3274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>
            <a:xfrm>
              <a:off x="5654675" y="908050"/>
              <a:ext cx="654050" cy="679450"/>
            </a:xfrm>
            <a:custGeom>
              <a:avLst/>
              <a:gdLst>
                <a:gd name="T0" fmla="*/ 145 w 154"/>
                <a:gd name="T1" fmla="*/ 129 h 160"/>
                <a:gd name="T2" fmla="*/ 144 w 154"/>
                <a:gd name="T3" fmla="*/ 129 h 160"/>
                <a:gd name="T4" fmla="*/ 126 w 154"/>
                <a:gd name="T5" fmla="*/ 129 h 160"/>
                <a:gd name="T6" fmla="*/ 110 w 154"/>
                <a:gd name="T7" fmla="*/ 124 h 160"/>
                <a:gd name="T8" fmla="*/ 93 w 154"/>
                <a:gd name="T9" fmla="*/ 103 h 160"/>
                <a:gd name="T10" fmla="*/ 89 w 154"/>
                <a:gd name="T11" fmla="*/ 103 h 160"/>
                <a:gd name="T12" fmla="*/ 87 w 154"/>
                <a:gd name="T13" fmla="*/ 110 h 160"/>
                <a:gd name="T14" fmla="*/ 108 w 154"/>
                <a:gd name="T15" fmla="*/ 149 h 160"/>
                <a:gd name="T16" fmla="*/ 118 w 154"/>
                <a:gd name="T17" fmla="*/ 153 h 160"/>
                <a:gd name="T18" fmla="*/ 141 w 154"/>
                <a:gd name="T19" fmla="*/ 142 h 160"/>
                <a:gd name="T20" fmla="*/ 154 w 154"/>
                <a:gd name="T21" fmla="*/ 133 h 160"/>
                <a:gd name="T22" fmla="*/ 153 w 154"/>
                <a:gd name="T23" fmla="*/ 131 h 160"/>
                <a:gd name="T24" fmla="*/ 95 w 154"/>
                <a:gd name="T25" fmla="*/ 85 h 160"/>
                <a:gd name="T26" fmla="*/ 109 w 154"/>
                <a:gd name="T27" fmla="*/ 76 h 160"/>
                <a:gd name="T28" fmla="*/ 133 w 154"/>
                <a:gd name="T29" fmla="*/ 60 h 160"/>
                <a:gd name="T30" fmla="*/ 133 w 154"/>
                <a:gd name="T31" fmla="*/ 60 h 160"/>
                <a:gd name="T32" fmla="*/ 126 w 154"/>
                <a:gd name="T33" fmla="*/ 52 h 160"/>
                <a:gd name="T34" fmla="*/ 104 w 154"/>
                <a:gd name="T35" fmla="*/ 44 h 160"/>
                <a:gd name="T36" fmla="*/ 104 w 154"/>
                <a:gd name="T37" fmla="*/ 44 h 160"/>
                <a:gd name="T38" fmla="*/ 102 w 154"/>
                <a:gd name="T39" fmla="*/ 46 h 160"/>
                <a:gd name="T40" fmla="*/ 105 w 154"/>
                <a:gd name="T41" fmla="*/ 56 h 160"/>
                <a:gd name="T42" fmla="*/ 91 w 154"/>
                <a:gd name="T43" fmla="*/ 67 h 160"/>
                <a:gd name="T44" fmla="*/ 106 w 154"/>
                <a:gd name="T45" fmla="*/ 18 h 160"/>
                <a:gd name="T46" fmla="*/ 77 w 154"/>
                <a:gd name="T47" fmla="*/ 0 h 160"/>
                <a:gd name="T48" fmla="*/ 76 w 154"/>
                <a:gd name="T49" fmla="*/ 1 h 160"/>
                <a:gd name="T50" fmla="*/ 75 w 154"/>
                <a:gd name="T51" fmla="*/ 2 h 160"/>
                <a:gd name="T52" fmla="*/ 75 w 154"/>
                <a:gd name="T53" fmla="*/ 3 h 160"/>
                <a:gd name="T54" fmla="*/ 75 w 154"/>
                <a:gd name="T55" fmla="*/ 25 h 160"/>
                <a:gd name="T56" fmla="*/ 66 w 154"/>
                <a:gd name="T57" fmla="*/ 81 h 160"/>
                <a:gd name="T58" fmla="*/ 15 w 154"/>
                <a:gd name="T59" fmla="*/ 102 h 160"/>
                <a:gd name="T60" fmla="*/ 14 w 154"/>
                <a:gd name="T61" fmla="*/ 102 h 160"/>
                <a:gd name="T62" fmla="*/ 13 w 154"/>
                <a:gd name="T63" fmla="*/ 104 h 160"/>
                <a:gd name="T64" fmla="*/ 28 w 154"/>
                <a:gd name="T65" fmla="*/ 125 h 160"/>
                <a:gd name="T66" fmla="*/ 60 w 154"/>
                <a:gd name="T67" fmla="*/ 107 h 160"/>
                <a:gd name="T68" fmla="*/ 1 w 154"/>
                <a:gd name="T69" fmla="*/ 152 h 160"/>
                <a:gd name="T70" fmla="*/ 0 w 154"/>
                <a:gd name="T71" fmla="*/ 152 h 160"/>
                <a:gd name="T72" fmla="*/ 0 w 154"/>
                <a:gd name="T73" fmla="*/ 156 h 160"/>
                <a:gd name="T74" fmla="*/ 17 w 154"/>
                <a:gd name="T75" fmla="*/ 159 h 160"/>
                <a:gd name="T76" fmla="*/ 76 w 154"/>
                <a:gd name="T77" fmla="*/ 121 h 160"/>
                <a:gd name="T78" fmla="*/ 95 w 154"/>
                <a:gd name="T79" fmla="*/ 85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54050" h="679450">
                  <a:moveTo>
                    <a:pt x="649803" y="556300"/>
                  </a:moveTo>
                  <a:cubicBezTo>
                    <a:pt x="637062" y="552053"/>
                    <a:pt x="624320" y="552053"/>
                    <a:pt x="615826" y="547807"/>
                  </a:cubicBezTo>
                  <a:cubicBezTo>
                    <a:pt x="611579" y="552053"/>
                    <a:pt x="611579" y="552053"/>
                    <a:pt x="611579" y="552053"/>
                  </a:cubicBezTo>
                  <a:cubicBezTo>
                    <a:pt x="611579" y="547807"/>
                    <a:pt x="611579" y="547807"/>
                    <a:pt x="611579" y="547807"/>
                  </a:cubicBezTo>
                  <a:cubicBezTo>
                    <a:pt x="603085" y="547807"/>
                    <a:pt x="594591" y="543560"/>
                    <a:pt x="586097" y="543560"/>
                  </a:cubicBezTo>
                  <a:cubicBezTo>
                    <a:pt x="569108" y="543560"/>
                    <a:pt x="552120" y="547807"/>
                    <a:pt x="535132" y="547807"/>
                  </a:cubicBezTo>
                  <a:cubicBezTo>
                    <a:pt x="522391" y="547807"/>
                    <a:pt x="513896" y="547807"/>
                    <a:pt x="501155" y="543560"/>
                  </a:cubicBezTo>
                  <a:cubicBezTo>
                    <a:pt x="488414" y="539313"/>
                    <a:pt x="479920" y="535067"/>
                    <a:pt x="467179" y="526574"/>
                  </a:cubicBezTo>
                  <a:cubicBezTo>
                    <a:pt x="437449" y="505341"/>
                    <a:pt x="411967" y="467122"/>
                    <a:pt x="394978" y="441643"/>
                  </a:cubicBezTo>
                  <a:cubicBezTo>
                    <a:pt x="394978" y="437396"/>
                    <a:pt x="394978" y="437396"/>
                    <a:pt x="394978" y="437396"/>
                  </a:cubicBezTo>
                  <a:cubicBezTo>
                    <a:pt x="382237" y="437396"/>
                    <a:pt x="382237" y="437396"/>
                    <a:pt x="382237" y="437396"/>
                  </a:cubicBezTo>
                  <a:cubicBezTo>
                    <a:pt x="377990" y="437396"/>
                    <a:pt x="377990" y="437396"/>
                    <a:pt x="377990" y="437396"/>
                  </a:cubicBezTo>
                  <a:cubicBezTo>
                    <a:pt x="377990" y="441643"/>
                    <a:pt x="377990" y="441643"/>
                    <a:pt x="377990" y="441643"/>
                  </a:cubicBezTo>
                  <a:cubicBezTo>
                    <a:pt x="373743" y="445889"/>
                    <a:pt x="369496" y="458629"/>
                    <a:pt x="369496" y="467122"/>
                  </a:cubicBezTo>
                  <a:cubicBezTo>
                    <a:pt x="369496" y="518081"/>
                    <a:pt x="424708" y="581779"/>
                    <a:pt x="441696" y="607258"/>
                  </a:cubicBezTo>
                  <a:cubicBezTo>
                    <a:pt x="450190" y="615752"/>
                    <a:pt x="450190" y="624245"/>
                    <a:pt x="458684" y="632738"/>
                  </a:cubicBezTo>
                  <a:cubicBezTo>
                    <a:pt x="462931" y="636984"/>
                    <a:pt x="471426" y="645478"/>
                    <a:pt x="479920" y="649724"/>
                  </a:cubicBezTo>
                  <a:cubicBezTo>
                    <a:pt x="488414" y="649724"/>
                    <a:pt x="496908" y="649724"/>
                    <a:pt x="501155" y="649724"/>
                  </a:cubicBezTo>
                  <a:cubicBezTo>
                    <a:pt x="501155" y="649724"/>
                    <a:pt x="501155" y="649724"/>
                    <a:pt x="501155" y="649724"/>
                  </a:cubicBezTo>
                  <a:cubicBezTo>
                    <a:pt x="543626" y="649724"/>
                    <a:pt x="577603" y="615752"/>
                    <a:pt x="598838" y="603012"/>
                  </a:cubicBezTo>
                  <a:cubicBezTo>
                    <a:pt x="603085" y="598765"/>
                    <a:pt x="615826" y="594519"/>
                    <a:pt x="624320" y="586026"/>
                  </a:cubicBezTo>
                  <a:cubicBezTo>
                    <a:pt x="637062" y="581779"/>
                    <a:pt x="649803" y="573286"/>
                    <a:pt x="654050" y="564793"/>
                  </a:cubicBezTo>
                  <a:cubicBezTo>
                    <a:pt x="654050" y="556300"/>
                    <a:pt x="654050" y="556300"/>
                    <a:pt x="654050" y="556300"/>
                  </a:cubicBezTo>
                  <a:lnTo>
                    <a:pt x="649803" y="556300"/>
                  </a:lnTo>
                  <a:close/>
                  <a:moveTo>
                    <a:pt x="403472" y="360958"/>
                  </a:moveTo>
                  <a:cubicBezTo>
                    <a:pt x="403472" y="360958"/>
                    <a:pt x="403472" y="360958"/>
                    <a:pt x="403472" y="360958"/>
                  </a:cubicBezTo>
                  <a:cubicBezTo>
                    <a:pt x="420461" y="352465"/>
                    <a:pt x="441696" y="343972"/>
                    <a:pt x="467179" y="331232"/>
                  </a:cubicBezTo>
                  <a:cubicBezTo>
                    <a:pt x="462931" y="322739"/>
                    <a:pt x="462931" y="322739"/>
                    <a:pt x="462931" y="322739"/>
                  </a:cubicBezTo>
                  <a:cubicBezTo>
                    <a:pt x="467179" y="331232"/>
                    <a:pt x="467179" y="331232"/>
                    <a:pt x="467179" y="331232"/>
                  </a:cubicBezTo>
                  <a:cubicBezTo>
                    <a:pt x="501155" y="309999"/>
                    <a:pt x="547873" y="284520"/>
                    <a:pt x="564861" y="254794"/>
                  </a:cubicBezTo>
                  <a:cubicBezTo>
                    <a:pt x="564861" y="254794"/>
                    <a:pt x="564861" y="254794"/>
                    <a:pt x="564861" y="254794"/>
                  </a:cubicBezTo>
                  <a:cubicBezTo>
                    <a:pt x="564861" y="254794"/>
                    <a:pt x="564861" y="254794"/>
                    <a:pt x="564861" y="254794"/>
                  </a:cubicBezTo>
                  <a:cubicBezTo>
                    <a:pt x="564861" y="254794"/>
                    <a:pt x="564861" y="250547"/>
                    <a:pt x="564861" y="250547"/>
                  </a:cubicBezTo>
                  <a:cubicBezTo>
                    <a:pt x="564861" y="237808"/>
                    <a:pt x="547873" y="229314"/>
                    <a:pt x="535132" y="220821"/>
                  </a:cubicBezTo>
                  <a:cubicBezTo>
                    <a:pt x="518144" y="212328"/>
                    <a:pt x="501155" y="203835"/>
                    <a:pt x="484167" y="199588"/>
                  </a:cubicBezTo>
                  <a:cubicBezTo>
                    <a:pt x="484167" y="199588"/>
                    <a:pt x="454437" y="191095"/>
                    <a:pt x="441696" y="186849"/>
                  </a:cubicBezTo>
                  <a:cubicBezTo>
                    <a:pt x="441696" y="186849"/>
                    <a:pt x="441696" y="186849"/>
                    <a:pt x="441696" y="186849"/>
                  </a:cubicBezTo>
                  <a:cubicBezTo>
                    <a:pt x="441696" y="186849"/>
                    <a:pt x="441696" y="186849"/>
                    <a:pt x="441696" y="186849"/>
                  </a:cubicBezTo>
                  <a:cubicBezTo>
                    <a:pt x="437449" y="186849"/>
                    <a:pt x="437449" y="186849"/>
                    <a:pt x="433202" y="191095"/>
                  </a:cubicBezTo>
                  <a:cubicBezTo>
                    <a:pt x="433202" y="191095"/>
                    <a:pt x="433202" y="191095"/>
                    <a:pt x="433202" y="195342"/>
                  </a:cubicBezTo>
                  <a:cubicBezTo>
                    <a:pt x="433202" y="199588"/>
                    <a:pt x="437449" y="208082"/>
                    <a:pt x="441696" y="216575"/>
                  </a:cubicBezTo>
                  <a:cubicBezTo>
                    <a:pt x="441696" y="225068"/>
                    <a:pt x="445943" y="233561"/>
                    <a:pt x="445943" y="237808"/>
                  </a:cubicBezTo>
                  <a:cubicBezTo>
                    <a:pt x="445943" y="237808"/>
                    <a:pt x="445943" y="242054"/>
                    <a:pt x="445943" y="242054"/>
                  </a:cubicBezTo>
                  <a:cubicBezTo>
                    <a:pt x="441696" y="250547"/>
                    <a:pt x="407719" y="276027"/>
                    <a:pt x="386484" y="284520"/>
                  </a:cubicBezTo>
                  <a:cubicBezTo>
                    <a:pt x="394978" y="212328"/>
                    <a:pt x="437449" y="152876"/>
                    <a:pt x="445943" y="76438"/>
                  </a:cubicBezTo>
                  <a:cubicBezTo>
                    <a:pt x="450190" y="76438"/>
                    <a:pt x="450190" y="76438"/>
                    <a:pt x="450190" y="76438"/>
                  </a:cubicBezTo>
                  <a:cubicBezTo>
                    <a:pt x="445943" y="72192"/>
                    <a:pt x="445943" y="72192"/>
                    <a:pt x="445943" y="72192"/>
                  </a:cubicBezTo>
                  <a:cubicBezTo>
                    <a:pt x="428955" y="46712"/>
                    <a:pt x="365249" y="4247"/>
                    <a:pt x="327025" y="0"/>
                  </a:cubicBezTo>
                  <a:cubicBezTo>
                    <a:pt x="327025" y="0"/>
                    <a:pt x="327025" y="0"/>
                    <a:pt x="327025" y="0"/>
                  </a:cubicBezTo>
                  <a:cubicBezTo>
                    <a:pt x="322778" y="4247"/>
                    <a:pt x="322778" y="4247"/>
                    <a:pt x="322778" y="4247"/>
                  </a:cubicBezTo>
                  <a:cubicBezTo>
                    <a:pt x="322778" y="4247"/>
                    <a:pt x="322778" y="8493"/>
                    <a:pt x="318531" y="8493"/>
                  </a:cubicBezTo>
                  <a:cubicBezTo>
                    <a:pt x="318531" y="8493"/>
                    <a:pt x="318531" y="8493"/>
                    <a:pt x="318531" y="8493"/>
                  </a:cubicBezTo>
                  <a:cubicBezTo>
                    <a:pt x="318531" y="8493"/>
                    <a:pt x="318531" y="8493"/>
                    <a:pt x="318531" y="8493"/>
                  </a:cubicBezTo>
                  <a:cubicBezTo>
                    <a:pt x="318531" y="12740"/>
                    <a:pt x="318531" y="12740"/>
                    <a:pt x="318531" y="12740"/>
                  </a:cubicBezTo>
                  <a:cubicBezTo>
                    <a:pt x="314284" y="21233"/>
                    <a:pt x="314284" y="29726"/>
                    <a:pt x="314284" y="42466"/>
                  </a:cubicBezTo>
                  <a:cubicBezTo>
                    <a:pt x="314284" y="63698"/>
                    <a:pt x="318531" y="84931"/>
                    <a:pt x="318531" y="106164"/>
                  </a:cubicBezTo>
                  <a:cubicBezTo>
                    <a:pt x="318531" y="114657"/>
                    <a:pt x="318531" y="118904"/>
                    <a:pt x="318531" y="127397"/>
                  </a:cubicBezTo>
                  <a:cubicBezTo>
                    <a:pt x="305790" y="199588"/>
                    <a:pt x="297295" y="276027"/>
                    <a:pt x="280307" y="343972"/>
                  </a:cubicBezTo>
                  <a:cubicBezTo>
                    <a:pt x="233589" y="373698"/>
                    <a:pt x="186871" y="399177"/>
                    <a:pt x="135906" y="416163"/>
                  </a:cubicBezTo>
                  <a:cubicBezTo>
                    <a:pt x="114671" y="424656"/>
                    <a:pt x="89189" y="424656"/>
                    <a:pt x="63706" y="433149"/>
                  </a:cubicBezTo>
                  <a:cubicBezTo>
                    <a:pt x="59459" y="433149"/>
                    <a:pt x="59459" y="433149"/>
                    <a:pt x="59459" y="433149"/>
                  </a:cubicBezTo>
                  <a:cubicBezTo>
                    <a:pt x="59459" y="433149"/>
                    <a:pt x="59459" y="433149"/>
                    <a:pt x="59459" y="433149"/>
                  </a:cubicBezTo>
                  <a:cubicBezTo>
                    <a:pt x="50965" y="433149"/>
                    <a:pt x="50965" y="433149"/>
                    <a:pt x="50965" y="433149"/>
                  </a:cubicBezTo>
                  <a:cubicBezTo>
                    <a:pt x="55212" y="441643"/>
                    <a:pt x="55212" y="441643"/>
                    <a:pt x="55212" y="441643"/>
                  </a:cubicBezTo>
                  <a:cubicBezTo>
                    <a:pt x="59459" y="475615"/>
                    <a:pt x="72200" y="530820"/>
                    <a:pt x="110424" y="530820"/>
                  </a:cubicBezTo>
                  <a:cubicBezTo>
                    <a:pt x="114671" y="530820"/>
                    <a:pt x="114671" y="530820"/>
                    <a:pt x="118918" y="530820"/>
                  </a:cubicBezTo>
                  <a:cubicBezTo>
                    <a:pt x="144401" y="526574"/>
                    <a:pt x="165636" y="513834"/>
                    <a:pt x="186871" y="496848"/>
                  </a:cubicBezTo>
                  <a:cubicBezTo>
                    <a:pt x="208107" y="479862"/>
                    <a:pt x="229342" y="467122"/>
                    <a:pt x="254825" y="454382"/>
                  </a:cubicBezTo>
                  <a:cubicBezTo>
                    <a:pt x="246331" y="522327"/>
                    <a:pt x="216601" y="560546"/>
                    <a:pt x="174130" y="586026"/>
                  </a:cubicBezTo>
                  <a:cubicBezTo>
                    <a:pt x="127412" y="611505"/>
                    <a:pt x="67953" y="624245"/>
                    <a:pt x="4247" y="645478"/>
                  </a:cubicBezTo>
                  <a:cubicBezTo>
                    <a:pt x="4247" y="645478"/>
                    <a:pt x="4247" y="645478"/>
                    <a:pt x="4247" y="645478"/>
                  </a:cubicBezTo>
                  <a:cubicBezTo>
                    <a:pt x="0" y="645478"/>
                    <a:pt x="0" y="645478"/>
                    <a:pt x="0" y="645478"/>
                  </a:cubicBezTo>
                  <a:cubicBezTo>
                    <a:pt x="0" y="649724"/>
                    <a:pt x="0" y="649724"/>
                    <a:pt x="0" y="658217"/>
                  </a:cubicBezTo>
                  <a:cubicBezTo>
                    <a:pt x="0" y="662464"/>
                    <a:pt x="0" y="662464"/>
                    <a:pt x="0" y="662464"/>
                  </a:cubicBezTo>
                  <a:cubicBezTo>
                    <a:pt x="0" y="662464"/>
                    <a:pt x="0" y="662464"/>
                    <a:pt x="0" y="662464"/>
                  </a:cubicBezTo>
                  <a:cubicBezTo>
                    <a:pt x="21235" y="675203"/>
                    <a:pt x="50965" y="675203"/>
                    <a:pt x="72200" y="675203"/>
                  </a:cubicBezTo>
                  <a:cubicBezTo>
                    <a:pt x="80694" y="679450"/>
                    <a:pt x="89189" y="679450"/>
                    <a:pt x="97683" y="679450"/>
                  </a:cubicBezTo>
                  <a:cubicBezTo>
                    <a:pt x="208107" y="679450"/>
                    <a:pt x="293048" y="594519"/>
                    <a:pt x="322778" y="513834"/>
                  </a:cubicBezTo>
                  <a:cubicBezTo>
                    <a:pt x="335519" y="471368"/>
                    <a:pt x="348260" y="428903"/>
                    <a:pt x="361002" y="386437"/>
                  </a:cubicBezTo>
                  <a:cubicBezTo>
                    <a:pt x="377990" y="377944"/>
                    <a:pt x="390731" y="369451"/>
                    <a:pt x="403472" y="3609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>
            <a:xfrm>
              <a:off x="6564312" y="708026"/>
              <a:ext cx="692151" cy="1041401"/>
            </a:xfrm>
            <a:custGeom>
              <a:avLst/>
              <a:gdLst>
                <a:gd name="T0" fmla="*/ 110 w 163"/>
                <a:gd name="T1" fmla="*/ 106 h 245"/>
                <a:gd name="T2" fmla="*/ 163 w 163"/>
                <a:gd name="T3" fmla="*/ 35 h 245"/>
                <a:gd name="T4" fmla="*/ 146 w 163"/>
                <a:gd name="T5" fmla="*/ 22 h 245"/>
                <a:gd name="T6" fmla="*/ 130 w 163"/>
                <a:gd name="T7" fmla="*/ 15 h 245"/>
                <a:gd name="T8" fmla="*/ 104 w 163"/>
                <a:gd name="T9" fmla="*/ 0 h 245"/>
                <a:gd name="T10" fmla="*/ 96 w 163"/>
                <a:gd name="T11" fmla="*/ 27 h 245"/>
                <a:gd name="T12" fmla="*/ 71 w 163"/>
                <a:gd name="T13" fmla="*/ 47 h 245"/>
                <a:gd name="T14" fmla="*/ 34 w 163"/>
                <a:gd name="T15" fmla="*/ 25 h 245"/>
                <a:gd name="T16" fmla="*/ 39 w 163"/>
                <a:gd name="T17" fmla="*/ 39 h 245"/>
                <a:gd name="T18" fmla="*/ 46 w 163"/>
                <a:gd name="T19" fmla="*/ 84 h 245"/>
                <a:gd name="T20" fmla="*/ 19 w 163"/>
                <a:gd name="T21" fmla="*/ 71 h 245"/>
                <a:gd name="T22" fmla="*/ 17 w 163"/>
                <a:gd name="T23" fmla="*/ 73 h 245"/>
                <a:gd name="T24" fmla="*/ 31 w 163"/>
                <a:gd name="T25" fmla="*/ 108 h 245"/>
                <a:gd name="T26" fmla="*/ 40 w 163"/>
                <a:gd name="T27" fmla="*/ 121 h 245"/>
                <a:gd name="T28" fmla="*/ 55 w 163"/>
                <a:gd name="T29" fmla="*/ 100 h 245"/>
                <a:gd name="T30" fmla="*/ 66 w 163"/>
                <a:gd name="T31" fmla="*/ 103 h 245"/>
                <a:gd name="T32" fmla="*/ 70 w 163"/>
                <a:gd name="T33" fmla="*/ 96 h 245"/>
                <a:gd name="T34" fmla="*/ 86 w 163"/>
                <a:gd name="T35" fmla="*/ 78 h 245"/>
                <a:gd name="T36" fmla="*/ 88 w 163"/>
                <a:gd name="T37" fmla="*/ 84 h 245"/>
                <a:gd name="T38" fmla="*/ 85 w 163"/>
                <a:gd name="T39" fmla="*/ 85 h 245"/>
                <a:gd name="T40" fmla="*/ 89 w 163"/>
                <a:gd name="T41" fmla="*/ 89 h 245"/>
                <a:gd name="T42" fmla="*/ 95 w 163"/>
                <a:gd name="T43" fmla="*/ 103 h 245"/>
                <a:gd name="T44" fmla="*/ 75 w 163"/>
                <a:gd name="T45" fmla="*/ 116 h 245"/>
                <a:gd name="T46" fmla="*/ 22 w 163"/>
                <a:gd name="T47" fmla="*/ 146 h 245"/>
                <a:gd name="T48" fmla="*/ 0 w 163"/>
                <a:gd name="T49" fmla="*/ 167 h 245"/>
                <a:gd name="T50" fmla="*/ 22 w 163"/>
                <a:gd name="T51" fmla="*/ 181 h 245"/>
                <a:gd name="T52" fmla="*/ 109 w 163"/>
                <a:gd name="T53" fmla="*/ 129 h 245"/>
                <a:gd name="T54" fmla="*/ 102 w 163"/>
                <a:gd name="T55" fmla="*/ 141 h 245"/>
                <a:gd name="T56" fmla="*/ 79 w 163"/>
                <a:gd name="T57" fmla="*/ 168 h 245"/>
                <a:gd name="T58" fmla="*/ 79 w 163"/>
                <a:gd name="T59" fmla="*/ 170 h 245"/>
                <a:gd name="T60" fmla="*/ 18 w 163"/>
                <a:gd name="T61" fmla="*/ 197 h 245"/>
                <a:gd name="T62" fmla="*/ 43 w 163"/>
                <a:gd name="T63" fmla="*/ 214 h 245"/>
                <a:gd name="T64" fmla="*/ 86 w 163"/>
                <a:gd name="T65" fmla="*/ 199 h 245"/>
                <a:gd name="T66" fmla="*/ 62 w 163"/>
                <a:gd name="T67" fmla="*/ 223 h 245"/>
                <a:gd name="T68" fmla="*/ 46 w 163"/>
                <a:gd name="T69" fmla="*/ 224 h 245"/>
                <a:gd name="T70" fmla="*/ 83 w 163"/>
                <a:gd name="T71" fmla="*/ 245 h 245"/>
                <a:gd name="T72" fmla="*/ 85 w 163"/>
                <a:gd name="T73" fmla="*/ 245 h 245"/>
                <a:gd name="T74" fmla="*/ 96 w 163"/>
                <a:gd name="T75" fmla="*/ 189 h 245"/>
                <a:gd name="T76" fmla="*/ 121 w 163"/>
                <a:gd name="T77" fmla="*/ 182 h 245"/>
                <a:gd name="T78" fmla="*/ 131 w 163"/>
                <a:gd name="T79" fmla="*/ 171 h 245"/>
                <a:gd name="T80" fmla="*/ 129 w 163"/>
                <a:gd name="T81" fmla="*/ 165 h 245"/>
                <a:gd name="T82" fmla="*/ 92 w 163"/>
                <a:gd name="T83" fmla="*/ 165 h 245"/>
                <a:gd name="T84" fmla="*/ 91 w 163"/>
                <a:gd name="T85" fmla="*/ 162 h 245"/>
                <a:gd name="T86" fmla="*/ 140 w 163"/>
                <a:gd name="T87" fmla="*/ 120 h 245"/>
                <a:gd name="T88" fmla="*/ 110 w 163"/>
                <a:gd name="T89" fmla="*/ 117 h 245"/>
                <a:gd name="T90" fmla="*/ 49 w 163"/>
                <a:gd name="T91" fmla="*/ 145 h 245"/>
                <a:gd name="T92" fmla="*/ 106 w 163"/>
                <a:gd name="T93" fmla="*/ 60 h 245"/>
                <a:gd name="T94" fmla="*/ 107 w 163"/>
                <a:gd name="T95" fmla="*/ 57 h 245"/>
                <a:gd name="T96" fmla="*/ 148 w 163"/>
                <a:gd name="T97" fmla="*/ 43 h 245"/>
                <a:gd name="T98" fmla="*/ 138 w 163"/>
                <a:gd name="T99" fmla="*/ 62 h 245"/>
                <a:gd name="T100" fmla="*/ 117 w 163"/>
                <a:gd name="T101" fmla="*/ 77 h 245"/>
                <a:gd name="T102" fmla="*/ 106 w 163"/>
                <a:gd name="T103" fmla="*/ 61 h 245"/>
                <a:gd name="T104" fmla="*/ 108 w 163"/>
                <a:gd name="T105" fmla="*/ 85 h 245"/>
                <a:gd name="T106" fmla="*/ 101 w 163"/>
                <a:gd name="T107" fmla="*/ 89 h 245"/>
                <a:gd name="T108" fmla="*/ 71 w 163"/>
                <a:gd name="T109" fmla="*/ 71 h 245"/>
                <a:gd name="T110" fmla="*/ 70 w 163"/>
                <a:gd name="T111" fmla="*/ 62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92151" h="1041401">
                  <a:moveTo>
                    <a:pt x="259026" y="569583"/>
                  </a:moveTo>
                  <a:cubicBezTo>
                    <a:pt x="326967" y="527076"/>
                    <a:pt x="326967" y="527076"/>
                    <a:pt x="326967" y="527076"/>
                  </a:cubicBezTo>
                  <a:cubicBezTo>
                    <a:pt x="437371" y="454816"/>
                    <a:pt x="437371" y="454816"/>
                    <a:pt x="437371" y="454816"/>
                  </a:cubicBezTo>
                  <a:cubicBezTo>
                    <a:pt x="445864" y="450565"/>
                    <a:pt x="454357" y="450565"/>
                    <a:pt x="467096" y="450565"/>
                  </a:cubicBezTo>
                  <a:cubicBezTo>
                    <a:pt x="471342" y="450565"/>
                    <a:pt x="479835" y="450565"/>
                    <a:pt x="484081" y="450565"/>
                  </a:cubicBezTo>
                  <a:cubicBezTo>
                    <a:pt x="496820" y="450565"/>
                    <a:pt x="505313" y="450565"/>
                    <a:pt x="518052" y="446315"/>
                  </a:cubicBezTo>
                  <a:cubicBezTo>
                    <a:pt x="577500" y="412310"/>
                    <a:pt x="598732" y="335799"/>
                    <a:pt x="632702" y="284791"/>
                  </a:cubicBezTo>
                  <a:cubicBezTo>
                    <a:pt x="645441" y="263538"/>
                    <a:pt x="692151" y="195528"/>
                    <a:pt x="692151" y="148772"/>
                  </a:cubicBezTo>
                  <a:cubicBezTo>
                    <a:pt x="692151" y="131769"/>
                    <a:pt x="687905" y="119017"/>
                    <a:pt x="675166" y="110516"/>
                  </a:cubicBezTo>
                  <a:cubicBezTo>
                    <a:pt x="662427" y="97764"/>
                    <a:pt x="645441" y="93514"/>
                    <a:pt x="619963" y="93514"/>
                  </a:cubicBezTo>
                  <a:cubicBezTo>
                    <a:pt x="619963" y="93514"/>
                    <a:pt x="619963" y="93514"/>
                    <a:pt x="619963" y="93514"/>
                  </a:cubicBezTo>
                  <a:cubicBezTo>
                    <a:pt x="619963" y="93514"/>
                    <a:pt x="619963" y="93514"/>
                    <a:pt x="619963" y="93514"/>
                  </a:cubicBezTo>
                  <a:cubicBezTo>
                    <a:pt x="590239" y="106265"/>
                    <a:pt x="518052" y="174275"/>
                    <a:pt x="471342" y="191278"/>
                  </a:cubicBezTo>
                  <a:cubicBezTo>
                    <a:pt x="475588" y="174275"/>
                    <a:pt x="492574" y="157273"/>
                    <a:pt x="513805" y="140270"/>
                  </a:cubicBezTo>
                  <a:cubicBezTo>
                    <a:pt x="535037" y="119017"/>
                    <a:pt x="556269" y="97764"/>
                    <a:pt x="556269" y="68010"/>
                  </a:cubicBezTo>
                  <a:cubicBezTo>
                    <a:pt x="556269" y="63759"/>
                    <a:pt x="552022" y="63759"/>
                    <a:pt x="552022" y="63759"/>
                  </a:cubicBezTo>
                  <a:cubicBezTo>
                    <a:pt x="556269" y="63759"/>
                    <a:pt x="552022" y="63759"/>
                    <a:pt x="552022" y="63759"/>
                  </a:cubicBezTo>
                  <a:cubicBezTo>
                    <a:pt x="552022" y="55258"/>
                    <a:pt x="547776" y="51007"/>
                    <a:pt x="539283" y="42506"/>
                  </a:cubicBezTo>
                  <a:cubicBezTo>
                    <a:pt x="518052" y="25504"/>
                    <a:pt x="475588" y="4251"/>
                    <a:pt x="445864" y="4251"/>
                  </a:cubicBezTo>
                  <a:cubicBezTo>
                    <a:pt x="441618" y="0"/>
                    <a:pt x="441618" y="0"/>
                    <a:pt x="441618" y="0"/>
                  </a:cubicBezTo>
                  <a:cubicBezTo>
                    <a:pt x="437371" y="4251"/>
                    <a:pt x="437371" y="4251"/>
                    <a:pt x="437371" y="4251"/>
                  </a:cubicBezTo>
                  <a:cubicBezTo>
                    <a:pt x="433125" y="21253"/>
                    <a:pt x="437371" y="38256"/>
                    <a:pt x="437371" y="55258"/>
                  </a:cubicBezTo>
                  <a:cubicBezTo>
                    <a:pt x="433125" y="59509"/>
                    <a:pt x="433125" y="59509"/>
                    <a:pt x="433125" y="59509"/>
                  </a:cubicBezTo>
                  <a:cubicBezTo>
                    <a:pt x="407647" y="114767"/>
                    <a:pt x="407647" y="114767"/>
                    <a:pt x="407647" y="114767"/>
                  </a:cubicBezTo>
                  <a:cubicBezTo>
                    <a:pt x="399155" y="131769"/>
                    <a:pt x="394908" y="157273"/>
                    <a:pt x="386416" y="174275"/>
                  </a:cubicBezTo>
                  <a:cubicBezTo>
                    <a:pt x="373677" y="195528"/>
                    <a:pt x="365184" y="208280"/>
                    <a:pt x="339706" y="208280"/>
                  </a:cubicBezTo>
                  <a:cubicBezTo>
                    <a:pt x="331213" y="208280"/>
                    <a:pt x="322721" y="208280"/>
                    <a:pt x="309982" y="204030"/>
                  </a:cubicBezTo>
                  <a:cubicBezTo>
                    <a:pt x="305735" y="199779"/>
                    <a:pt x="301489" y="199779"/>
                    <a:pt x="301489" y="199779"/>
                  </a:cubicBezTo>
                  <a:cubicBezTo>
                    <a:pt x="271765" y="187027"/>
                    <a:pt x="259026" y="161523"/>
                    <a:pt x="229302" y="144521"/>
                  </a:cubicBezTo>
                  <a:cubicBezTo>
                    <a:pt x="220809" y="136020"/>
                    <a:pt x="203824" y="131769"/>
                    <a:pt x="195331" y="127518"/>
                  </a:cubicBezTo>
                  <a:cubicBezTo>
                    <a:pt x="182592" y="119017"/>
                    <a:pt x="169853" y="106265"/>
                    <a:pt x="152868" y="106265"/>
                  </a:cubicBezTo>
                  <a:cubicBezTo>
                    <a:pt x="144375" y="106265"/>
                    <a:pt x="144375" y="106265"/>
                    <a:pt x="144375" y="106265"/>
                  </a:cubicBezTo>
                  <a:cubicBezTo>
                    <a:pt x="144375" y="110516"/>
                    <a:pt x="144375" y="110516"/>
                    <a:pt x="144375" y="110516"/>
                  </a:cubicBezTo>
                  <a:cubicBezTo>
                    <a:pt x="140129" y="110516"/>
                    <a:pt x="140129" y="110516"/>
                    <a:pt x="140129" y="110516"/>
                  </a:cubicBezTo>
                  <a:cubicBezTo>
                    <a:pt x="144375" y="119017"/>
                    <a:pt x="144375" y="119017"/>
                    <a:pt x="144375" y="119017"/>
                  </a:cubicBezTo>
                  <a:cubicBezTo>
                    <a:pt x="152868" y="131769"/>
                    <a:pt x="157114" y="148772"/>
                    <a:pt x="165607" y="165774"/>
                  </a:cubicBezTo>
                  <a:cubicBezTo>
                    <a:pt x="182592" y="204030"/>
                    <a:pt x="203824" y="255037"/>
                    <a:pt x="208070" y="301794"/>
                  </a:cubicBezTo>
                  <a:cubicBezTo>
                    <a:pt x="208070" y="301794"/>
                    <a:pt x="208070" y="301794"/>
                    <a:pt x="208070" y="301794"/>
                  </a:cubicBezTo>
                  <a:cubicBezTo>
                    <a:pt x="208070" y="310295"/>
                    <a:pt x="208070" y="318796"/>
                    <a:pt x="208070" y="327297"/>
                  </a:cubicBezTo>
                  <a:cubicBezTo>
                    <a:pt x="208070" y="340049"/>
                    <a:pt x="203824" y="352801"/>
                    <a:pt x="195331" y="357052"/>
                  </a:cubicBezTo>
                  <a:cubicBezTo>
                    <a:pt x="195331" y="357052"/>
                    <a:pt x="195331" y="357052"/>
                    <a:pt x="195331" y="357052"/>
                  </a:cubicBezTo>
                  <a:cubicBezTo>
                    <a:pt x="195331" y="357052"/>
                    <a:pt x="195331" y="357052"/>
                    <a:pt x="195331" y="357052"/>
                  </a:cubicBezTo>
                  <a:cubicBezTo>
                    <a:pt x="165607" y="340049"/>
                    <a:pt x="152868" y="297543"/>
                    <a:pt x="97665" y="297543"/>
                  </a:cubicBezTo>
                  <a:cubicBezTo>
                    <a:pt x="93419" y="297543"/>
                    <a:pt x="84927" y="301794"/>
                    <a:pt x="80680" y="301794"/>
                  </a:cubicBezTo>
                  <a:cubicBezTo>
                    <a:pt x="76434" y="301794"/>
                    <a:pt x="76434" y="301794"/>
                    <a:pt x="76434" y="301794"/>
                  </a:cubicBezTo>
                  <a:cubicBezTo>
                    <a:pt x="76434" y="301794"/>
                    <a:pt x="76434" y="301794"/>
                    <a:pt x="76434" y="301794"/>
                  </a:cubicBezTo>
                  <a:cubicBezTo>
                    <a:pt x="76434" y="301794"/>
                    <a:pt x="72188" y="306044"/>
                    <a:pt x="72188" y="310295"/>
                  </a:cubicBezTo>
                  <a:cubicBezTo>
                    <a:pt x="72188" y="310295"/>
                    <a:pt x="72188" y="310295"/>
                    <a:pt x="72188" y="310295"/>
                  </a:cubicBezTo>
                  <a:cubicBezTo>
                    <a:pt x="72188" y="314546"/>
                    <a:pt x="72188" y="314546"/>
                    <a:pt x="72188" y="314546"/>
                  </a:cubicBezTo>
                  <a:cubicBezTo>
                    <a:pt x="76434" y="314546"/>
                    <a:pt x="76434" y="314546"/>
                    <a:pt x="76434" y="314546"/>
                  </a:cubicBezTo>
                  <a:cubicBezTo>
                    <a:pt x="97665" y="340049"/>
                    <a:pt x="131636" y="395307"/>
                    <a:pt x="131636" y="433563"/>
                  </a:cubicBezTo>
                  <a:cubicBezTo>
                    <a:pt x="131636" y="442064"/>
                    <a:pt x="131636" y="450565"/>
                    <a:pt x="131636" y="459067"/>
                  </a:cubicBezTo>
                  <a:cubicBezTo>
                    <a:pt x="131636" y="467568"/>
                    <a:pt x="131636" y="476069"/>
                    <a:pt x="140129" y="484570"/>
                  </a:cubicBezTo>
                  <a:cubicBezTo>
                    <a:pt x="140129" y="488821"/>
                    <a:pt x="140129" y="488821"/>
                    <a:pt x="140129" y="488821"/>
                  </a:cubicBezTo>
                  <a:cubicBezTo>
                    <a:pt x="140129" y="488821"/>
                    <a:pt x="140129" y="488821"/>
                    <a:pt x="140129" y="488821"/>
                  </a:cubicBezTo>
                  <a:cubicBezTo>
                    <a:pt x="148621" y="497322"/>
                    <a:pt x="161360" y="505823"/>
                    <a:pt x="169853" y="514325"/>
                  </a:cubicBezTo>
                  <a:cubicBezTo>
                    <a:pt x="174099" y="514325"/>
                    <a:pt x="174099" y="514325"/>
                    <a:pt x="174099" y="514325"/>
                  </a:cubicBezTo>
                  <a:cubicBezTo>
                    <a:pt x="178346" y="514325"/>
                    <a:pt x="178346" y="514325"/>
                    <a:pt x="178346" y="514325"/>
                  </a:cubicBezTo>
                  <a:cubicBezTo>
                    <a:pt x="186838" y="510074"/>
                    <a:pt x="191085" y="505823"/>
                    <a:pt x="191085" y="497322"/>
                  </a:cubicBezTo>
                  <a:cubicBezTo>
                    <a:pt x="199577" y="471818"/>
                    <a:pt x="203824" y="433563"/>
                    <a:pt x="233548" y="425062"/>
                  </a:cubicBezTo>
                  <a:cubicBezTo>
                    <a:pt x="246287" y="425062"/>
                    <a:pt x="254780" y="433563"/>
                    <a:pt x="271765" y="442064"/>
                  </a:cubicBezTo>
                  <a:cubicBezTo>
                    <a:pt x="271765" y="442064"/>
                    <a:pt x="271765" y="442064"/>
                    <a:pt x="271765" y="442064"/>
                  </a:cubicBezTo>
                  <a:cubicBezTo>
                    <a:pt x="271765" y="442064"/>
                    <a:pt x="271765" y="442064"/>
                    <a:pt x="271765" y="442064"/>
                  </a:cubicBezTo>
                  <a:cubicBezTo>
                    <a:pt x="276011" y="442064"/>
                    <a:pt x="280257" y="437813"/>
                    <a:pt x="280257" y="437813"/>
                  </a:cubicBezTo>
                  <a:cubicBezTo>
                    <a:pt x="284504" y="437813"/>
                    <a:pt x="284504" y="437813"/>
                    <a:pt x="284504" y="437813"/>
                  </a:cubicBezTo>
                  <a:cubicBezTo>
                    <a:pt x="284504" y="437813"/>
                    <a:pt x="284504" y="437813"/>
                    <a:pt x="284504" y="437813"/>
                  </a:cubicBezTo>
                  <a:cubicBezTo>
                    <a:pt x="288750" y="425062"/>
                    <a:pt x="292996" y="416560"/>
                    <a:pt x="297243" y="408059"/>
                  </a:cubicBezTo>
                  <a:cubicBezTo>
                    <a:pt x="297243" y="408059"/>
                    <a:pt x="297243" y="408059"/>
                    <a:pt x="297243" y="408059"/>
                  </a:cubicBezTo>
                  <a:cubicBezTo>
                    <a:pt x="297243" y="403809"/>
                    <a:pt x="297243" y="403809"/>
                    <a:pt x="297243" y="403809"/>
                  </a:cubicBezTo>
                  <a:cubicBezTo>
                    <a:pt x="301489" y="399558"/>
                    <a:pt x="301489" y="391057"/>
                    <a:pt x="301489" y="378305"/>
                  </a:cubicBezTo>
                  <a:cubicBezTo>
                    <a:pt x="314228" y="369804"/>
                    <a:pt x="314228" y="369804"/>
                    <a:pt x="314228" y="369804"/>
                  </a:cubicBezTo>
                  <a:cubicBezTo>
                    <a:pt x="365184" y="331548"/>
                    <a:pt x="365184" y="331548"/>
                    <a:pt x="365184" y="331548"/>
                  </a:cubicBezTo>
                  <a:cubicBezTo>
                    <a:pt x="369430" y="331548"/>
                    <a:pt x="369430" y="331548"/>
                    <a:pt x="369430" y="331548"/>
                  </a:cubicBezTo>
                  <a:cubicBezTo>
                    <a:pt x="373677" y="335799"/>
                    <a:pt x="377923" y="344300"/>
                    <a:pt x="377923" y="348551"/>
                  </a:cubicBezTo>
                  <a:cubicBezTo>
                    <a:pt x="377923" y="352801"/>
                    <a:pt x="377923" y="352801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73677" y="357052"/>
                    <a:pt x="373677" y="357052"/>
                  </a:cubicBezTo>
                  <a:cubicBezTo>
                    <a:pt x="373677" y="357052"/>
                    <a:pt x="369430" y="361302"/>
                    <a:pt x="365184" y="361302"/>
                  </a:cubicBezTo>
                  <a:cubicBezTo>
                    <a:pt x="360938" y="361302"/>
                    <a:pt x="360938" y="361302"/>
                    <a:pt x="360938" y="361302"/>
                  </a:cubicBezTo>
                  <a:cubicBezTo>
                    <a:pt x="360938" y="369804"/>
                    <a:pt x="360938" y="369804"/>
                    <a:pt x="360938" y="369804"/>
                  </a:cubicBezTo>
                  <a:cubicBezTo>
                    <a:pt x="360938" y="369804"/>
                    <a:pt x="360938" y="369804"/>
                    <a:pt x="360938" y="369804"/>
                  </a:cubicBezTo>
                  <a:cubicBezTo>
                    <a:pt x="360938" y="374054"/>
                    <a:pt x="360938" y="374054"/>
                    <a:pt x="360938" y="374054"/>
                  </a:cubicBezTo>
                  <a:cubicBezTo>
                    <a:pt x="369430" y="378305"/>
                    <a:pt x="373677" y="378305"/>
                    <a:pt x="377923" y="378305"/>
                  </a:cubicBezTo>
                  <a:cubicBezTo>
                    <a:pt x="377923" y="391057"/>
                    <a:pt x="382169" y="399558"/>
                    <a:pt x="386416" y="412310"/>
                  </a:cubicBezTo>
                  <a:cubicBezTo>
                    <a:pt x="386416" y="412310"/>
                    <a:pt x="386416" y="412310"/>
                    <a:pt x="386416" y="412310"/>
                  </a:cubicBezTo>
                  <a:cubicBezTo>
                    <a:pt x="386416" y="412310"/>
                    <a:pt x="386416" y="412310"/>
                    <a:pt x="386416" y="412310"/>
                  </a:cubicBezTo>
                  <a:cubicBezTo>
                    <a:pt x="390662" y="420811"/>
                    <a:pt x="403401" y="433563"/>
                    <a:pt x="403401" y="437813"/>
                  </a:cubicBezTo>
                  <a:cubicBezTo>
                    <a:pt x="403401" y="437813"/>
                    <a:pt x="403401" y="437813"/>
                    <a:pt x="403401" y="437813"/>
                  </a:cubicBezTo>
                  <a:cubicBezTo>
                    <a:pt x="399155" y="437813"/>
                    <a:pt x="399155" y="437813"/>
                    <a:pt x="399155" y="437813"/>
                  </a:cubicBezTo>
                  <a:cubicBezTo>
                    <a:pt x="399155" y="437813"/>
                    <a:pt x="399155" y="437813"/>
                    <a:pt x="399155" y="437813"/>
                  </a:cubicBezTo>
                  <a:cubicBezTo>
                    <a:pt x="390662" y="454816"/>
                    <a:pt x="348199" y="476069"/>
                    <a:pt x="318474" y="493071"/>
                  </a:cubicBezTo>
                  <a:cubicBezTo>
                    <a:pt x="314228" y="497322"/>
                    <a:pt x="309982" y="497322"/>
                    <a:pt x="305735" y="501573"/>
                  </a:cubicBezTo>
                  <a:cubicBezTo>
                    <a:pt x="305735" y="501573"/>
                    <a:pt x="305735" y="501573"/>
                    <a:pt x="305735" y="501573"/>
                  </a:cubicBezTo>
                  <a:cubicBezTo>
                    <a:pt x="305735" y="501573"/>
                    <a:pt x="305735" y="501573"/>
                    <a:pt x="305735" y="501573"/>
                  </a:cubicBezTo>
                  <a:cubicBezTo>
                    <a:pt x="233548" y="539828"/>
                    <a:pt x="165607" y="582334"/>
                    <a:pt x="93419" y="620590"/>
                  </a:cubicBezTo>
                  <a:cubicBezTo>
                    <a:pt x="67941" y="641843"/>
                    <a:pt x="0" y="650344"/>
                    <a:pt x="0" y="701352"/>
                  </a:cubicBezTo>
                  <a:cubicBezTo>
                    <a:pt x="0" y="701352"/>
                    <a:pt x="0" y="705602"/>
                    <a:pt x="0" y="705602"/>
                  </a:cubicBezTo>
                  <a:cubicBezTo>
                    <a:pt x="0" y="709853"/>
                    <a:pt x="0" y="709853"/>
                    <a:pt x="0" y="709853"/>
                  </a:cubicBezTo>
                  <a:cubicBezTo>
                    <a:pt x="0" y="709853"/>
                    <a:pt x="0" y="709853"/>
                    <a:pt x="0" y="709853"/>
                  </a:cubicBezTo>
                  <a:cubicBezTo>
                    <a:pt x="16985" y="726855"/>
                    <a:pt x="33971" y="739607"/>
                    <a:pt x="55202" y="752359"/>
                  </a:cubicBezTo>
                  <a:cubicBezTo>
                    <a:pt x="67941" y="760860"/>
                    <a:pt x="80680" y="760860"/>
                    <a:pt x="84927" y="765111"/>
                  </a:cubicBezTo>
                  <a:cubicBezTo>
                    <a:pt x="89173" y="769362"/>
                    <a:pt x="89173" y="769362"/>
                    <a:pt x="89173" y="769362"/>
                  </a:cubicBezTo>
                  <a:cubicBezTo>
                    <a:pt x="93419" y="769362"/>
                    <a:pt x="93419" y="769362"/>
                    <a:pt x="93419" y="769362"/>
                  </a:cubicBezTo>
                  <a:cubicBezTo>
                    <a:pt x="140129" y="748108"/>
                    <a:pt x="140129" y="722605"/>
                    <a:pt x="152868" y="714104"/>
                  </a:cubicBezTo>
                  <a:cubicBezTo>
                    <a:pt x="203824" y="667347"/>
                    <a:pt x="263272" y="629091"/>
                    <a:pt x="331213" y="595086"/>
                  </a:cubicBezTo>
                  <a:cubicBezTo>
                    <a:pt x="348199" y="590836"/>
                    <a:pt x="360938" y="582334"/>
                    <a:pt x="377923" y="578084"/>
                  </a:cubicBezTo>
                  <a:cubicBezTo>
                    <a:pt x="403401" y="565332"/>
                    <a:pt x="433125" y="548330"/>
                    <a:pt x="462849" y="548330"/>
                  </a:cubicBezTo>
                  <a:cubicBezTo>
                    <a:pt x="467096" y="548330"/>
                    <a:pt x="471342" y="548330"/>
                    <a:pt x="471342" y="548330"/>
                  </a:cubicBezTo>
                  <a:cubicBezTo>
                    <a:pt x="471342" y="548330"/>
                    <a:pt x="471342" y="548330"/>
                    <a:pt x="471342" y="548330"/>
                  </a:cubicBezTo>
                  <a:cubicBezTo>
                    <a:pt x="471342" y="552580"/>
                    <a:pt x="471342" y="556831"/>
                    <a:pt x="467096" y="561081"/>
                  </a:cubicBezTo>
                  <a:cubicBezTo>
                    <a:pt x="462849" y="578084"/>
                    <a:pt x="445864" y="586585"/>
                    <a:pt x="433125" y="599337"/>
                  </a:cubicBezTo>
                  <a:cubicBezTo>
                    <a:pt x="416140" y="620590"/>
                    <a:pt x="394908" y="641843"/>
                    <a:pt x="373677" y="658846"/>
                  </a:cubicBezTo>
                  <a:cubicBezTo>
                    <a:pt x="365184" y="667347"/>
                    <a:pt x="348199" y="671597"/>
                    <a:pt x="339706" y="684349"/>
                  </a:cubicBezTo>
                  <a:cubicBezTo>
                    <a:pt x="335460" y="692850"/>
                    <a:pt x="335460" y="697101"/>
                    <a:pt x="335460" y="701352"/>
                  </a:cubicBezTo>
                  <a:cubicBezTo>
                    <a:pt x="335460" y="705602"/>
                    <a:pt x="335460" y="709853"/>
                    <a:pt x="335460" y="714104"/>
                  </a:cubicBezTo>
                  <a:cubicBezTo>
                    <a:pt x="335460" y="714104"/>
                    <a:pt x="335460" y="718354"/>
                    <a:pt x="335460" y="718354"/>
                  </a:cubicBezTo>
                  <a:cubicBezTo>
                    <a:pt x="335460" y="718354"/>
                    <a:pt x="335460" y="718354"/>
                    <a:pt x="335460" y="718354"/>
                  </a:cubicBezTo>
                  <a:cubicBezTo>
                    <a:pt x="335460" y="718354"/>
                    <a:pt x="335460" y="718354"/>
                    <a:pt x="335460" y="718354"/>
                  </a:cubicBezTo>
                  <a:cubicBezTo>
                    <a:pt x="335460" y="722605"/>
                    <a:pt x="335460" y="722605"/>
                    <a:pt x="335460" y="722605"/>
                  </a:cubicBezTo>
                  <a:cubicBezTo>
                    <a:pt x="322721" y="726855"/>
                    <a:pt x="288750" y="739607"/>
                    <a:pt x="276011" y="748108"/>
                  </a:cubicBezTo>
                  <a:cubicBezTo>
                    <a:pt x="254780" y="756610"/>
                    <a:pt x="237794" y="769362"/>
                    <a:pt x="216563" y="777863"/>
                  </a:cubicBezTo>
                  <a:cubicBezTo>
                    <a:pt x="169853" y="799116"/>
                    <a:pt x="114651" y="799116"/>
                    <a:pt x="80680" y="833121"/>
                  </a:cubicBezTo>
                  <a:cubicBezTo>
                    <a:pt x="76434" y="837371"/>
                    <a:pt x="76434" y="837371"/>
                    <a:pt x="76434" y="837371"/>
                  </a:cubicBezTo>
                  <a:cubicBezTo>
                    <a:pt x="80680" y="841622"/>
                    <a:pt x="80680" y="841622"/>
                    <a:pt x="80680" y="841622"/>
                  </a:cubicBezTo>
                  <a:cubicBezTo>
                    <a:pt x="80680" y="854374"/>
                    <a:pt x="97665" y="867126"/>
                    <a:pt x="118897" y="884128"/>
                  </a:cubicBezTo>
                  <a:cubicBezTo>
                    <a:pt x="135882" y="896880"/>
                    <a:pt x="157114" y="909632"/>
                    <a:pt x="178346" y="909632"/>
                  </a:cubicBezTo>
                  <a:cubicBezTo>
                    <a:pt x="178346" y="909632"/>
                    <a:pt x="182592" y="909632"/>
                    <a:pt x="182592" y="909632"/>
                  </a:cubicBezTo>
                  <a:cubicBezTo>
                    <a:pt x="212316" y="901131"/>
                    <a:pt x="229302" y="884128"/>
                    <a:pt x="246287" y="871376"/>
                  </a:cubicBezTo>
                  <a:cubicBezTo>
                    <a:pt x="267518" y="850123"/>
                    <a:pt x="314228" y="824620"/>
                    <a:pt x="348199" y="816118"/>
                  </a:cubicBezTo>
                  <a:cubicBezTo>
                    <a:pt x="348199" y="816118"/>
                    <a:pt x="352445" y="816118"/>
                    <a:pt x="356691" y="816118"/>
                  </a:cubicBezTo>
                  <a:cubicBezTo>
                    <a:pt x="360938" y="824620"/>
                    <a:pt x="360938" y="833121"/>
                    <a:pt x="365184" y="845873"/>
                  </a:cubicBezTo>
                  <a:cubicBezTo>
                    <a:pt x="369430" y="858624"/>
                    <a:pt x="369430" y="867126"/>
                    <a:pt x="369430" y="875627"/>
                  </a:cubicBezTo>
                  <a:cubicBezTo>
                    <a:pt x="369430" y="896880"/>
                    <a:pt x="360938" y="909632"/>
                    <a:pt x="352445" y="918133"/>
                  </a:cubicBezTo>
                  <a:cubicBezTo>
                    <a:pt x="335460" y="935136"/>
                    <a:pt x="309982" y="943637"/>
                    <a:pt x="276011" y="947887"/>
                  </a:cubicBezTo>
                  <a:cubicBezTo>
                    <a:pt x="271765" y="947887"/>
                    <a:pt x="267518" y="947887"/>
                    <a:pt x="263272" y="947887"/>
                  </a:cubicBezTo>
                  <a:cubicBezTo>
                    <a:pt x="250533" y="947887"/>
                    <a:pt x="233548" y="947887"/>
                    <a:pt x="220809" y="947887"/>
                  </a:cubicBezTo>
                  <a:cubicBezTo>
                    <a:pt x="212316" y="947887"/>
                    <a:pt x="208070" y="947887"/>
                    <a:pt x="203824" y="947887"/>
                  </a:cubicBezTo>
                  <a:cubicBezTo>
                    <a:pt x="199577" y="947887"/>
                    <a:pt x="195331" y="952138"/>
                    <a:pt x="195331" y="952138"/>
                  </a:cubicBezTo>
                  <a:cubicBezTo>
                    <a:pt x="195331" y="952138"/>
                    <a:pt x="195331" y="952138"/>
                    <a:pt x="195331" y="952138"/>
                  </a:cubicBezTo>
                  <a:cubicBezTo>
                    <a:pt x="191085" y="960639"/>
                    <a:pt x="191085" y="960639"/>
                    <a:pt x="191085" y="960639"/>
                  </a:cubicBezTo>
                  <a:cubicBezTo>
                    <a:pt x="195331" y="964890"/>
                    <a:pt x="195331" y="964890"/>
                    <a:pt x="195331" y="964890"/>
                  </a:cubicBezTo>
                  <a:cubicBezTo>
                    <a:pt x="216563" y="973391"/>
                    <a:pt x="246287" y="977642"/>
                    <a:pt x="263272" y="986143"/>
                  </a:cubicBezTo>
                  <a:cubicBezTo>
                    <a:pt x="292996" y="1007396"/>
                    <a:pt x="322721" y="1020148"/>
                    <a:pt x="352445" y="1041401"/>
                  </a:cubicBezTo>
                  <a:cubicBezTo>
                    <a:pt x="352445" y="1041401"/>
                    <a:pt x="352445" y="1041401"/>
                    <a:pt x="352445" y="1041401"/>
                  </a:cubicBezTo>
                  <a:cubicBezTo>
                    <a:pt x="356691" y="1041401"/>
                    <a:pt x="356691" y="1041401"/>
                    <a:pt x="356691" y="1041401"/>
                  </a:cubicBezTo>
                  <a:cubicBezTo>
                    <a:pt x="356691" y="1041401"/>
                    <a:pt x="360938" y="1041401"/>
                    <a:pt x="360938" y="1041401"/>
                  </a:cubicBezTo>
                  <a:cubicBezTo>
                    <a:pt x="360938" y="1041401"/>
                    <a:pt x="360938" y="1041401"/>
                    <a:pt x="360938" y="1041401"/>
                  </a:cubicBezTo>
                  <a:cubicBezTo>
                    <a:pt x="365184" y="1041401"/>
                    <a:pt x="365184" y="1041401"/>
                    <a:pt x="369430" y="1037150"/>
                  </a:cubicBezTo>
                  <a:cubicBezTo>
                    <a:pt x="394908" y="1020148"/>
                    <a:pt x="428879" y="952138"/>
                    <a:pt x="428879" y="901131"/>
                  </a:cubicBezTo>
                  <a:cubicBezTo>
                    <a:pt x="428879" y="896880"/>
                    <a:pt x="428879" y="888379"/>
                    <a:pt x="424633" y="884128"/>
                  </a:cubicBezTo>
                  <a:cubicBezTo>
                    <a:pt x="420386" y="858624"/>
                    <a:pt x="411894" y="828870"/>
                    <a:pt x="407647" y="803366"/>
                  </a:cubicBezTo>
                  <a:cubicBezTo>
                    <a:pt x="407647" y="799116"/>
                    <a:pt x="407647" y="794865"/>
                    <a:pt x="411894" y="790615"/>
                  </a:cubicBezTo>
                  <a:cubicBezTo>
                    <a:pt x="411894" y="790615"/>
                    <a:pt x="424633" y="786364"/>
                    <a:pt x="433125" y="782113"/>
                  </a:cubicBezTo>
                  <a:cubicBezTo>
                    <a:pt x="445864" y="777863"/>
                    <a:pt x="458603" y="777863"/>
                    <a:pt x="458603" y="777863"/>
                  </a:cubicBezTo>
                  <a:cubicBezTo>
                    <a:pt x="513805" y="773612"/>
                    <a:pt x="513805" y="773612"/>
                    <a:pt x="513805" y="773612"/>
                  </a:cubicBezTo>
                  <a:cubicBezTo>
                    <a:pt x="513805" y="773612"/>
                    <a:pt x="513805" y="773612"/>
                    <a:pt x="513805" y="773612"/>
                  </a:cubicBezTo>
                  <a:cubicBezTo>
                    <a:pt x="539283" y="765111"/>
                    <a:pt x="543530" y="739607"/>
                    <a:pt x="552022" y="726855"/>
                  </a:cubicBezTo>
                  <a:cubicBezTo>
                    <a:pt x="556269" y="726855"/>
                    <a:pt x="556269" y="726855"/>
                    <a:pt x="556269" y="726855"/>
                  </a:cubicBezTo>
                  <a:cubicBezTo>
                    <a:pt x="556269" y="726855"/>
                    <a:pt x="556269" y="726855"/>
                    <a:pt x="556269" y="726855"/>
                  </a:cubicBezTo>
                  <a:cubicBezTo>
                    <a:pt x="556269" y="722605"/>
                    <a:pt x="556269" y="718354"/>
                    <a:pt x="556269" y="718354"/>
                  </a:cubicBezTo>
                  <a:cubicBezTo>
                    <a:pt x="556269" y="705602"/>
                    <a:pt x="547776" y="701352"/>
                    <a:pt x="547776" y="701352"/>
                  </a:cubicBezTo>
                  <a:cubicBezTo>
                    <a:pt x="547776" y="701352"/>
                    <a:pt x="547776" y="701352"/>
                    <a:pt x="547776" y="701352"/>
                  </a:cubicBezTo>
                  <a:cubicBezTo>
                    <a:pt x="547776" y="701352"/>
                    <a:pt x="547776" y="701352"/>
                    <a:pt x="547776" y="701352"/>
                  </a:cubicBezTo>
                  <a:cubicBezTo>
                    <a:pt x="535037" y="697101"/>
                    <a:pt x="522298" y="692850"/>
                    <a:pt x="509559" y="692850"/>
                  </a:cubicBezTo>
                  <a:cubicBezTo>
                    <a:pt x="501066" y="692850"/>
                    <a:pt x="492574" y="697101"/>
                    <a:pt x="484081" y="697101"/>
                  </a:cubicBezTo>
                  <a:cubicBezTo>
                    <a:pt x="471342" y="697101"/>
                    <a:pt x="467096" y="701352"/>
                    <a:pt x="458603" y="701352"/>
                  </a:cubicBezTo>
                  <a:cubicBezTo>
                    <a:pt x="390662" y="701352"/>
                    <a:pt x="390662" y="701352"/>
                    <a:pt x="390662" y="701352"/>
                  </a:cubicBezTo>
                  <a:cubicBezTo>
                    <a:pt x="390662" y="701352"/>
                    <a:pt x="390662" y="701352"/>
                    <a:pt x="390662" y="701352"/>
                  </a:cubicBezTo>
                  <a:cubicBezTo>
                    <a:pt x="390662" y="701352"/>
                    <a:pt x="386416" y="697101"/>
                    <a:pt x="386416" y="692850"/>
                  </a:cubicBezTo>
                  <a:cubicBezTo>
                    <a:pt x="386416" y="688600"/>
                    <a:pt x="386416" y="688600"/>
                    <a:pt x="386416" y="688600"/>
                  </a:cubicBezTo>
                  <a:cubicBezTo>
                    <a:pt x="386416" y="688600"/>
                    <a:pt x="386416" y="688600"/>
                    <a:pt x="386416" y="688600"/>
                  </a:cubicBezTo>
                  <a:cubicBezTo>
                    <a:pt x="407647" y="671597"/>
                    <a:pt x="441618" y="663096"/>
                    <a:pt x="467096" y="646094"/>
                  </a:cubicBezTo>
                  <a:cubicBezTo>
                    <a:pt x="471342" y="641843"/>
                    <a:pt x="475588" y="641843"/>
                    <a:pt x="479835" y="637592"/>
                  </a:cubicBezTo>
                  <a:cubicBezTo>
                    <a:pt x="509559" y="616339"/>
                    <a:pt x="530791" y="590836"/>
                    <a:pt x="552022" y="569583"/>
                  </a:cubicBezTo>
                  <a:cubicBezTo>
                    <a:pt x="564761" y="561081"/>
                    <a:pt x="594486" y="539828"/>
                    <a:pt x="594486" y="510074"/>
                  </a:cubicBezTo>
                  <a:cubicBezTo>
                    <a:pt x="594486" y="505823"/>
                    <a:pt x="594486" y="497322"/>
                    <a:pt x="590239" y="493071"/>
                  </a:cubicBezTo>
                  <a:cubicBezTo>
                    <a:pt x="581747" y="476069"/>
                    <a:pt x="560515" y="471818"/>
                    <a:pt x="543530" y="471818"/>
                  </a:cubicBezTo>
                  <a:cubicBezTo>
                    <a:pt x="518052" y="471818"/>
                    <a:pt x="492574" y="480320"/>
                    <a:pt x="479835" y="488821"/>
                  </a:cubicBezTo>
                  <a:cubicBezTo>
                    <a:pt x="475588" y="493071"/>
                    <a:pt x="471342" y="493071"/>
                    <a:pt x="467096" y="497322"/>
                  </a:cubicBezTo>
                  <a:cubicBezTo>
                    <a:pt x="420386" y="518575"/>
                    <a:pt x="373677" y="539828"/>
                    <a:pt x="322721" y="556831"/>
                  </a:cubicBezTo>
                  <a:cubicBezTo>
                    <a:pt x="305735" y="569583"/>
                    <a:pt x="284504" y="573833"/>
                    <a:pt x="267518" y="586585"/>
                  </a:cubicBezTo>
                  <a:cubicBezTo>
                    <a:pt x="259026" y="590836"/>
                    <a:pt x="220809" y="616339"/>
                    <a:pt x="208070" y="616339"/>
                  </a:cubicBezTo>
                  <a:cubicBezTo>
                    <a:pt x="208070" y="616339"/>
                    <a:pt x="208070" y="616339"/>
                    <a:pt x="208070" y="616339"/>
                  </a:cubicBezTo>
                  <a:cubicBezTo>
                    <a:pt x="208070" y="595086"/>
                    <a:pt x="237794" y="582334"/>
                    <a:pt x="259026" y="569583"/>
                  </a:cubicBezTo>
                  <a:moveTo>
                    <a:pt x="450110" y="255037"/>
                  </a:move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5037"/>
                    <a:pt x="450110" y="255037"/>
                    <a:pt x="450110" y="255037"/>
                  </a:cubicBezTo>
                  <a:cubicBezTo>
                    <a:pt x="450110" y="250786"/>
                    <a:pt x="454357" y="246536"/>
                    <a:pt x="454357" y="242285"/>
                  </a:cubicBezTo>
                  <a:cubicBezTo>
                    <a:pt x="450110" y="238035"/>
                    <a:pt x="450110" y="238035"/>
                    <a:pt x="450110" y="238035"/>
                  </a:cubicBezTo>
                  <a:cubicBezTo>
                    <a:pt x="454357" y="242285"/>
                    <a:pt x="454357" y="242285"/>
                    <a:pt x="454357" y="242285"/>
                  </a:cubicBezTo>
                  <a:cubicBezTo>
                    <a:pt x="475588" y="208280"/>
                    <a:pt x="560515" y="178526"/>
                    <a:pt x="602978" y="165774"/>
                  </a:cubicBezTo>
                  <a:cubicBezTo>
                    <a:pt x="607224" y="165774"/>
                    <a:pt x="611471" y="161523"/>
                    <a:pt x="611471" y="161523"/>
                  </a:cubicBezTo>
                  <a:cubicBezTo>
                    <a:pt x="615717" y="161523"/>
                    <a:pt x="619963" y="161523"/>
                    <a:pt x="624210" y="165774"/>
                  </a:cubicBezTo>
                  <a:cubicBezTo>
                    <a:pt x="628456" y="174275"/>
                    <a:pt x="628456" y="178526"/>
                    <a:pt x="628456" y="182777"/>
                  </a:cubicBezTo>
                  <a:cubicBezTo>
                    <a:pt x="628456" y="191278"/>
                    <a:pt x="624210" y="204030"/>
                    <a:pt x="619963" y="212531"/>
                  </a:cubicBezTo>
                  <a:cubicBezTo>
                    <a:pt x="607224" y="229533"/>
                    <a:pt x="594486" y="246536"/>
                    <a:pt x="585993" y="263538"/>
                  </a:cubicBezTo>
                  <a:cubicBezTo>
                    <a:pt x="585993" y="263538"/>
                    <a:pt x="585993" y="263538"/>
                    <a:pt x="585993" y="263538"/>
                  </a:cubicBezTo>
                  <a:cubicBezTo>
                    <a:pt x="585993" y="263538"/>
                    <a:pt x="585993" y="263538"/>
                    <a:pt x="585993" y="263538"/>
                  </a:cubicBezTo>
                  <a:cubicBezTo>
                    <a:pt x="573254" y="297543"/>
                    <a:pt x="552022" y="369804"/>
                    <a:pt x="513805" y="365553"/>
                  </a:cubicBezTo>
                  <a:cubicBezTo>
                    <a:pt x="513805" y="365553"/>
                    <a:pt x="509559" y="365553"/>
                    <a:pt x="509559" y="365553"/>
                  </a:cubicBezTo>
                  <a:cubicBezTo>
                    <a:pt x="505313" y="352801"/>
                    <a:pt x="501066" y="340049"/>
                    <a:pt x="496820" y="327297"/>
                  </a:cubicBezTo>
                  <a:cubicBezTo>
                    <a:pt x="496820" y="327297"/>
                    <a:pt x="496820" y="327297"/>
                    <a:pt x="496820" y="327297"/>
                  </a:cubicBezTo>
                  <a:cubicBezTo>
                    <a:pt x="492574" y="327297"/>
                    <a:pt x="492574" y="327297"/>
                    <a:pt x="492574" y="327297"/>
                  </a:cubicBezTo>
                  <a:cubicBezTo>
                    <a:pt x="488327" y="323047"/>
                    <a:pt x="479835" y="318796"/>
                    <a:pt x="475588" y="314546"/>
                  </a:cubicBezTo>
                  <a:cubicBezTo>
                    <a:pt x="471342" y="310295"/>
                    <a:pt x="467096" y="301794"/>
                    <a:pt x="458603" y="289042"/>
                  </a:cubicBezTo>
                  <a:cubicBezTo>
                    <a:pt x="454357" y="276290"/>
                    <a:pt x="450110" y="267789"/>
                    <a:pt x="450110" y="259288"/>
                  </a:cubicBezTo>
                  <a:cubicBezTo>
                    <a:pt x="450110" y="259288"/>
                    <a:pt x="450110" y="255037"/>
                    <a:pt x="450110" y="255037"/>
                  </a:cubicBezTo>
                  <a:moveTo>
                    <a:pt x="437371" y="361302"/>
                  </a:moveTo>
                  <a:cubicBezTo>
                    <a:pt x="445864" y="361302"/>
                    <a:pt x="445864" y="361302"/>
                    <a:pt x="445864" y="361302"/>
                  </a:cubicBezTo>
                  <a:cubicBezTo>
                    <a:pt x="458603" y="361302"/>
                    <a:pt x="458603" y="361302"/>
                    <a:pt x="458603" y="361302"/>
                  </a:cubicBezTo>
                  <a:cubicBezTo>
                    <a:pt x="458603" y="365553"/>
                    <a:pt x="458603" y="369804"/>
                    <a:pt x="462849" y="369804"/>
                  </a:cubicBezTo>
                  <a:cubicBezTo>
                    <a:pt x="458603" y="378305"/>
                    <a:pt x="458603" y="382555"/>
                    <a:pt x="458603" y="382555"/>
                  </a:cubicBezTo>
                  <a:cubicBezTo>
                    <a:pt x="454357" y="386806"/>
                    <a:pt x="450110" y="386806"/>
                    <a:pt x="445864" y="386806"/>
                  </a:cubicBezTo>
                  <a:cubicBezTo>
                    <a:pt x="441618" y="386806"/>
                    <a:pt x="433125" y="386806"/>
                    <a:pt x="428879" y="378305"/>
                  </a:cubicBezTo>
                  <a:cubicBezTo>
                    <a:pt x="428879" y="369804"/>
                    <a:pt x="433125" y="365553"/>
                    <a:pt x="437371" y="361302"/>
                  </a:cubicBezTo>
                  <a:moveTo>
                    <a:pt x="301489" y="301794"/>
                  </a:moveTo>
                  <a:cubicBezTo>
                    <a:pt x="305735" y="306044"/>
                    <a:pt x="305735" y="306044"/>
                    <a:pt x="305735" y="306044"/>
                  </a:cubicBezTo>
                  <a:cubicBezTo>
                    <a:pt x="301489" y="301794"/>
                    <a:pt x="301489" y="301794"/>
                    <a:pt x="301489" y="301794"/>
                  </a:cubicBezTo>
                  <a:cubicBezTo>
                    <a:pt x="301489" y="301794"/>
                    <a:pt x="297243" y="306044"/>
                    <a:pt x="297243" y="306044"/>
                  </a:cubicBezTo>
                  <a:cubicBezTo>
                    <a:pt x="292996" y="293293"/>
                    <a:pt x="284504" y="276290"/>
                    <a:pt x="284504" y="267789"/>
                  </a:cubicBezTo>
                  <a:cubicBezTo>
                    <a:pt x="284504" y="263538"/>
                    <a:pt x="284504" y="263538"/>
                    <a:pt x="284504" y="263538"/>
                  </a:cubicBezTo>
                  <a:cubicBezTo>
                    <a:pt x="292996" y="263538"/>
                    <a:pt x="297243" y="263538"/>
                    <a:pt x="297243" y="263538"/>
                  </a:cubicBezTo>
                  <a:cubicBezTo>
                    <a:pt x="305735" y="267789"/>
                    <a:pt x="314228" y="276290"/>
                    <a:pt x="318474" y="280541"/>
                  </a:cubicBezTo>
                  <a:cubicBezTo>
                    <a:pt x="314228" y="284791"/>
                    <a:pt x="309982" y="297543"/>
                    <a:pt x="301489" y="3017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>
            <a:xfrm>
              <a:off x="4903788" y="771525"/>
              <a:ext cx="484187" cy="960438"/>
            </a:xfrm>
            <a:custGeom>
              <a:avLst/>
              <a:gdLst>
                <a:gd name="T0" fmla="*/ 76 w 114"/>
                <a:gd name="T1" fmla="*/ 36 h 226"/>
                <a:gd name="T2" fmla="*/ 70 w 114"/>
                <a:gd name="T3" fmla="*/ 47 h 226"/>
                <a:gd name="T4" fmla="*/ 67 w 114"/>
                <a:gd name="T5" fmla="*/ 42 h 226"/>
                <a:gd name="T6" fmla="*/ 110 w 114"/>
                <a:gd name="T7" fmla="*/ 128 h 226"/>
                <a:gd name="T8" fmla="*/ 81 w 114"/>
                <a:gd name="T9" fmla="*/ 121 h 226"/>
                <a:gd name="T10" fmla="*/ 71 w 114"/>
                <a:gd name="T11" fmla="*/ 119 h 226"/>
                <a:gd name="T12" fmla="*/ 82 w 114"/>
                <a:gd name="T13" fmla="*/ 139 h 226"/>
                <a:gd name="T14" fmla="*/ 61 w 114"/>
                <a:gd name="T15" fmla="*/ 149 h 226"/>
                <a:gd name="T16" fmla="*/ 51 w 114"/>
                <a:gd name="T17" fmla="*/ 147 h 226"/>
                <a:gd name="T18" fmla="*/ 60 w 114"/>
                <a:gd name="T19" fmla="*/ 133 h 226"/>
                <a:gd name="T20" fmla="*/ 51 w 114"/>
                <a:gd name="T21" fmla="*/ 123 h 226"/>
                <a:gd name="T22" fmla="*/ 58 w 114"/>
                <a:gd name="T23" fmla="*/ 118 h 226"/>
                <a:gd name="T24" fmla="*/ 71 w 114"/>
                <a:gd name="T25" fmla="*/ 110 h 226"/>
                <a:gd name="T26" fmla="*/ 69 w 114"/>
                <a:gd name="T27" fmla="*/ 101 h 226"/>
                <a:gd name="T28" fmla="*/ 50 w 114"/>
                <a:gd name="T29" fmla="*/ 107 h 226"/>
                <a:gd name="T30" fmla="*/ 49 w 114"/>
                <a:gd name="T31" fmla="*/ 99 h 226"/>
                <a:gd name="T32" fmla="*/ 54 w 114"/>
                <a:gd name="T33" fmla="*/ 90 h 226"/>
                <a:gd name="T34" fmla="*/ 107 w 114"/>
                <a:gd name="T35" fmla="*/ 64 h 226"/>
                <a:gd name="T36" fmla="*/ 100 w 114"/>
                <a:gd name="T37" fmla="*/ 57 h 226"/>
                <a:gd name="T38" fmla="*/ 81 w 114"/>
                <a:gd name="T39" fmla="*/ 63 h 226"/>
                <a:gd name="T40" fmla="*/ 57 w 114"/>
                <a:gd name="T41" fmla="*/ 74 h 226"/>
                <a:gd name="T42" fmla="*/ 66 w 114"/>
                <a:gd name="T43" fmla="*/ 65 h 226"/>
                <a:gd name="T44" fmla="*/ 88 w 114"/>
                <a:gd name="T45" fmla="*/ 44 h 226"/>
                <a:gd name="T46" fmla="*/ 98 w 114"/>
                <a:gd name="T47" fmla="*/ 29 h 226"/>
                <a:gd name="T48" fmla="*/ 82 w 114"/>
                <a:gd name="T49" fmla="*/ 22 h 226"/>
                <a:gd name="T50" fmla="*/ 69 w 114"/>
                <a:gd name="T51" fmla="*/ 29 h 226"/>
                <a:gd name="T52" fmla="*/ 59 w 114"/>
                <a:gd name="T53" fmla="*/ 10 h 226"/>
                <a:gd name="T54" fmla="*/ 34 w 114"/>
                <a:gd name="T55" fmla="*/ 17 h 226"/>
                <a:gd name="T56" fmla="*/ 32 w 114"/>
                <a:gd name="T57" fmla="*/ 34 h 226"/>
                <a:gd name="T58" fmla="*/ 25 w 114"/>
                <a:gd name="T59" fmla="*/ 55 h 226"/>
                <a:gd name="T60" fmla="*/ 28 w 114"/>
                <a:gd name="T61" fmla="*/ 60 h 226"/>
                <a:gd name="T62" fmla="*/ 30 w 114"/>
                <a:gd name="T63" fmla="*/ 72 h 226"/>
                <a:gd name="T64" fmla="*/ 14 w 114"/>
                <a:gd name="T65" fmla="*/ 91 h 226"/>
                <a:gd name="T66" fmla="*/ 28 w 114"/>
                <a:gd name="T67" fmla="*/ 101 h 226"/>
                <a:gd name="T68" fmla="*/ 30 w 114"/>
                <a:gd name="T69" fmla="*/ 113 h 226"/>
                <a:gd name="T70" fmla="*/ 26 w 114"/>
                <a:gd name="T71" fmla="*/ 123 h 226"/>
                <a:gd name="T72" fmla="*/ 32 w 114"/>
                <a:gd name="T73" fmla="*/ 131 h 226"/>
                <a:gd name="T74" fmla="*/ 26 w 114"/>
                <a:gd name="T75" fmla="*/ 137 h 226"/>
                <a:gd name="T76" fmla="*/ 33 w 114"/>
                <a:gd name="T77" fmla="*/ 147 h 226"/>
                <a:gd name="T78" fmla="*/ 24 w 114"/>
                <a:gd name="T79" fmla="*/ 163 h 226"/>
                <a:gd name="T80" fmla="*/ 0 w 114"/>
                <a:gd name="T81" fmla="*/ 172 h 226"/>
                <a:gd name="T82" fmla="*/ 1 w 114"/>
                <a:gd name="T83" fmla="*/ 177 h 226"/>
                <a:gd name="T84" fmla="*/ 13 w 114"/>
                <a:gd name="T85" fmla="*/ 185 h 226"/>
                <a:gd name="T86" fmla="*/ 28 w 114"/>
                <a:gd name="T87" fmla="*/ 187 h 226"/>
                <a:gd name="T88" fmla="*/ 29 w 114"/>
                <a:gd name="T89" fmla="*/ 213 h 226"/>
                <a:gd name="T90" fmla="*/ 54 w 114"/>
                <a:gd name="T91" fmla="*/ 206 h 226"/>
                <a:gd name="T92" fmla="*/ 55 w 114"/>
                <a:gd name="T93" fmla="*/ 167 h 226"/>
                <a:gd name="T94" fmla="*/ 89 w 114"/>
                <a:gd name="T95" fmla="*/ 153 h 226"/>
                <a:gd name="T96" fmla="*/ 104 w 114"/>
                <a:gd name="T97" fmla="*/ 144 h 226"/>
                <a:gd name="T98" fmla="*/ 113 w 114"/>
                <a:gd name="T99" fmla="*/ 13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84187" h="960438">
                  <a:moveTo>
                    <a:pt x="284566" y="178488"/>
                  </a:moveTo>
                  <a:cubicBezTo>
                    <a:pt x="293061" y="165739"/>
                    <a:pt x="322791" y="152990"/>
                    <a:pt x="322791" y="152990"/>
                  </a:cubicBezTo>
                  <a:cubicBezTo>
                    <a:pt x="327039" y="169989"/>
                    <a:pt x="305802" y="186988"/>
                    <a:pt x="301555" y="191238"/>
                  </a:cubicBezTo>
                  <a:cubicBezTo>
                    <a:pt x="301555" y="191238"/>
                    <a:pt x="301555" y="195487"/>
                    <a:pt x="297308" y="199737"/>
                  </a:cubicBezTo>
                  <a:cubicBezTo>
                    <a:pt x="297308" y="203987"/>
                    <a:pt x="288813" y="212486"/>
                    <a:pt x="288813" y="212486"/>
                  </a:cubicBezTo>
                  <a:cubicBezTo>
                    <a:pt x="288813" y="212486"/>
                    <a:pt x="276072" y="195487"/>
                    <a:pt x="284566" y="178488"/>
                  </a:cubicBezTo>
                  <a:moveTo>
                    <a:pt x="479940" y="565214"/>
                  </a:moveTo>
                  <a:cubicBezTo>
                    <a:pt x="479940" y="556714"/>
                    <a:pt x="471445" y="548215"/>
                    <a:pt x="467198" y="543965"/>
                  </a:cubicBezTo>
                  <a:cubicBezTo>
                    <a:pt x="454456" y="539715"/>
                    <a:pt x="441714" y="543965"/>
                    <a:pt x="428973" y="539715"/>
                  </a:cubicBezTo>
                  <a:cubicBezTo>
                    <a:pt x="399242" y="535465"/>
                    <a:pt x="373758" y="526966"/>
                    <a:pt x="344028" y="514217"/>
                  </a:cubicBezTo>
                  <a:cubicBezTo>
                    <a:pt x="331286" y="509967"/>
                    <a:pt x="310050" y="509967"/>
                    <a:pt x="301555" y="501468"/>
                  </a:cubicBezTo>
                  <a:cubicBezTo>
                    <a:pt x="301555" y="501468"/>
                    <a:pt x="301555" y="501468"/>
                    <a:pt x="301555" y="505717"/>
                  </a:cubicBezTo>
                  <a:cubicBezTo>
                    <a:pt x="305802" y="509967"/>
                    <a:pt x="310050" y="518467"/>
                    <a:pt x="322791" y="539715"/>
                  </a:cubicBezTo>
                  <a:cubicBezTo>
                    <a:pt x="339780" y="565214"/>
                    <a:pt x="356769" y="586462"/>
                    <a:pt x="348275" y="590712"/>
                  </a:cubicBezTo>
                  <a:cubicBezTo>
                    <a:pt x="327039" y="603461"/>
                    <a:pt x="301555" y="607711"/>
                    <a:pt x="280319" y="620460"/>
                  </a:cubicBezTo>
                  <a:cubicBezTo>
                    <a:pt x="271824" y="624710"/>
                    <a:pt x="267577" y="628959"/>
                    <a:pt x="259083" y="633209"/>
                  </a:cubicBezTo>
                  <a:cubicBezTo>
                    <a:pt x="254835" y="637459"/>
                    <a:pt x="250588" y="641709"/>
                    <a:pt x="242094" y="641709"/>
                  </a:cubicBezTo>
                  <a:cubicBezTo>
                    <a:pt x="233599" y="641709"/>
                    <a:pt x="220857" y="633209"/>
                    <a:pt x="216610" y="624710"/>
                  </a:cubicBezTo>
                  <a:cubicBezTo>
                    <a:pt x="212363" y="616210"/>
                    <a:pt x="208115" y="607711"/>
                    <a:pt x="220857" y="603461"/>
                  </a:cubicBezTo>
                  <a:cubicBezTo>
                    <a:pt x="229352" y="599211"/>
                    <a:pt x="254835" y="582212"/>
                    <a:pt x="254835" y="565214"/>
                  </a:cubicBezTo>
                  <a:cubicBezTo>
                    <a:pt x="250588" y="552464"/>
                    <a:pt x="246341" y="552464"/>
                    <a:pt x="242094" y="548215"/>
                  </a:cubicBezTo>
                  <a:cubicBezTo>
                    <a:pt x="233599" y="539715"/>
                    <a:pt x="216610" y="573713"/>
                    <a:pt x="216610" y="522716"/>
                  </a:cubicBezTo>
                  <a:cubicBezTo>
                    <a:pt x="216610" y="518467"/>
                    <a:pt x="216610" y="514217"/>
                    <a:pt x="216610" y="509967"/>
                  </a:cubicBezTo>
                  <a:cubicBezTo>
                    <a:pt x="216610" y="509967"/>
                    <a:pt x="242094" y="501468"/>
                    <a:pt x="246341" y="501468"/>
                  </a:cubicBezTo>
                  <a:cubicBezTo>
                    <a:pt x="246341" y="501468"/>
                    <a:pt x="250588" y="501468"/>
                    <a:pt x="254835" y="497218"/>
                  </a:cubicBezTo>
                  <a:cubicBezTo>
                    <a:pt x="267577" y="492968"/>
                    <a:pt x="293061" y="480219"/>
                    <a:pt x="301555" y="467470"/>
                  </a:cubicBezTo>
                  <a:cubicBezTo>
                    <a:pt x="305802" y="463220"/>
                    <a:pt x="305802" y="446221"/>
                    <a:pt x="305802" y="441971"/>
                  </a:cubicBezTo>
                  <a:cubicBezTo>
                    <a:pt x="305802" y="437722"/>
                    <a:pt x="310050" y="429222"/>
                    <a:pt x="293061" y="429222"/>
                  </a:cubicBezTo>
                  <a:cubicBezTo>
                    <a:pt x="280319" y="424973"/>
                    <a:pt x="284566" y="429222"/>
                    <a:pt x="267577" y="437722"/>
                  </a:cubicBezTo>
                  <a:cubicBezTo>
                    <a:pt x="250588" y="446221"/>
                    <a:pt x="212363" y="454721"/>
                    <a:pt x="212363" y="454721"/>
                  </a:cubicBezTo>
                  <a:cubicBezTo>
                    <a:pt x="212363" y="454721"/>
                    <a:pt x="212363" y="441971"/>
                    <a:pt x="208115" y="433472"/>
                  </a:cubicBezTo>
                  <a:cubicBezTo>
                    <a:pt x="208115" y="429222"/>
                    <a:pt x="208115" y="424973"/>
                    <a:pt x="208115" y="420723"/>
                  </a:cubicBezTo>
                  <a:cubicBezTo>
                    <a:pt x="208115" y="420723"/>
                    <a:pt x="208115" y="420723"/>
                    <a:pt x="208115" y="420723"/>
                  </a:cubicBezTo>
                  <a:cubicBezTo>
                    <a:pt x="208115" y="420723"/>
                    <a:pt x="212363" y="407974"/>
                    <a:pt x="229352" y="382475"/>
                  </a:cubicBezTo>
                  <a:cubicBezTo>
                    <a:pt x="250588" y="356977"/>
                    <a:pt x="335533" y="318729"/>
                    <a:pt x="365264" y="305980"/>
                  </a:cubicBezTo>
                  <a:cubicBezTo>
                    <a:pt x="394995" y="293231"/>
                    <a:pt x="445962" y="276232"/>
                    <a:pt x="454456" y="271982"/>
                  </a:cubicBezTo>
                  <a:cubicBezTo>
                    <a:pt x="467198" y="267733"/>
                    <a:pt x="462951" y="254984"/>
                    <a:pt x="454456" y="242234"/>
                  </a:cubicBezTo>
                  <a:cubicBezTo>
                    <a:pt x="445962" y="229485"/>
                    <a:pt x="433220" y="237985"/>
                    <a:pt x="424725" y="242234"/>
                  </a:cubicBezTo>
                  <a:cubicBezTo>
                    <a:pt x="411984" y="246484"/>
                    <a:pt x="394995" y="246484"/>
                    <a:pt x="382253" y="250734"/>
                  </a:cubicBezTo>
                  <a:cubicBezTo>
                    <a:pt x="369511" y="254984"/>
                    <a:pt x="356769" y="263483"/>
                    <a:pt x="344028" y="267733"/>
                  </a:cubicBezTo>
                  <a:cubicBezTo>
                    <a:pt x="327039" y="276232"/>
                    <a:pt x="288813" y="293231"/>
                    <a:pt x="280319" y="297481"/>
                  </a:cubicBezTo>
                  <a:cubicBezTo>
                    <a:pt x="267577" y="301731"/>
                    <a:pt x="250588" y="314480"/>
                    <a:pt x="242094" y="314480"/>
                  </a:cubicBezTo>
                  <a:cubicBezTo>
                    <a:pt x="233599" y="318729"/>
                    <a:pt x="233599" y="318729"/>
                    <a:pt x="242094" y="301731"/>
                  </a:cubicBezTo>
                  <a:cubicBezTo>
                    <a:pt x="246341" y="284732"/>
                    <a:pt x="271824" y="280482"/>
                    <a:pt x="280319" y="276232"/>
                  </a:cubicBezTo>
                  <a:cubicBezTo>
                    <a:pt x="288813" y="276232"/>
                    <a:pt x="301555" y="263483"/>
                    <a:pt x="318544" y="254984"/>
                  </a:cubicBezTo>
                  <a:cubicBezTo>
                    <a:pt x="339780" y="233735"/>
                    <a:pt x="356769" y="212486"/>
                    <a:pt x="373758" y="186988"/>
                  </a:cubicBezTo>
                  <a:cubicBezTo>
                    <a:pt x="382253" y="178488"/>
                    <a:pt x="394995" y="165739"/>
                    <a:pt x="403489" y="152990"/>
                  </a:cubicBezTo>
                  <a:cubicBezTo>
                    <a:pt x="407736" y="144491"/>
                    <a:pt x="416231" y="131741"/>
                    <a:pt x="416231" y="123242"/>
                  </a:cubicBezTo>
                  <a:cubicBezTo>
                    <a:pt x="420478" y="110493"/>
                    <a:pt x="411984" y="101993"/>
                    <a:pt x="407736" y="93494"/>
                  </a:cubicBezTo>
                  <a:cubicBezTo>
                    <a:pt x="390747" y="76495"/>
                    <a:pt x="361017" y="89244"/>
                    <a:pt x="348275" y="93494"/>
                  </a:cubicBezTo>
                  <a:cubicBezTo>
                    <a:pt x="339780" y="93494"/>
                    <a:pt x="335533" y="97744"/>
                    <a:pt x="331286" y="97744"/>
                  </a:cubicBezTo>
                  <a:cubicBezTo>
                    <a:pt x="322791" y="106243"/>
                    <a:pt x="310050" y="131741"/>
                    <a:pt x="293061" y="123242"/>
                  </a:cubicBezTo>
                  <a:cubicBezTo>
                    <a:pt x="288813" y="123242"/>
                    <a:pt x="288813" y="97744"/>
                    <a:pt x="288813" y="80745"/>
                  </a:cubicBezTo>
                  <a:cubicBezTo>
                    <a:pt x="288813" y="63746"/>
                    <a:pt x="267577" y="55246"/>
                    <a:pt x="250588" y="42497"/>
                  </a:cubicBezTo>
                  <a:cubicBezTo>
                    <a:pt x="233599" y="25498"/>
                    <a:pt x="208115" y="0"/>
                    <a:pt x="178385" y="0"/>
                  </a:cubicBezTo>
                  <a:cubicBezTo>
                    <a:pt x="152901" y="0"/>
                    <a:pt x="144407" y="55246"/>
                    <a:pt x="144407" y="72245"/>
                  </a:cubicBezTo>
                  <a:cubicBezTo>
                    <a:pt x="144407" y="84995"/>
                    <a:pt x="144407" y="97744"/>
                    <a:pt x="140159" y="110493"/>
                  </a:cubicBezTo>
                  <a:cubicBezTo>
                    <a:pt x="140159" y="123242"/>
                    <a:pt x="135912" y="131741"/>
                    <a:pt x="135912" y="144491"/>
                  </a:cubicBezTo>
                  <a:cubicBezTo>
                    <a:pt x="131665" y="165739"/>
                    <a:pt x="144407" y="203987"/>
                    <a:pt x="118923" y="216736"/>
                  </a:cubicBezTo>
                  <a:cubicBezTo>
                    <a:pt x="110429" y="216736"/>
                    <a:pt x="110429" y="225235"/>
                    <a:pt x="106181" y="233735"/>
                  </a:cubicBezTo>
                  <a:cubicBezTo>
                    <a:pt x="101934" y="242234"/>
                    <a:pt x="84945" y="254984"/>
                    <a:pt x="89192" y="263483"/>
                  </a:cubicBezTo>
                  <a:cubicBezTo>
                    <a:pt x="93440" y="271982"/>
                    <a:pt x="114676" y="254984"/>
                    <a:pt x="118923" y="254984"/>
                  </a:cubicBezTo>
                  <a:cubicBezTo>
                    <a:pt x="118923" y="254984"/>
                    <a:pt x="127418" y="263483"/>
                    <a:pt x="127418" y="267733"/>
                  </a:cubicBezTo>
                  <a:cubicBezTo>
                    <a:pt x="131665" y="276232"/>
                    <a:pt x="127418" y="293231"/>
                    <a:pt x="127418" y="305980"/>
                  </a:cubicBezTo>
                  <a:cubicBezTo>
                    <a:pt x="127418" y="322979"/>
                    <a:pt x="131665" y="344228"/>
                    <a:pt x="131665" y="361227"/>
                  </a:cubicBezTo>
                  <a:cubicBezTo>
                    <a:pt x="127418" y="373976"/>
                    <a:pt x="76451" y="378226"/>
                    <a:pt x="59462" y="386725"/>
                  </a:cubicBezTo>
                  <a:cubicBezTo>
                    <a:pt x="38225" y="390975"/>
                    <a:pt x="59462" y="412223"/>
                    <a:pt x="63709" y="420723"/>
                  </a:cubicBezTo>
                  <a:cubicBezTo>
                    <a:pt x="63709" y="424973"/>
                    <a:pt x="59462" y="424973"/>
                    <a:pt x="118923" y="429222"/>
                  </a:cubicBezTo>
                  <a:cubicBezTo>
                    <a:pt x="118923" y="429222"/>
                    <a:pt x="118923" y="441971"/>
                    <a:pt x="123170" y="446221"/>
                  </a:cubicBezTo>
                  <a:cubicBezTo>
                    <a:pt x="123170" y="458970"/>
                    <a:pt x="127418" y="471720"/>
                    <a:pt x="127418" y="480219"/>
                  </a:cubicBezTo>
                  <a:cubicBezTo>
                    <a:pt x="127418" y="480219"/>
                    <a:pt x="97687" y="492968"/>
                    <a:pt x="97687" y="501468"/>
                  </a:cubicBezTo>
                  <a:cubicBezTo>
                    <a:pt x="97687" y="514217"/>
                    <a:pt x="97687" y="522716"/>
                    <a:pt x="110429" y="522716"/>
                  </a:cubicBezTo>
                  <a:cubicBezTo>
                    <a:pt x="123170" y="526966"/>
                    <a:pt x="131665" y="531216"/>
                    <a:pt x="131665" y="531216"/>
                  </a:cubicBezTo>
                  <a:cubicBezTo>
                    <a:pt x="131665" y="531216"/>
                    <a:pt x="135912" y="539715"/>
                    <a:pt x="135912" y="556714"/>
                  </a:cubicBezTo>
                  <a:cubicBezTo>
                    <a:pt x="135912" y="565214"/>
                    <a:pt x="131665" y="565214"/>
                    <a:pt x="131665" y="569463"/>
                  </a:cubicBezTo>
                  <a:cubicBezTo>
                    <a:pt x="131665" y="573713"/>
                    <a:pt x="114676" y="577963"/>
                    <a:pt x="110429" y="582212"/>
                  </a:cubicBezTo>
                  <a:cubicBezTo>
                    <a:pt x="97687" y="590712"/>
                    <a:pt x="101934" y="607711"/>
                    <a:pt x="118923" y="620460"/>
                  </a:cubicBezTo>
                  <a:cubicBezTo>
                    <a:pt x="127418" y="624710"/>
                    <a:pt x="135912" y="620460"/>
                    <a:pt x="140159" y="624710"/>
                  </a:cubicBezTo>
                  <a:cubicBezTo>
                    <a:pt x="144407" y="633209"/>
                    <a:pt x="135912" y="650208"/>
                    <a:pt x="131665" y="654458"/>
                  </a:cubicBezTo>
                  <a:cubicBezTo>
                    <a:pt x="127418" y="662957"/>
                    <a:pt x="118923" y="684206"/>
                    <a:pt x="101934" y="692705"/>
                  </a:cubicBezTo>
                  <a:cubicBezTo>
                    <a:pt x="84945" y="696955"/>
                    <a:pt x="67956" y="709704"/>
                    <a:pt x="16989" y="709704"/>
                  </a:cubicBezTo>
                  <a:cubicBezTo>
                    <a:pt x="8495" y="713954"/>
                    <a:pt x="4247" y="718204"/>
                    <a:pt x="0" y="730953"/>
                  </a:cubicBezTo>
                  <a:cubicBezTo>
                    <a:pt x="0" y="735203"/>
                    <a:pt x="4247" y="739452"/>
                    <a:pt x="0" y="747952"/>
                  </a:cubicBezTo>
                  <a:cubicBezTo>
                    <a:pt x="0" y="747952"/>
                    <a:pt x="4247" y="747952"/>
                    <a:pt x="4247" y="752201"/>
                  </a:cubicBezTo>
                  <a:cubicBezTo>
                    <a:pt x="12742" y="756451"/>
                    <a:pt x="25484" y="760701"/>
                    <a:pt x="33978" y="769200"/>
                  </a:cubicBezTo>
                  <a:cubicBezTo>
                    <a:pt x="38225" y="777700"/>
                    <a:pt x="33978" y="786199"/>
                    <a:pt x="55214" y="786199"/>
                  </a:cubicBezTo>
                  <a:cubicBezTo>
                    <a:pt x="84945" y="786199"/>
                    <a:pt x="89192" y="760701"/>
                    <a:pt x="114676" y="764951"/>
                  </a:cubicBezTo>
                  <a:cubicBezTo>
                    <a:pt x="135912" y="764951"/>
                    <a:pt x="118923" y="786199"/>
                    <a:pt x="118923" y="794699"/>
                  </a:cubicBezTo>
                  <a:cubicBezTo>
                    <a:pt x="118923" y="807448"/>
                    <a:pt x="106181" y="820197"/>
                    <a:pt x="101934" y="828697"/>
                  </a:cubicBezTo>
                  <a:cubicBezTo>
                    <a:pt x="93440" y="854195"/>
                    <a:pt x="106181" y="883943"/>
                    <a:pt x="123170" y="905192"/>
                  </a:cubicBezTo>
                  <a:cubicBezTo>
                    <a:pt x="131665" y="917941"/>
                    <a:pt x="161396" y="960438"/>
                    <a:pt x="182632" y="943439"/>
                  </a:cubicBezTo>
                  <a:cubicBezTo>
                    <a:pt x="191126" y="939189"/>
                    <a:pt x="220857" y="892442"/>
                    <a:pt x="229352" y="875443"/>
                  </a:cubicBezTo>
                  <a:cubicBezTo>
                    <a:pt x="237846" y="858445"/>
                    <a:pt x="242094" y="849945"/>
                    <a:pt x="242094" y="837196"/>
                  </a:cubicBezTo>
                  <a:cubicBezTo>
                    <a:pt x="242094" y="824447"/>
                    <a:pt x="225104" y="718204"/>
                    <a:pt x="233599" y="709704"/>
                  </a:cubicBezTo>
                  <a:cubicBezTo>
                    <a:pt x="246341" y="696955"/>
                    <a:pt x="271824" y="696955"/>
                    <a:pt x="288813" y="688456"/>
                  </a:cubicBezTo>
                  <a:cubicBezTo>
                    <a:pt x="318544" y="679956"/>
                    <a:pt x="348275" y="662957"/>
                    <a:pt x="378006" y="650208"/>
                  </a:cubicBezTo>
                  <a:cubicBezTo>
                    <a:pt x="386500" y="645958"/>
                    <a:pt x="394995" y="641709"/>
                    <a:pt x="407736" y="637459"/>
                  </a:cubicBezTo>
                  <a:cubicBezTo>
                    <a:pt x="420478" y="628959"/>
                    <a:pt x="428973" y="620460"/>
                    <a:pt x="441714" y="611960"/>
                  </a:cubicBezTo>
                  <a:cubicBezTo>
                    <a:pt x="450209" y="607711"/>
                    <a:pt x="467198" y="603461"/>
                    <a:pt x="471445" y="590712"/>
                  </a:cubicBezTo>
                  <a:cubicBezTo>
                    <a:pt x="475692" y="582212"/>
                    <a:pt x="484187" y="573713"/>
                    <a:pt x="479940" y="56521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>
            <a:xfrm>
              <a:off x="4741863" y="839788"/>
              <a:ext cx="225425" cy="768350"/>
            </a:xfrm>
            <a:custGeom>
              <a:avLst/>
              <a:gdLst>
                <a:gd name="T0" fmla="*/ 29 w 53"/>
                <a:gd name="T1" fmla="*/ 103 h 181"/>
                <a:gd name="T2" fmla="*/ 23 w 53"/>
                <a:gd name="T3" fmla="*/ 127 h 181"/>
                <a:gd name="T4" fmla="*/ 21 w 53"/>
                <a:gd name="T5" fmla="*/ 127 h 181"/>
                <a:gd name="T6" fmla="*/ 23 w 53"/>
                <a:gd name="T7" fmla="*/ 113 h 181"/>
                <a:gd name="T8" fmla="*/ 30 w 53"/>
                <a:gd name="T9" fmla="*/ 98 h 181"/>
                <a:gd name="T10" fmla="*/ 29 w 53"/>
                <a:gd name="T11" fmla="*/ 103 h 181"/>
                <a:gd name="T12" fmla="*/ 51 w 53"/>
                <a:gd name="T13" fmla="*/ 75 h 181"/>
                <a:gd name="T14" fmla="*/ 51 w 53"/>
                <a:gd name="T15" fmla="*/ 75 h 181"/>
                <a:gd name="T16" fmla="*/ 50 w 53"/>
                <a:gd name="T17" fmla="*/ 74 h 181"/>
                <a:gd name="T18" fmla="*/ 44 w 53"/>
                <a:gd name="T19" fmla="*/ 71 h 181"/>
                <a:gd name="T20" fmla="*/ 37 w 53"/>
                <a:gd name="T21" fmla="*/ 66 h 181"/>
                <a:gd name="T22" fmla="*/ 30 w 53"/>
                <a:gd name="T23" fmla="*/ 63 h 181"/>
                <a:gd name="T24" fmla="*/ 22 w 53"/>
                <a:gd name="T25" fmla="*/ 60 h 181"/>
                <a:gd name="T26" fmla="*/ 20 w 53"/>
                <a:gd name="T27" fmla="*/ 51 h 181"/>
                <a:gd name="T28" fmla="*/ 23 w 53"/>
                <a:gd name="T29" fmla="*/ 44 h 181"/>
                <a:gd name="T30" fmla="*/ 36 w 53"/>
                <a:gd name="T31" fmla="*/ 33 h 181"/>
                <a:gd name="T32" fmla="*/ 45 w 53"/>
                <a:gd name="T33" fmla="*/ 28 h 181"/>
                <a:gd name="T34" fmla="*/ 32 w 53"/>
                <a:gd name="T35" fmla="*/ 10 h 181"/>
                <a:gd name="T36" fmla="*/ 24 w 53"/>
                <a:gd name="T37" fmla="*/ 6 h 181"/>
                <a:gd name="T38" fmla="*/ 13 w 53"/>
                <a:gd name="T39" fmla="*/ 3 h 181"/>
                <a:gd name="T40" fmla="*/ 2 w 53"/>
                <a:gd name="T41" fmla="*/ 2 h 181"/>
                <a:gd name="T42" fmla="*/ 8 w 53"/>
                <a:gd name="T43" fmla="*/ 11 h 181"/>
                <a:gd name="T44" fmla="*/ 13 w 53"/>
                <a:gd name="T45" fmla="*/ 19 h 181"/>
                <a:gd name="T46" fmla="*/ 16 w 53"/>
                <a:gd name="T47" fmla="*/ 27 h 181"/>
                <a:gd name="T48" fmla="*/ 21 w 53"/>
                <a:gd name="T49" fmla="*/ 36 h 181"/>
                <a:gd name="T50" fmla="*/ 17 w 53"/>
                <a:gd name="T51" fmla="*/ 52 h 181"/>
                <a:gd name="T52" fmla="*/ 13 w 53"/>
                <a:gd name="T53" fmla="*/ 57 h 181"/>
                <a:gd name="T54" fmla="*/ 14 w 53"/>
                <a:gd name="T55" fmla="*/ 76 h 181"/>
                <a:gd name="T56" fmla="*/ 20 w 53"/>
                <a:gd name="T57" fmla="*/ 95 h 181"/>
                <a:gd name="T58" fmla="*/ 18 w 53"/>
                <a:gd name="T59" fmla="*/ 114 h 181"/>
                <a:gd name="T60" fmla="*/ 13 w 53"/>
                <a:gd name="T61" fmla="*/ 136 h 181"/>
                <a:gd name="T62" fmla="*/ 10 w 53"/>
                <a:gd name="T63" fmla="*/ 150 h 181"/>
                <a:gd name="T64" fmla="*/ 6 w 53"/>
                <a:gd name="T65" fmla="*/ 157 h 181"/>
                <a:gd name="T66" fmla="*/ 8 w 53"/>
                <a:gd name="T67" fmla="*/ 165 h 181"/>
                <a:gd name="T68" fmla="*/ 16 w 53"/>
                <a:gd name="T69" fmla="*/ 179 h 181"/>
                <a:gd name="T70" fmla="*/ 25 w 53"/>
                <a:gd name="T71" fmla="*/ 166 h 181"/>
                <a:gd name="T72" fmla="*/ 31 w 53"/>
                <a:gd name="T73" fmla="*/ 147 h 181"/>
                <a:gd name="T74" fmla="*/ 34 w 53"/>
                <a:gd name="T75" fmla="*/ 137 h 181"/>
                <a:gd name="T76" fmla="*/ 33 w 53"/>
                <a:gd name="T77" fmla="*/ 125 h 181"/>
                <a:gd name="T78" fmla="*/ 33 w 53"/>
                <a:gd name="T79" fmla="*/ 105 h 181"/>
                <a:gd name="T80" fmla="*/ 34 w 53"/>
                <a:gd name="T81" fmla="*/ 93 h 181"/>
                <a:gd name="T82" fmla="*/ 42 w 53"/>
                <a:gd name="T83" fmla="*/ 84 h 181"/>
                <a:gd name="T84" fmla="*/ 52 w 53"/>
                <a:gd name="T85" fmla="*/ 82 h 181"/>
                <a:gd name="T86" fmla="*/ 52 w 53"/>
                <a:gd name="T87" fmla="*/ 81 h 181"/>
                <a:gd name="T88" fmla="*/ 51 w 53"/>
                <a:gd name="T89" fmla="*/ 80 h 181"/>
                <a:gd name="T90" fmla="*/ 52 w 53"/>
                <a:gd name="T91" fmla="*/ 77 h 181"/>
                <a:gd name="T92" fmla="*/ 52 w 53"/>
                <a:gd name="T93" fmla="*/ 77 h 181"/>
                <a:gd name="T94" fmla="*/ 51 w 53"/>
                <a:gd name="T95" fmla="*/ 75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5425" h="768350">
                  <a:moveTo>
                    <a:pt x="123346" y="437238"/>
                  </a:moveTo>
                  <a:cubicBezTo>
                    <a:pt x="123346" y="445728"/>
                    <a:pt x="102079" y="530628"/>
                    <a:pt x="97826" y="539119"/>
                  </a:cubicBezTo>
                  <a:cubicBezTo>
                    <a:pt x="89319" y="547609"/>
                    <a:pt x="89319" y="547609"/>
                    <a:pt x="89319" y="539119"/>
                  </a:cubicBezTo>
                  <a:cubicBezTo>
                    <a:pt x="89319" y="530628"/>
                    <a:pt x="93573" y="513648"/>
                    <a:pt x="97826" y="479688"/>
                  </a:cubicBezTo>
                  <a:cubicBezTo>
                    <a:pt x="106333" y="445728"/>
                    <a:pt x="127599" y="416013"/>
                    <a:pt x="127599" y="416013"/>
                  </a:cubicBezTo>
                  <a:cubicBezTo>
                    <a:pt x="127599" y="428748"/>
                    <a:pt x="123346" y="428748"/>
                    <a:pt x="123346" y="437238"/>
                  </a:cubicBezTo>
                  <a:moveTo>
                    <a:pt x="216918" y="318377"/>
                  </a:moveTo>
                  <a:cubicBezTo>
                    <a:pt x="216918" y="318377"/>
                    <a:pt x="216918" y="318377"/>
                    <a:pt x="216918" y="318377"/>
                  </a:cubicBezTo>
                  <a:cubicBezTo>
                    <a:pt x="216918" y="318377"/>
                    <a:pt x="212665" y="318377"/>
                    <a:pt x="212665" y="314132"/>
                  </a:cubicBezTo>
                  <a:cubicBezTo>
                    <a:pt x="212665" y="309887"/>
                    <a:pt x="187145" y="309887"/>
                    <a:pt x="187145" y="301397"/>
                  </a:cubicBezTo>
                  <a:cubicBezTo>
                    <a:pt x="182892" y="284417"/>
                    <a:pt x="165879" y="280172"/>
                    <a:pt x="157372" y="280172"/>
                  </a:cubicBezTo>
                  <a:cubicBezTo>
                    <a:pt x="148866" y="280172"/>
                    <a:pt x="131852" y="271682"/>
                    <a:pt x="127599" y="267437"/>
                  </a:cubicBezTo>
                  <a:cubicBezTo>
                    <a:pt x="119092" y="263192"/>
                    <a:pt x="102079" y="258947"/>
                    <a:pt x="93573" y="254702"/>
                  </a:cubicBezTo>
                  <a:cubicBezTo>
                    <a:pt x="85066" y="246212"/>
                    <a:pt x="89319" y="224986"/>
                    <a:pt x="85066" y="216496"/>
                  </a:cubicBezTo>
                  <a:cubicBezTo>
                    <a:pt x="85066" y="208006"/>
                    <a:pt x="93573" y="195271"/>
                    <a:pt x="97826" y="186781"/>
                  </a:cubicBezTo>
                  <a:cubicBezTo>
                    <a:pt x="106333" y="165556"/>
                    <a:pt x="131852" y="144331"/>
                    <a:pt x="153119" y="140086"/>
                  </a:cubicBezTo>
                  <a:cubicBezTo>
                    <a:pt x="170132" y="140086"/>
                    <a:pt x="182892" y="135841"/>
                    <a:pt x="191399" y="118861"/>
                  </a:cubicBezTo>
                  <a:cubicBezTo>
                    <a:pt x="212665" y="80656"/>
                    <a:pt x="165879" y="50940"/>
                    <a:pt x="136106" y="42450"/>
                  </a:cubicBezTo>
                  <a:cubicBezTo>
                    <a:pt x="119092" y="33960"/>
                    <a:pt x="110586" y="29715"/>
                    <a:pt x="102079" y="25470"/>
                  </a:cubicBezTo>
                  <a:cubicBezTo>
                    <a:pt x="93573" y="25470"/>
                    <a:pt x="63800" y="16980"/>
                    <a:pt x="55293" y="12735"/>
                  </a:cubicBezTo>
                  <a:cubicBezTo>
                    <a:pt x="42533" y="8490"/>
                    <a:pt x="21267" y="0"/>
                    <a:pt x="8507" y="8490"/>
                  </a:cubicBezTo>
                  <a:cubicBezTo>
                    <a:pt x="0" y="16980"/>
                    <a:pt x="12760" y="29715"/>
                    <a:pt x="34026" y="46695"/>
                  </a:cubicBezTo>
                  <a:cubicBezTo>
                    <a:pt x="46786" y="59430"/>
                    <a:pt x="55293" y="67920"/>
                    <a:pt x="55293" y="80656"/>
                  </a:cubicBezTo>
                  <a:cubicBezTo>
                    <a:pt x="59546" y="97636"/>
                    <a:pt x="59546" y="101881"/>
                    <a:pt x="68053" y="114616"/>
                  </a:cubicBezTo>
                  <a:cubicBezTo>
                    <a:pt x="80813" y="127351"/>
                    <a:pt x="89319" y="135841"/>
                    <a:pt x="89319" y="152821"/>
                  </a:cubicBezTo>
                  <a:cubicBezTo>
                    <a:pt x="89319" y="169801"/>
                    <a:pt x="76559" y="212251"/>
                    <a:pt x="72306" y="220741"/>
                  </a:cubicBezTo>
                  <a:cubicBezTo>
                    <a:pt x="68053" y="229231"/>
                    <a:pt x="59546" y="233477"/>
                    <a:pt x="55293" y="241967"/>
                  </a:cubicBezTo>
                  <a:cubicBezTo>
                    <a:pt x="38280" y="267437"/>
                    <a:pt x="42533" y="292907"/>
                    <a:pt x="59546" y="322622"/>
                  </a:cubicBezTo>
                  <a:cubicBezTo>
                    <a:pt x="72306" y="343847"/>
                    <a:pt x="85066" y="386298"/>
                    <a:pt x="85066" y="403278"/>
                  </a:cubicBezTo>
                  <a:cubicBezTo>
                    <a:pt x="89319" y="424503"/>
                    <a:pt x="80813" y="471198"/>
                    <a:pt x="76559" y="483933"/>
                  </a:cubicBezTo>
                  <a:cubicBezTo>
                    <a:pt x="72306" y="500913"/>
                    <a:pt x="63800" y="526383"/>
                    <a:pt x="55293" y="577324"/>
                  </a:cubicBezTo>
                  <a:cubicBezTo>
                    <a:pt x="51040" y="624019"/>
                    <a:pt x="46786" y="632509"/>
                    <a:pt x="42533" y="636754"/>
                  </a:cubicBezTo>
                  <a:cubicBezTo>
                    <a:pt x="38280" y="636754"/>
                    <a:pt x="29773" y="657979"/>
                    <a:pt x="25520" y="666469"/>
                  </a:cubicBezTo>
                  <a:cubicBezTo>
                    <a:pt x="21267" y="674959"/>
                    <a:pt x="34026" y="691940"/>
                    <a:pt x="34026" y="700430"/>
                  </a:cubicBezTo>
                  <a:cubicBezTo>
                    <a:pt x="38280" y="721655"/>
                    <a:pt x="34026" y="768350"/>
                    <a:pt x="68053" y="759860"/>
                  </a:cubicBezTo>
                  <a:cubicBezTo>
                    <a:pt x="102079" y="751370"/>
                    <a:pt x="97826" y="742880"/>
                    <a:pt x="106333" y="704675"/>
                  </a:cubicBezTo>
                  <a:cubicBezTo>
                    <a:pt x="114839" y="674959"/>
                    <a:pt x="127599" y="657979"/>
                    <a:pt x="131852" y="624019"/>
                  </a:cubicBezTo>
                  <a:cubicBezTo>
                    <a:pt x="136106" y="594304"/>
                    <a:pt x="144612" y="594304"/>
                    <a:pt x="144612" y="581569"/>
                  </a:cubicBezTo>
                  <a:cubicBezTo>
                    <a:pt x="144612" y="573079"/>
                    <a:pt x="140359" y="560344"/>
                    <a:pt x="140359" y="530628"/>
                  </a:cubicBezTo>
                  <a:cubicBezTo>
                    <a:pt x="140359" y="505158"/>
                    <a:pt x="140359" y="458463"/>
                    <a:pt x="140359" y="445728"/>
                  </a:cubicBezTo>
                  <a:cubicBezTo>
                    <a:pt x="140359" y="428748"/>
                    <a:pt x="144612" y="416013"/>
                    <a:pt x="144612" y="394788"/>
                  </a:cubicBezTo>
                  <a:cubicBezTo>
                    <a:pt x="148866" y="373562"/>
                    <a:pt x="165879" y="365072"/>
                    <a:pt x="178639" y="356582"/>
                  </a:cubicBezTo>
                  <a:cubicBezTo>
                    <a:pt x="182892" y="356582"/>
                    <a:pt x="216918" y="348092"/>
                    <a:pt x="221172" y="348092"/>
                  </a:cubicBezTo>
                  <a:cubicBezTo>
                    <a:pt x="225425" y="348092"/>
                    <a:pt x="221172" y="343847"/>
                    <a:pt x="221172" y="343847"/>
                  </a:cubicBezTo>
                  <a:cubicBezTo>
                    <a:pt x="225425" y="339602"/>
                    <a:pt x="216918" y="339602"/>
                    <a:pt x="216918" y="339602"/>
                  </a:cubicBezTo>
                  <a:cubicBezTo>
                    <a:pt x="216918" y="335357"/>
                    <a:pt x="221172" y="326867"/>
                    <a:pt x="221172" y="326867"/>
                  </a:cubicBezTo>
                  <a:cubicBezTo>
                    <a:pt x="221172" y="326867"/>
                    <a:pt x="221172" y="326867"/>
                    <a:pt x="221172" y="326867"/>
                  </a:cubicBezTo>
                  <a:cubicBezTo>
                    <a:pt x="216918" y="322622"/>
                    <a:pt x="216918" y="322622"/>
                    <a:pt x="216918" y="31837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/>
            <a:lstStyle/>
            <a:p>
              <a:pPr marL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zh-CN" altLang="en-US" sz="1350" b="0" i="0" u="none" strike="noStrike" kern="1200" spc="0" baseline="0">
                <a:ln>
                  <a:noFill/>
                </a:ln>
                <a:solidFill>
                  <a:srgbClr val="000000"/>
                </a:solidFill>
                <a:effectLst/>
                <a:latin typeface="等线"/>
                <a:ea typeface="等线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-1" y="2244423"/>
            <a:ext cx="12192001" cy="1903413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="ctr"/>
          <a:lstStyle/>
          <a:p>
            <a:pPr marL="0" lvl="0" indent="0" algn="just" defTabSz="91440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350" b="0" i="0" u="none" strike="noStrike" kern="1200" spc="0" baseline="0">
              <a:ln>
                <a:noFill/>
              </a:ln>
              <a:solidFill>
                <a:srgbClr val="FFFFFF"/>
              </a:solidFill>
              <a:effectLst/>
              <a:latin typeface="等线"/>
              <a:ea typeface="等线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4896" y="2697773"/>
            <a:ext cx="11010181" cy="9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i="0" u="none" strike="noStrike" kern="300" spc="55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数字设计与计算机体系结构</a:t>
            </a:r>
          </a:p>
        </p:txBody>
      </p:sp>
    </p:spTree>
    <p:extLst>
      <p:ext uri="{BB962C8B-B14F-4D97-AF65-F5344CB8AC3E}">
        <p14:creationId xmlns:p14="http://schemas.microsoft.com/office/powerpoint/2010/main" val="325450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4CB5-12DC-0CF5-C73D-6101B76D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6C866F0-D2FB-178E-A305-6DE2FBF5F07E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E8B2779-D4C3-2AD7-10E7-19B408AABFC4}"/>
              </a:ext>
            </a:extLst>
          </p:cNvPr>
          <p:cNvGrpSpPr/>
          <p:nvPr/>
        </p:nvGrpSpPr>
        <p:grpSpPr>
          <a:xfrm>
            <a:off x="147215" y="2411404"/>
            <a:ext cx="3693334" cy="2042945"/>
            <a:chOff x="117" y="2141"/>
            <a:chExt cx="4129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9831B19-BE71-CAE3-FEA4-32CB964D94A9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第二章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组合逻辑电路设计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D036ADE-6BF7-B752-09F0-EACC1285B931}"/>
                </a:ext>
              </a:extLst>
            </p:cNvPr>
            <p:cNvSpPr/>
            <p:nvPr/>
          </p:nvSpPr>
          <p:spPr>
            <a:xfrm>
              <a:off x="176" y="4190"/>
              <a:ext cx="4012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Combinational Circuit Design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19A21E7-30C5-1929-39BA-27098272CDBB}"/>
              </a:ext>
            </a:extLst>
          </p:cNvPr>
          <p:cNvGrpSpPr/>
          <p:nvPr/>
        </p:nvGrpSpPr>
        <p:grpSpPr>
          <a:xfrm>
            <a:off x="4756382" y="1259972"/>
            <a:ext cx="5874985" cy="4365976"/>
            <a:chOff x="4679263" y="1182853"/>
            <a:chExt cx="5874985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88B4DDC-9CF8-1A2D-6FC5-B6E894FA20E3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053C0A81-BC02-AA23-8D55-27BA523884F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D7BA8F16-EB58-3C00-C83E-3D9FD4CDDAD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89BEC95-C978-A5AF-909D-9A6486E622D1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40F4DF26-45FB-EC63-71EF-32EEB762E843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32A4B49E-764D-48F1-F75E-CA7769A55C0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组合逻辑电路的化简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47C3A493-F61D-AF7B-3314-9E03BC094D9A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6E91F9E8-A168-827B-88D5-BAE3D1DF0F9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104E917D-0C5F-99A0-17AD-2CF86A9C605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组合逻辑电路模块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651DDB9-3CC7-7AEE-DFCE-ED9B50297546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2CD8D650-0383-BE6E-FCE7-A854BD5C8E94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31FAEA3F-4427-B92D-5179-5C65E2B3E5F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组合逻辑电路时序分析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792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A5D08-5CF3-CAB1-7233-846F5263D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D9527A9-B282-B300-8FBA-B7F81ED02FE0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137CFF5-7CEF-8FAE-B3C8-5E69F193F6BC}"/>
              </a:ext>
            </a:extLst>
          </p:cNvPr>
          <p:cNvGrpSpPr/>
          <p:nvPr/>
        </p:nvGrpSpPr>
        <p:grpSpPr>
          <a:xfrm>
            <a:off x="147215" y="2411404"/>
            <a:ext cx="3693334" cy="2042945"/>
            <a:chOff x="117" y="2141"/>
            <a:chExt cx="4129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EF8656B-F4E0-64C9-2A40-01BF6C091596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第二章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组合逻辑电路设计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F0572BC-0E81-76FE-2CF2-243F46DA515E}"/>
                </a:ext>
              </a:extLst>
            </p:cNvPr>
            <p:cNvSpPr/>
            <p:nvPr/>
          </p:nvSpPr>
          <p:spPr>
            <a:xfrm>
              <a:off x="176" y="4190"/>
              <a:ext cx="4012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Combinational Circuit Design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C9200E6-434A-9563-E557-BACD690C6C8E}"/>
              </a:ext>
            </a:extLst>
          </p:cNvPr>
          <p:cNvGrpSpPr/>
          <p:nvPr/>
        </p:nvGrpSpPr>
        <p:grpSpPr>
          <a:xfrm>
            <a:off x="4756382" y="1259972"/>
            <a:ext cx="5874985" cy="4365976"/>
            <a:chOff x="4679263" y="1182853"/>
            <a:chExt cx="5874985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F64701A-B6AE-67D0-6E25-CF037C98EC62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E08648C7-9D98-3AB1-91DE-C0962BD56D0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EFAC453B-0201-EBAC-A4B0-2422279E9C2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B5B9EF7-C6D4-CA31-0882-303BCEE4E945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6D4A01A2-A1E0-2BFC-2486-4F8C2DF9ACB4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023BC630-1377-82C2-4503-0DE25F651EA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组合逻辑电路的化简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C0781385-045B-CC12-E3B4-ED4C3ACF2E2E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07D3AE95-873C-1FAE-6169-64CA06BA021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B0651B30-E27B-B8B2-C425-BAFFF87C893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组合逻辑电路模块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08F7B3C-5816-14FD-62E7-4A9867557929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FCA6F072-2B9F-7204-A93E-44C9F11A254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7EAF48A0-E3B3-77A6-AA7F-30877398ABE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组合逻辑电路时序分析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987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C144-7336-CB63-CE5F-10291A0F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898A32FA-87A3-94D6-D1C5-961877F2F302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F798591-0560-6356-0B13-32DBE50F14BD}"/>
              </a:ext>
            </a:extLst>
          </p:cNvPr>
          <p:cNvGrpSpPr/>
          <p:nvPr/>
        </p:nvGrpSpPr>
        <p:grpSpPr>
          <a:xfrm>
            <a:off x="4756382" y="1259972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D5681D7-C4C2-D82E-9223-8D1A9659D567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8A61579D-9B61-2E73-95F1-DBEC6B903B1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ECE6E20A-DB5B-1BD2-557E-14A51314D2E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组合逻辑电路的基本构成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0C3A8D0-C1DA-FE4B-6FCB-7FBC0BBF0761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37E5D87E-2AFF-4F55-E266-0ADC0DC7D60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11725AC2-700F-3CFF-27A2-5BFEB260C3E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从逻辑到门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3FFB505-9165-D811-8ED1-FD5D47A332D9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903B3704-1765-7F87-DF3C-2CA1B1035284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6B955D5D-B241-DF2D-1B3A-89A7C5B0664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多级组合逻辑电路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0459CE0-ADA8-9B63-03A3-5C653D338C80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061FA317-78C9-6226-F0CB-76A8B88D0B8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0ED50228-3D9E-EA61-2770-D4C29D2B0DB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X</a:t>
                </a: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BAEEAC6E-7FA4-E81A-D925-FD59A4255FFE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</p:spTree>
    <p:extLst>
      <p:ext uri="{BB962C8B-B14F-4D97-AF65-F5344CB8AC3E}">
        <p14:creationId xmlns:p14="http://schemas.microsoft.com/office/powerpoint/2010/main" val="173455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/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数字逻辑电路的分类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132DD7-6CA6-E56B-87C6-B59DCA044568}"/>
              </a:ext>
            </a:extLst>
          </p:cNvPr>
          <p:cNvSpPr txBox="1"/>
          <p:nvPr/>
        </p:nvSpPr>
        <p:spPr>
          <a:xfrm>
            <a:off x="346510" y="1280161"/>
            <a:ext cx="11492564" cy="4463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组合逻辑电路（</a:t>
            </a:r>
            <a:r>
              <a:rPr lang="en-US" altLang="zh-CN" sz="32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Combinational Logic </a:t>
            </a:r>
            <a:r>
              <a:rPr lang="zh-CN" altLang="en-US" sz="32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任一时刻的输出仅由该时刻的输入信号决定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无记忆的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，与电路状态无关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时序逻辑电路（</a:t>
            </a:r>
            <a:r>
              <a:rPr lang="en-US" altLang="zh-CN" sz="32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Sequential Logic</a:t>
            </a:r>
            <a:r>
              <a:rPr lang="zh-CN" altLang="en-US" sz="32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任一时刻的输出由该时刻的输入和电路该时刻的状态共同决定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有记忆的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，与电路状态有关</a:t>
            </a:r>
          </a:p>
        </p:txBody>
      </p:sp>
    </p:spTree>
    <p:extLst>
      <p:ext uri="{BB962C8B-B14F-4D97-AF65-F5344CB8AC3E}">
        <p14:creationId xmlns:p14="http://schemas.microsoft.com/office/powerpoint/2010/main" val="39191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83542-E4D9-564B-D56D-974070EA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3CE510-2328-F6E8-37AC-E798523B8CE4}"/>
              </a:ext>
            </a:extLst>
          </p:cNvPr>
          <p:cNvSpPr txBox="1"/>
          <p:nvPr/>
        </p:nvSpPr>
        <p:spPr>
          <a:xfrm>
            <a:off x="346510" y="1068404"/>
            <a:ext cx="6468176" cy="3370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每个电路模块都是一个组合逻辑电路</a:t>
            </a:r>
            <a:endParaRPr lang="en-US" altLang="zh-CN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每个电路结点：</a:t>
            </a:r>
            <a:endParaRPr lang="en-US" altLang="zh-CN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或者是电路的输入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或者是只连接其它电路模块的一个输出端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8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电路中不包含回路</a:t>
            </a:r>
            <a:endParaRPr lang="en-US" altLang="zh-CN" sz="28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MH_SubTitle_1">
            <a:extLst>
              <a:ext uri="{FF2B5EF4-FFF2-40B4-BE49-F238E27FC236}">
                <a16:creationId xmlns:a16="http://schemas.microsoft.com/office/drawing/2014/main" id="{836E9BC8-1B00-47EB-7FD8-83CCD451B20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组合逻辑电路的定义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1AB5AC7D-66FD-C2DE-691A-FB20FDBE3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2173" y="1050958"/>
            <a:ext cx="3655595" cy="3290036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1F73523A-ECB2-9650-4D5F-80DF92138CE7}"/>
              </a:ext>
            </a:extLst>
          </p:cNvPr>
          <p:cNvGrpSpPr/>
          <p:nvPr/>
        </p:nvGrpSpPr>
        <p:grpSpPr>
          <a:xfrm>
            <a:off x="7554854" y="3861172"/>
            <a:ext cx="4394821" cy="468742"/>
            <a:chOff x="7554854" y="4159554"/>
            <a:chExt cx="4394821" cy="468742"/>
          </a:xfrm>
        </p:grpSpPr>
        <p:sp>
          <p:nvSpPr>
            <p:cNvPr id="6" name="内容占位符 2">
              <a:extLst>
                <a:ext uri="{FF2B5EF4-FFF2-40B4-BE49-F238E27FC236}">
                  <a16:creationId xmlns:a16="http://schemas.microsoft.com/office/drawing/2014/main" id="{89F2597A-29B9-A0A0-C0CB-1BAF15F7CE28}"/>
                </a:ext>
              </a:extLst>
            </p:cNvPr>
            <p:cNvSpPr txBox="1">
              <a:spLocks/>
            </p:cNvSpPr>
            <p:nvPr/>
          </p:nvSpPr>
          <p:spPr>
            <a:xfrm>
              <a:off x="7554854" y="4159554"/>
              <a:ext cx="4394821" cy="46874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25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25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在本课程中使用    符号表示组合逻辑</a:t>
              </a: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85F34CB-077B-0168-1654-353A41C52D41}"/>
                </a:ext>
              </a:extLst>
            </p:cNvPr>
            <p:cNvGrpSpPr/>
            <p:nvPr/>
          </p:nvGrpSpPr>
          <p:grpSpPr>
            <a:xfrm>
              <a:off x="9376963" y="4165723"/>
              <a:ext cx="329391" cy="459117"/>
              <a:chOff x="8518285" y="1096462"/>
              <a:chExt cx="329391" cy="459117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15756DF-7C21-2BF9-5EE0-14137692FB11}"/>
                  </a:ext>
                </a:extLst>
              </p:cNvPr>
              <p:cNvSpPr txBox="1"/>
              <p:nvPr/>
            </p:nvSpPr>
            <p:spPr>
              <a:xfrm>
                <a:off x="8565226" y="1155469"/>
                <a:ext cx="2824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endParaRPr lang="zh-CN" altLang="en-U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50FB974-6679-F25E-11B7-7DA6A450DD35}"/>
                  </a:ext>
                </a:extLst>
              </p:cNvPr>
              <p:cNvSpPr txBox="1"/>
              <p:nvPr/>
            </p:nvSpPr>
            <p:spPr>
              <a:xfrm>
                <a:off x="8518285" y="1096462"/>
                <a:ext cx="2824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zh-CN" altLang="en-US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3" name="图形 12">
            <a:extLst>
              <a:ext uri="{FF2B5EF4-FFF2-40B4-BE49-F238E27FC236}">
                <a16:creationId xmlns:a16="http://schemas.microsoft.com/office/drawing/2014/main" id="{EE0EF380-09E8-41C7-010B-541CEC1D73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6511" y="4652479"/>
            <a:ext cx="5591474" cy="186382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818423C-33AF-2A54-B3AA-7663E3CB42D4}"/>
              </a:ext>
            </a:extLst>
          </p:cNvPr>
          <p:cNvSpPr/>
          <p:nvPr/>
        </p:nvSpPr>
        <p:spPr>
          <a:xfrm>
            <a:off x="1260911" y="5457526"/>
            <a:ext cx="269508" cy="2406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9AB50B-ABF6-BD1C-617F-E3144B7EF0F3}"/>
              </a:ext>
            </a:extLst>
          </p:cNvPr>
          <p:cNvSpPr/>
          <p:nvPr/>
        </p:nvSpPr>
        <p:spPr>
          <a:xfrm>
            <a:off x="4518740" y="5457526"/>
            <a:ext cx="269508" cy="2406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C5C7B12C-9A31-AC49-DAA0-DF734B796BDF}"/>
              </a:ext>
            </a:extLst>
          </p:cNvPr>
          <p:cNvSpPr txBox="1">
            <a:spLocks/>
          </p:cNvSpPr>
          <p:nvPr/>
        </p:nvSpPr>
        <p:spPr>
          <a:xfrm>
            <a:off x="346512" y="6253058"/>
            <a:ext cx="2723948" cy="468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连接一个输出，两个输入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8DCC439C-BB10-7907-37A4-FE9E9764E8EF}"/>
              </a:ext>
            </a:extLst>
          </p:cNvPr>
          <p:cNvSpPr txBox="1">
            <a:spLocks/>
          </p:cNvSpPr>
          <p:nvPr/>
        </p:nvSpPr>
        <p:spPr>
          <a:xfrm>
            <a:off x="3266041" y="6253058"/>
            <a:ext cx="2829959" cy="468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连接一个输入，两个输出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8842ECF-B2CB-C529-5419-80FC0F3B5196}"/>
              </a:ext>
            </a:extLst>
          </p:cNvPr>
          <p:cNvGrpSpPr/>
          <p:nvPr/>
        </p:nvGrpSpPr>
        <p:grpSpPr>
          <a:xfrm>
            <a:off x="2628856" y="5419368"/>
            <a:ext cx="513392" cy="362668"/>
            <a:chOff x="2402613" y="3327200"/>
            <a:chExt cx="513392" cy="362668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3537B81-BDFF-DEB7-50A5-450E593F8C89}"/>
                </a:ext>
              </a:extLst>
            </p:cNvPr>
            <p:cNvCxnSpPr/>
            <p:nvPr/>
          </p:nvCxnSpPr>
          <p:spPr>
            <a:xfrm>
              <a:off x="2402613" y="3494380"/>
              <a:ext cx="190500" cy="19050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9BB0268-C134-2724-4FE7-8B87B45B894F}"/>
                </a:ext>
              </a:extLst>
            </p:cNvPr>
            <p:cNvCxnSpPr/>
            <p:nvPr/>
          </p:nvCxnSpPr>
          <p:spPr>
            <a:xfrm flipV="1">
              <a:off x="2553337" y="3327200"/>
              <a:ext cx="362668" cy="362668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136A4B3-8D27-B74B-29AC-232ABF10F78A}"/>
              </a:ext>
            </a:extLst>
          </p:cNvPr>
          <p:cNvGrpSpPr/>
          <p:nvPr/>
        </p:nvGrpSpPr>
        <p:grpSpPr>
          <a:xfrm>
            <a:off x="5881311" y="5392690"/>
            <a:ext cx="370302" cy="370302"/>
            <a:chOff x="6362700" y="3642898"/>
            <a:chExt cx="370302" cy="370302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6693238C-3EA9-DA21-5475-552AE278165F}"/>
                </a:ext>
              </a:extLst>
            </p:cNvPr>
            <p:cNvCxnSpPr/>
            <p:nvPr/>
          </p:nvCxnSpPr>
          <p:spPr>
            <a:xfrm>
              <a:off x="6362700" y="3642898"/>
              <a:ext cx="370302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F29EAAEA-E7EE-E997-0DD6-1EBF41ECED07}"/>
                </a:ext>
              </a:extLst>
            </p:cNvPr>
            <p:cNvCxnSpPr/>
            <p:nvPr/>
          </p:nvCxnSpPr>
          <p:spPr>
            <a:xfrm flipH="1">
              <a:off x="6375761" y="3642898"/>
              <a:ext cx="357241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图形 27">
            <a:extLst>
              <a:ext uri="{FF2B5EF4-FFF2-40B4-BE49-F238E27FC236}">
                <a16:creationId xmlns:a16="http://schemas.microsoft.com/office/drawing/2014/main" id="{F346AF1F-33AF-CBA5-17D0-8626E1E368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9317" y="4647221"/>
            <a:ext cx="2102718" cy="1869083"/>
          </a:xfrm>
          <a:prstGeom prst="rect">
            <a:avLst/>
          </a:prstGeom>
        </p:spPr>
      </p:pic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1104DC87-DF83-B9DE-E296-B8C97758F1BB}"/>
              </a:ext>
            </a:extLst>
          </p:cNvPr>
          <p:cNvSpPr txBox="1">
            <a:spLocks/>
          </p:cNvSpPr>
          <p:nvPr/>
        </p:nvSpPr>
        <p:spPr>
          <a:xfrm>
            <a:off x="7575696" y="6253058"/>
            <a:ext cx="2829959" cy="468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存在回路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74E292-4150-1F03-80D9-090BC573844B}"/>
              </a:ext>
            </a:extLst>
          </p:cNvPr>
          <p:cNvGrpSpPr/>
          <p:nvPr/>
        </p:nvGrpSpPr>
        <p:grpSpPr>
          <a:xfrm>
            <a:off x="9933547" y="5392690"/>
            <a:ext cx="370302" cy="370302"/>
            <a:chOff x="6362700" y="3642898"/>
            <a:chExt cx="370302" cy="370302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E1B93D9B-E56E-3388-1EB6-F7ED09C2538D}"/>
                </a:ext>
              </a:extLst>
            </p:cNvPr>
            <p:cNvCxnSpPr/>
            <p:nvPr/>
          </p:nvCxnSpPr>
          <p:spPr>
            <a:xfrm>
              <a:off x="6362700" y="3642898"/>
              <a:ext cx="370302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3DC85EA-0174-2B5C-1B1A-DC350BDE1865}"/>
                </a:ext>
              </a:extLst>
            </p:cNvPr>
            <p:cNvCxnSpPr/>
            <p:nvPr/>
          </p:nvCxnSpPr>
          <p:spPr>
            <a:xfrm flipH="1">
              <a:off x="6375761" y="3642898"/>
              <a:ext cx="357241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562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E011-380A-2079-76D6-ED35D87C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6D2BA6F-B711-8DA7-4703-CB10754DCA4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43074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思考：下列哪些电路是组合逻辑电路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E59006-7B0B-8807-675F-CF5249393501}"/>
              </a:ext>
            </a:extLst>
          </p:cNvPr>
          <p:cNvGrpSpPr/>
          <p:nvPr/>
        </p:nvGrpSpPr>
        <p:grpSpPr>
          <a:xfrm>
            <a:off x="746593" y="1834165"/>
            <a:ext cx="3476970" cy="804044"/>
            <a:chOff x="1270000" y="2663059"/>
            <a:chExt cx="3476970" cy="804044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EF3C42FF-FA37-0B13-545A-2DE095075888}"/>
                </a:ext>
              </a:extLst>
            </p:cNvPr>
            <p:cNvGrpSpPr/>
            <p:nvPr/>
          </p:nvGrpSpPr>
          <p:grpSpPr>
            <a:xfrm>
              <a:off x="1807341" y="2663059"/>
              <a:ext cx="934442" cy="804044"/>
              <a:chOff x="1807341" y="2663059"/>
              <a:chExt cx="934442" cy="804044"/>
            </a:xfrm>
          </p:grpSpPr>
          <p:sp>
            <p:nvSpPr>
              <p:cNvPr id="33" name="等腰三角形 32">
                <a:extLst>
                  <a:ext uri="{FF2B5EF4-FFF2-40B4-BE49-F238E27FC236}">
                    <a16:creationId xmlns:a16="http://schemas.microsoft.com/office/drawing/2014/main" id="{EBD92261-C028-8BEA-8F39-3B6459BE9D7E}"/>
                  </a:ext>
                </a:extLst>
              </p:cNvPr>
              <p:cNvSpPr/>
              <p:nvPr/>
            </p:nvSpPr>
            <p:spPr>
              <a:xfrm rot="5400000">
                <a:off x="1751890" y="2718510"/>
                <a:ext cx="804044" cy="693141"/>
              </a:xfrm>
              <a:prstGeom prst="triangl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A61855A1-301A-4EC1-B486-2EDA1378A479}"/>
                  </a:ext>
                </a:extLst>
              </p:cNvPr>
              <p:cNvSpPr/>
              <p:nvPr/>
            </p:nvSpPr>
            <p:spPr>
              <a:xfrm>
                <a:off x="2500483" y="2944430"/>
                <a:ext cx="241300" cy="241300"/>
              </a:xfrm>
              <a:prstGeom prst="ellips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41B54AA-8FE0-8BAD-4903-68E8BC00F4B1}"/>
                </a:ext>
              </a:extLst>
            </p:cNvPr>
            <p:cNvGrpSpPr/>
            <p:nvPr/>
          </p:nvGrpSpPr>
          <p:grpSpPr>
            <a:xfrm>
              <a:off x="3263470" y="2663059"/>
              <a:ext cx="934442" cy="804044"/>
              <a:chOff x="1807341" y="2663059"/>
              <a:chExt cx="934442" cy="804044"/>
            </a:xfrm>
          </p:grpSpPr>
          <p:sp>
            <p:nvSpPr>
              <p:cNvPr id="31" name="等腰三角形 30">
                <a:extLst>
                  <a:ext uri="{FF2B5EF4-FFF2-40B4-BE49-F238E27FC236}">
                    <a16:creationId xmlns:a16="http://schemas.microsoft.com/office/drawing/2014/main" id="{83BF3629-16AB-48E1-F7AF-DFB82CF1C1C5}"/>
                  </a:ext>
                </a:extLst>
              </p:cNvPr>
              <p:cNvSpPr/>
              <p:nvPr/>
            </p:nvSpPr>
            <p:spPr>
              <a:xfrm rot="5400000">
                <a:off x="1751890" y="2718510"/>
                <a:ext cx="804044" cy="693141"/>
              </a:xfrm>
              <a:prstGeom prst="triangl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539460BD-6753-4700-70D1-BCA4B571BC71}"/>
                  </a:ext>
                </a:extLst>
              </p:cNvPr>
              <p:cNvSpPr/>
              <p:nvPr/>
            </p:nvSpPr>
            <p:spPr>
              <a:xfrm>
                <a:off x="2500483" y="2944430"/>
                <a:ext cx="241300" cy="241300"/>
              </a:xfrm>
              <a:prstGeom prst="ellips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77A3D85-2BC0-0ECB-84DA-FC24A0DC1B35}"/>
                </a:ext>
              </a:extLst>
            </p:cNvPr>
            <p:cNvCxnSpPr>
              <a:stCxn id="33" idx="3"/>
            </p:cNvCxnSpPr>
            <p:nvPr/>
          </p:nvCxnSpPr>
          <p:spPr>
            <a:xfrm flipH="1" flipV="1">
              <a:off x="1270000" y="3065080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69B6AB2-6DED-93C1-C918-D931C0812C6C}"/>
                </a:ext>
              </a:extLst>
            </p:cNvPr>
            <p:cNvCxnSpPr>
              <a:stCxn id="31" idx="3"/>
            </p:cNvCxnSpPr>
            <p:nvPr/>
          </p:nvCxnSpPr>
          <p:spPr>
            <a:xfrm flipH="1">
              <a:off x="2759759" y="3065081"/>
              <a:ext cx="503712" cy="6966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0089FDC-2AB3-1540-C96E-381B9A4C57AF}"/>
                </a:ext>
              </a:extLst>
            </p:cNvPr>
            <p:cNvCxnSpPr/>
            <p:nvPr/>
          </p:nvCxnSpPr>
          <p:spPr>
            <a:xfrm flipH="1" flipV="1">
              <a:off x="4209628" y="3079971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04625774-C0CC-FB86-C056-C952A3EC1198}"/>
              </a:ext>
            </a:extLst>
          </p:cNvPr>
          <p:cNvSpPr txBox="1"/>
          <p:nvPr/>
        </p:nvSpPr>
        <p:spPr>
          <a:xfrm>
            <a:off x="734877" y="1834164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4306E4-7632-A431-D0B4-794E7D16A674}"/>
              </a:ext>
            </a:extLst>
          </p:cNvPr>
          <p:cNvSpPr txBox="1"/>
          <p:nvPr/>
        </p:nvSpPr>
        <p:spPr>
          <a:xfrm>
            <a:off x="2258347" y="1813496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n2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ED894D-D2A1-154F-D5C7-ECDA085F11F8}"/>
              </a:ext>
            </a:extLst>
          </p:cNvPr>
          <p:cNvSpPr txBox="1"/>
          <p:nvPr/>
        </p:nvSpPr>
        <p:spPr>
          <a:xfrm>
            <a:off x="3736113" y="1857594"/>
            <a:ext cx="47000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n3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BCFACC0-F8E4-00B0-DA16-0DC8C0EC91BD}"/>
              </a:ext>
            </a:extLst>
          </p:cNvPr>
          <p:cNvGrpSpPr/>
          <p:nvPr/>
        </p:nvGrpSpPr>
        <p:grpSpPr>
          <a:xfrm>
            <a:off x="2090922" y="3153876"/>
            <a:ext cx="513392" cy="362668"/>
            <a:chOff x="2402613" y="3327200"/>
            <a:chExt cx="513392" cy="362668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B7A5BA7-37DD-666F-746F-36ED0E402E3F}"/>
                </a:ext>
              </a:extLst>
            </p:cNvPr>
            <p:cNvCxnSpPr/>
            <p:nvPr/>
          </p:nvCxnSpPr>
          <p:spPr>
            <a:xfrm>
              <a:off x="2402613" y="3494380"/>
              <a:ext cx="190500" cy="19050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D22E1C7-0A5C-DB7F-1538-7089A58F6C29}"/>
                </a:ext>
              </a:extLst>
            </p:cNvPr>
            <p:cNvCxnSpPr/>
            <p:nvPr/>
          </p:nvCxnSpPr>
          <p:spPr>
            <a:xfrm flipV="1">
              <a:off x="2553337" y="3327200"/>
              <a:ext cx="362668" cy="362668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745C7A4-D33D-3DBA-4C83-B3AE4BA6F25B}"/>
              </a:ext>
            </a:extLst>
          </p:cNvPr>
          <p:cNvGrpSpPr/>
          <p:nvPr/>
        </p:nvGrpSpPr>
        <p:grpSpPr>
          <a:xfrm>
            <a:off x="4799854" y="1730775"/>
            <a:ext cx="2725304" cy="1218170"/>
            <a:chOff x="7299992" y="2519978"/>
            <a:chExt cx="1969746" cy="880447"/>
          </a:xfrm>
        </p:grpSpPr>
        <p:sp>
          <p:nvSpPr>
            <p:cNvPr id="39" name="任意多边形 36">
              <a:extLst>
                <a:ext uri="{FF2B5EF4-FFF2-40B4-BE49-F238E27FC236}">
                  <a16:creationId xmlns:a16="http://schemas.microsoft.com/office/drawing/2014/main" id="{57023BB2-E129-FCFC-8CF9-B2F5705C5CDD}"/>
                </a:ext>
              </a:extLst>
            </p:cNvPr>
            <p:cNvSpPr/>
            <p:nvPr/>
          </p:nvSpPr>
          <p:spPr>
            <a:xfrm>
              <a:off x="8069327" y="2600805"/>
              <a:ext cx="663069" cy="533964"/>
            </a:xfrm>
            <a:custGeom>
              <a:avLst/>
              <a:gdLst>
                <a:gd name="connsiteX0" fmla="*/ 1 w 535958"/>
                <a:gd name="connsiteY0" fmla="*/ 0 h 533964"/>
                <a:gd name="connsiteX1" fmla="*/ 268976 w 535958"/>
                <a:gd name="connsiteY1" fmla="*/ 0 h 533964"/>
                <a:gd name="connsiteX2" fmla="*/ 535958 w 535958"/>
                <a:gd name="connsiteY2" fmla="*/ 266982 h 533964"/>
                <a:gd name="connsiteX3" fmla="*/ 535957 w 535958"/>
                <a:gd name="connsiteY3" fmla="*/ 266982 h 533964"/>
                <a:gd name="connsiteX4" fmla="*/ 268975 w 535958"/>
                <a:gd name="connsiteY4" fmla="*/ 533964 h 533964"/>
                <a:gd name="connsiteX5" fmla="*/ 0 w 535958"/>
                <a:gd name="connsiteY5" fmla="*/ 533964 h 533964"/>
                <a:gd name="connsiteX6" fmla="*/ 31672 w 535958"/>
                <a:gd name="connsiteY6" fmla="*/ 475611 h 533964"/>
                <a:gd name="connsiteX7" fmla="*/ 61247 w 535958"/>
                <a:gd name="connsiteY7" fmla="*/ 329122 h 533964"/>
                <a:gd name="connsiteX8" fmla="*/ 61247 w 535958"/>
                <a:gd name="connsiteY8" fmla="*/ 204839 h 533964"/>
                <a:gd name="connsiteX9" fmla="*/ 31672 w 535958"/>
                <a:gd name="connsiteY9" fmla="*/ 58350 h 533964"/>
                <a:gd name="connsiteX10" fmla="*/ 1 w 535958"/>
                <a:gd name="connsiteY10" fmla="*/ 0 h 53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5958" h="533964">
                  <a:moveTo>
                    <a:pt x="1" y="0"/>
                  </a:moveTo>
                  <a:lnTo>
                    <a:pt x="268976" y="0"/>
                  </a:lnTo>
                  <a:cubicBezTo>
                    <a:pt x="416426" y="0"/>
                    <a:pt x="535958" y="119532"/>
                    <a:pt x="535958" y="266982"/>
                  </a:cubicBezTo>
                  <a:lnTo>
                    <a:pt x="535957" y="266982"/>
                  </a:lnTo>
                  <a:cubicBezTo>
                    <a:pt x="535957" y="414432"/>
                    <a:pt x="416425" y="533964"/>
                    <a:pt x="268975" y="533964"/>
                  </a:cubicBezTo>
                  <a:lnTo>
                    <a:pt x="0" y="533964"/>
                  </a:lnTo>
                  <a:lnTo>
                    <a:pt x="31672" y="475611"/>
                  </a:lnTo>
                  <a:cubicBezTo>
                    <a:pt x="50716" y="430586"/>
                    <a:pt x="61247" y="381084"/>
                    <a:pt x="61247" y="329122"/>
                  </a:cubicBezTo>
                  <a:lnTo>
                    <a:pt x="61247" y="204839"/>
                  </a:lnTo>
                  <a:cubicBezTo>
                    <a:pt x="61247" y="152877"/>
                    <a:pt x="50716" y="103375"/>
                    <a:pt x="31672" y="58350"/>
                  </a:cubicBezTo>
                  <a:lnTo>
                    <a:pt x="1" y="0"/>
                  </a:lnTo>
                  <a:close/>
                </a:path>
              </a:pathLst>
            </a:custGeom>
            <a:noFill/>
            <a:ln w="3810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弧形 39">
              <a:extLst>
                <a:ext uri="{FF2B5EF4-FFF2-40B4-BE49-F238E27FC236}">
                  <a16:creationId xmlns:a16="http://schemas.microsoft.com/office/drawing/2014/main" id="{B7B71F28-9F25-7244-047D-2BFB398A6F90}"/>
                </a:ext>
              </a:extLst>
            </p:cNvPr>
            <p:cNvSpPr/>
            <p:nvPr/>
          </p:nvSpPr>
          <p:spPr>
            <a:xfrm rot="2667896">
              <a:off x="7299992" y="2519978"/>
              <a:ext cx="706179" cy="715647"/>
            </a:xfrm>
            <a:prstGeom prst="arc">
              <a:avLst/>
            </a:prstGeom>
            <a:ln w="38100">
              <a:solidFill>
                <a:srgbClr val="034A9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020D31E2-3D5B-6097-2415-5D567D9D9540}"/>
                </a:ext>
              </a:extLst>
            </p:cNvPr>
            <p:cNvCxnSpPr/>
            <p:nvPr/>
          </p:nvCxnSpPr>
          <p:spPr>
            <a:xfrm flipH="1" flipV="1">
              <a:off x="7457212" y="2768655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4CCDF35B-4C4B-9C91-1207-7E9FAAD4C711}"/>
                </a:ext>
              </a:extLst>
            </p:cNvPr>
            <p:cNvCxnSpPr/>
            <p:nvPr/>
          </p:nvCxnSpPr>
          <p:spPr>
            <a:xfrm flipH="1" flipV="1">
              <a:off x="7466090" y="3000957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9D09251-F8AB-F8E5-AB4D-FF24F0AECC90}"/>
                </a:ext>
              </a:extLst>
            </p:cNvPr>
            <p:cNvCxnSpPr/>
            <p:nvPr/>
          </p:nvCxnSpPr>
          <p:spPr>
            <a:xfrm flipH="1" flipV="1">
              <a:off x="8732396" y="2867787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A2AFC250-C9B5-270E-C42F-FD4B33096488}"/>
                </a:ext>
              </a:extLst>
            </p:cNvPr>
            <p:cNvCxnSpPr/>
            <p:nvPr/>
          </p:nvCxnSpPr>
          <p:spPr>
            <a:xfrm flipV="1">
              <a:off x="9007964" y="2877802"/>
              <a:ext cx="0" cy="502666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60D8E7ED-2CF7-D363-DAEB-B9EE178F32ED}"/>
                </a:ext>
              </a:extLst>
            </p:cNvPr>
            <p:cNvCxnSpPr/>
            <p:nvPr/>
          </p:nvCxnSpPr>
          <p:spPr>
            <a:xfrm flipH="1">
              <a:off x="7734761" y="3377555"/>
              <a:ext cx="1288589" cy="4219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56A6D5E1-C65E-D8DE-1635-7FA56EF91DA2}"/>
                </a:ext>
              </a:extLst>
            </p:cNvPr>
            <p:cNvCxnSpPr/>
            <p:nvPr/>
          </p:nvCxnSpPr>
          <p:spPr>
            <a:xfrm flipV="1">
              <a:off x="7734761" y="3009835"/>
              <a:ext cx="0" cy="390590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702C1D3-7013-F381-6A83-F6F07B2DBBA7}"/>
              </a:ext>
            </a:extLst>
          </p:cNvPr>
          <p:cNvGrpSpPr/>
          <p:nvPr/>
        </p:nvGrpSpPr>
        <p:grpSpPr>
          <a:xfrm>
            <a:off x="5943308" y="3141254"/>
            <a:ext cx="370302" cy="370302"/>
            <a:chOff x="6362700" y="3642898"/>
            <a:chExt cx="370302" cy="370302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7290793F-7938-E93B-1288-D4DAD37ABE36}"/>
                </a:ext>
              </a:extLst>
            </p:cNvPr>
            <p:cNvCxnSpPr/>
            <p:nvPr/>
          </p:nvCxnSpPr>
          <p:spPr>
            <a:xfrm>
              <a:off x="6362700" y="3642898"/>
              <a:ext cx="370302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123A0A2-F965-7B52-CD8F-34EAC2A868A1}"/>
                </a:ext>
              </a:extLst>
            </p:cNvPr>
            <p:cNvCxnSpPr/>
            <p:nvPr/>
          </p:nvCxnSpPr>
          <p:spPr>
            <a:xfrm flipH="1">
              <a:off x="6375761" y="3642898"/>
              <a:ext cx="357241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275831C-35B9-AAA7-26B0-BA3765B390DA}"/>
              </a:ext>
            </a:extLst>
          </p:cNvPr>
          <p:cNvGrpSpPr/>
          <p:nvPr/>
        </p:nvGrpSpPr>
        <p:grpSpPr>
          <a:xfrm>
            <a:off x="8382895" y="1322783"/>
            <a:ext cx="3258104" cy="1767558"/>
            <a:chOff x="8833282" y="2094187"/>
            <a:chExt cx="3258104" cy="1767558"/>
          </a:xfrm>
        </p:grpSpPr>
        <p:sp>
          <p:nvSpPr>
            <p:cNvPr id="51" name="任意多边形 66">
              <a:extLst>
                <a:ext uri="{FF2B5EF4-FFF2-40B4-BE49-F238E27FC236}">
                  <a16:creationId xmlns:a16="http://schemas.microsoft.com/office/drawing/2014/main" id="{B2B4BB4B-9476-4CC0-CC89-3B00D98D139E}"/>
                </a:ext>
              </a:extLst>
            </p:cNvPr>
            <p:cNvSpPr/>
            <p:nvPr/>
          </p:nvSpPr>
          <p:spPr>
            <a:xfrm>
              <a:off x="10892416" y="2610042"/>
              <a:ext cx="917410" cy="738783"/>
            </a:xfrm>
            <a:custGeom>
              <a:avLst/>
              <a:gdLst>
                <a:gd name="connsiteX0" fmla="*/ 1 w 535958"/>
                <a:gd name="connsiteY0" fmla="*/ 0 h 533964"/>
                <a:gd name="connsiteX1" fmla="*/ 268976 w 535958"/>
                <a:gd name="connsiteY1" fmla="*/ 0 h 533964"/>
                <a:gd name="connsiteX2" fmla="*/ 535958 w 535958"/>
                <a:gd name="connsiteY2" fmla="*/ 266982 h 533964"/>
                <a:gd name="connsiteX3" fmla="*/ 535957 w 535958"/>
                <a:gd name="connsiteY3" fmla="*/ 266982 h 533964"/>
                <a:gd name="connsiteX4" fmla="*/ 268975 w 535958"/>
                <a:gd name="connsiteY4" fmla="*/ 533964 h 533964"/>
                <a:gd name="connsiteX5" fmla="*/ 0 w 535958"/>
                <a:gd name="connsiteY5" fmla="*/ 533964 h 533964"/>
                <a:gd name="connsiteX6" fmla="*/ 31672 w 535958"/>
                <a:gd name="connsiteY6" fmla="*/ 475611 h 533964"/>
                <a:gd name="connsiteX7" fmla="*/ 61247 w 535958"/>
                <a:gd name="connsiteY7" fmla="*/ 329122 h 533964"/>
                <a:gd name="connsiteX8" fmla="*/ 61247 w 535958"/>
                <a:gd name="connsiteY8" fmla="*/ 204839 h 533964"/>
                <a:gd name="connsiteX9" fmla="*/ 31672 w 535958"/>
                <a:gd name="connsiteY9" fmla="*/ 58350 h 533964"/>
                <a:gd name="connsiteX10" fmla="*/ 1 w 535958"/>
                <a:gd name="connsiteY10" fmla="*/ 0 h 53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5958" h="533964">
                  <a:moveTo>
                    <a:pt x="1" y="0"/>
                  </a:moveTo>
                  <a:lnTo>
                    <a:pt x="268976" y="0"/>
                  </a:lnTo>
                  <a:cubicBezTo>
                    <a:pt x="416426" y="0"/>
                    <a:pt x="535958" y="119532"/>
                    <a:pt x="535958" y="266982"/>
                  </a:cubicBezTo>
                  <a:lnTo>
                    <a:pt x="535957" y="266982"/>
                  </a:lnTo>
                  <a:cubicBezTo>
                    <a:pt x="535957" y="414432"/>
                    <a:pt x="416425" y="533964"/>
                    <a:pt x="268975" y="533964"/>
                  </a:cubicBezTo>
                  <a:lnTo>
                    <a:pt x="0" y="533964"/>
                  </a:lnTo>
                  <a:lnTo>
                    <a:pt x="31672" y="475611"/>
                  </a:lnTo>
                  <a:cubicBezTo>
                    <a:pt x="50716" y="430586"/>
                    <a:pt x="61247" y="381084"/>
                    <a:pt x="61247" y="329122"/>
                  </a:cubicBezTo>
                  <a:lnTo>
                    <a:pt x="61247" y="204839"/>
                  </a:lnTo>
                  <a:cubicBezTo>
                    <a:pt x="61247" y="152877"/>
                    <a:pt x="50716" y="103375"/>
                    <a:pt x="31672" y="58350"/>
                  </a:cubicBezTo>
                  <a:lnTo>
                    <a:pt x="1" y="0"/>
                  </a:lnTo>
                  <a:close/>
                </a:path>
              </a:pathLst>
            </a:custGeom>
            <a:noFill/>
            <a:ln w="3810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69">
              <a:extLst>
                <a:ext uri="{FF2B5EF4-FFF2-40B4-BE49-F238E27FC236}">
                  <a16:creationId xmlns:a16="http://schemas.microsoft.com/office/drawing/2014/main" id="{5C4F240B-E4C7-C017-5C28-45B6BF10BA5C}"/>
                </a:ext>
              </a:extLst>
            </p:cNvPr>
            <p:cNvSpPr/>
            <p:nvPr/>
          </p:nvSpPr>
          <p:spPr>
            <a:xfrm>
              <a:off x="9121968" y="2094187"/>
              <a:ext cx="917411" cy="738784"/>
            </a:xfrm>
            <a:custGeom>
              <a:avLst/>
              <a:gdLst>
                <a:gd name="connsiteX0" fmla="*/ 0 w 917411"/>
                <a:gd name="connsiteY0" fmla="*/ 0 h 738784"/>
                <a:gd name="connsiteX1" fmla="*/ 548019 w 917411"/>
                <a:gd name="connsiteY1" fmla="*/ 0 h 738784"/>
                <a:gd name="connsiteX2" fmla="*/ 917411 w 917411"/>
                <a:gd name="connsiteY2" fmla="*/ 369392 h 738784"/>
                <a:gd name="connsiteX3" fmla="*/ 917410 w 917411"/>
                <a:gd name="connsiteY3" fmla="*/ 369392 h 738784"/>
                <a:gd name="connsiteX4" fmla="*/ 548018 w 917411"/>
                <a:gd name="connsiteY4" fmla="*/ 738784 h 738784"/>
                <a:gd name="connsiteX5" fmla="*/ 0 w 917411"/>
                <a:gd name="connsiteY5" fmla="*/ 738784 h 738784"/>
                <a:gd name="connsiteX6" fmla="*/ 0 w 917411"/>
                <a:gd name="connsiteY6" fmla="*/ 0 h 738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411" h="738784">
                  <a:moveTo>
                    <a:pt x="0" y="0"/>
                  </a:moveTo>
                  <a:lnTo>
                    <a:pt x="548019" y="0"/>
                  </a:lnTo>
                  <a:cubicBezTo>
                    <a:pt x="752029" y="0"/>
                    <a:pt x="917411" y="165382"/>
                    <a:pt x="917411" y="369392"/>
                  </a:cubicBezTo>
                  <a:lnTo>
                    <a:pt x="917410" y="369392"/>
                  </a:lnTo>
                  <a:cubicBezTo>
                    <a:pt x="917410" y="573402"/>
                    <a:pt x="752028" y="738784"/>
                    <a:pt x="548018" y="738784"/>
                  </a:cubicBezTo>
                  <a:lnTo>
                    <a:pt x="0" y="73878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72">
              <a:extLst>
                <a:ext uri="{FF2B5EF4-FFF2-40B4-BE49-F238E27FC236}">
                  <a16:creationId xmlns:a16="http://schemas.microsoft.com/office/drawing/2014/main" id="{97BB9390-A146-854E-CDCA-51972DD96C0D}"/>
                </a:ext>
              </a:extLst>
            </p:cNvPr>
            <p:cNvSpPr/>
            <p:nvPr/>
          </p:nvSpPr>
          <p:spPr>
            <a:xfrm>
              <a:off x="9142312" y="3122961"/>
              <a:ext cx="917411" cy="738784"/>
            </a:xfrm>
            <a:custGeom>
              <a:avLst/>
              <a:gdLst>
                <a:gd name="connsiteX0" fmla="*/ 0 w 917411"/>
                <a:gd name="connsiteY0" fmla="*/ 0 h 738784"/>
                <a:gd name="connsiteX1" fmla="*/ 548019 w 917411"/>
                <a:gd name="connsiteY1" fmla="*/ 0 h 738784"/>
                <a:gd name="connsiteX2" fmla="*/ 917411 w 917411"/>
                <a:gd name="connsiteY2" fmla="*/ 369392 h 738784"/>
                <a:gd name="connsiteX3" fmla="*/ 917410 w 917411"/>
                <a:gd name="connsiteY3" fmla="*/ 369392 h 738784"/>
                <a:gd name="connsiteX4" fmla="*/ 548018 w 917411"/>
                <a:gd name="connsiteY4" fmla="*/ 738784 h 738784"/>
                <a:gd name="connsiteX5" fmla="*/ 0 w 917411"/>
                <a:gd name="connsiteY5" fmla="*/ 738784 h 738784"/>
                <a:gd name="connsiteX6" fmla="*/ 0 w 917411"/>
                <a:gd name="connsiteY6" fmla="*/ 0 h 738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7411" h="738784">
                  <a:moveTo>
                    <a:pt x="0" y="0"/>
                  </a:moveTo>
                  <a:lnTo>
                    <a:pt x="548019" y="0"/>
                  </a:lnTo>
                  <a:cubicBezTo>
                    <a:pt x="752029" y="0"/>
                    <a:pt x="917411" y="165382"/>
                    <a:pt x="917411" y="369392"/>
                  </a:cubicBezTo>
                  <a:lnTo>
                    <a:pt x="917410" y="369392"/>
                  </a:lnTo>
                  <a:cubicBezTo>
                    <a:pt x="917410" y="573402"/>
                    <a:pt x="752028" y="738784"/>
                    <a:pt x="548018" y="738784"/>
                  </a:cubicBezTo>
                  <a:lnTo>
                    <a:pt x="0" y="73878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D8238BF-B169-C4BA-302F-E1DB39866D2D}"/>
                </a:ext>
              </a:extLst>
            </p:cNvPr>
            <p:cNvCxnSpPr/>
            <p:nvPr/>
          </p:nvCxnSpPr>
          <p:spPr>
            <a:xfrm flipH="1" flipV="1">
              <a:off x="10057135" y="2487280"/>
              <a:ext cx="484930" cy="2933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43E5B74-5C6D-AFEC-3ED0-0872A6885EF6}"/>
                </a:ext>
              </a:extLst>
            </p:cNvPr>
            <p:cNvCxnSpPr>
              <a:endCxn id="53" idx="2"/>
            </p:cNvCxnSpPr>
            <p:nvPr/>
          </p:nvCxnSpPr>
          <p:spPr>
            <a:xfrm flipH="1">
              <a:off x="10059723" y="3492353"/>
              <a:ext cx="482342" cy="0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FC5357C-F11F-4F77-4C9D-D05EDA1E9E7D}"/>
                </a:ext>
              </a:extLst>
            </p:cNvPr>
            <p:cNvCxnSpPr/>
            <p:nvPr/>
          </p:nvCxnSpPr>
          <p:spPr>
            <a:xfrm flipH="1">
              <a:off x="10533187" y="2857808"/>
              <a:ext cx="431900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7C8FA98-3A22-C265-671D-0A778E2F7777}"/>
                </a:ext>
              </a:extLst>
            </p:cNvPr>
            <p:cNvCxnSpPr/>
            <p:nvPr/>
          </p:nvCxnSpPr>
          <p:spPr>
            <a:xfrm flipH="1">
              <a:off x="10542065" y="3118599"/>
              <a:ext cx="431900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100F9AE-7BC4-C7D2-50BC-9A302858E8E3}"/>
                </a:ext>
              </a:extLst>
            </p:cNvPr>
            <p:cNvCxnSpPr/>
            <p:nvPr/>
          </p:nvCxnSpPr>
          <p:spPr>
            <a:xfrm flipH="1">
              <a:off x="10542065" y="3118599"/>
              <a:ext cx="2" cy="377923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BDA6C24-E4F4-2D2B-BB29-43300197642B}"/>
                </a:ext>
              </a:extLst>
            </p:cNvPr>
            <p:cNvCxnSpPr/>
            <p:nvPr/>
          </p:nvCxnSpPr>
          <p:spPr>
            <a:xfrm flipH="1">
              <a:off x="10542065" y="2471917"/>
              <a:ext cx="4509" cy="390060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2E7A0F0-F7F1-BBCE-0C0B-51AF1E2B8E3F}"/>
                </a:ext>
              </a:extLst>
            </p:cNvPr>
            <p:cNvCxnSpPr/>
            <p:nvPr/>
          </p:nvCxnSpPr>
          <p:spPr>
            <a:xfrm flipH="1" flipV="1">
              <a:off x="8833282" y="2312346"/>
              <a:ext cx="307377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87F1693-3F27-0716-176E-B192FCEF7722}"/>
                </a:ext>
              </a:extLst>
            </p:cNvPr>
            <p:cNvCxnSpPr/>
            <p:nvPr/>
          </p:nvCxnSpPr>
          <p:spPr>
            <a:xfrm flipH="1" flipV="1">
              <a:off x="8833282" y="2643520"/>
              <a:ext cx="313666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1B6A255C-51DD-9721-0084-E32BE2076BFA}"/>
                </a:ext>
              </a:extLst>
            </p:cNvPr>
            <p:cNvCxnSpPr/>
            <p:nvPr/>
          </p:nvCxnSpPr>
          <p:spPr>
            <a:xfrm flipH="1" flipV="1">
              <a:off x="8833282" y="3343866"/>
              <a:ext cx="322304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7F76C1DC-F01C-7C43-8158-E18AB0D4B0FB}"/>
                </a:ext>
              </a:extLst>
            </p:cNvPr>
            <p:cNvCxnSpPr/>
            <p:nvPr/>
          </p:nvCxnSpPr>
          <p:spPr>
            <a:xfrm flipH="1" flipV="1">
              <a:off x="8833282" y="3664370"/>
              <a:ext cx="322304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9A6E54D9-4F01-AE41-F445-535EBEC6EE84}"/>
                </a:ext>
              </a:extLst>
            </p:cNvPr>
            <p:cNvCxnSpPr/>
            <p:nvPr/>
          </p:nvCxnSpPr>
          <p:spPr>
            <a:xfrm flipH="1">
              <a:off x="11819161" y="2976500"/>
              <a:ext cx="272225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BE1E17D-AEB0-E572-0602-2FF37093054E}"/>
              </a:ext>
            </a:extLst>
          </p:cNvPr>
          <p:cNvGrpSpPr/>
          <p:nvPr/>
        </p:nvGrpSpPr>
        <p:grpSpPr>
          <a:xfrm>
            <a:off x="10012077" y="3153876"/>
            <a:ext cx="513392" cy="362668"/>
            <a:chOff x="2402613" y="3327200"/>
            <a:chExt cx="513392" cy="362668"/>
          </a:xfrm>
        </p:grpSpPr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DC631F23-7015-90A1-A37A-40EE9DD1C267}"/>
                </a:ext>
              </a:extLst>
            </p:cNvPr>
            <p:cNvCxnSpPr/>
            <p:nvPr/>
          </p:nvCxnSpPr>
          <p:spPr>
            <a:xfrm>
              <a:off x="2402613" y="3494380"/>
              <a:ext cx="190500" cy="19050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FC051639-B016-088C-F771-3935AF49A60E}"/>
                </a:ext>
              </a:extLst>
            </p:cNvPr>
            <p:cNvCxnSpPr/>
            <p:nvPr/>
          </p:nvCxnSpPr>
          <p:spPr>
            <a:xfrm flipV="1">
              <a:off x="2553337" y="3327200"/>
              <a:ext cx="362668" cy="362668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A1EF6E9B-0659-2636-86A9-5D1D5E8FEA3B}"/>
              </a:ext>
            </a:extLst>
          </p:cNvPr>
          <p:cNvGrpSpPr/>
          <p:nvPr/>
        </p:nvGrpSpPr>
        <p:grpSpPr>
          <a:xfrm>
            <a:off x="784509" y="3864082"/>
            <a:ext cx="3276941" cy="1450754"/>
            <a:chOff x="611478" y="4533058"/>
            <a:chExt cx="3955227" cy="1751042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A14A03FB-97F6-D06D-02E6-89B4EF66A783}"/>
                </a:ext>
              </a:extLst>
            </p:cNvPr>
            <p:cNvGrpSpPr/>
            <p:nvPr/>
          </p:nvGrpSpPr>
          <p:grpSpPr>
            <a:xfrm>
              <a:off x="1148819" y="4533058"/>
              <a:ext cx="934442" cy="804044"/>
              <a:chOff x="1807341" y="2663059"/>
              <a:chExt cx="934442" cy="804044"/>
            </a:xfrm>
          </p:grpSpPr>
          <p:sp>
            <p:nvSpPr>
              <p:cNvPr id="84" name="等腰三角形 83">
                <a:extLst>
                  <a:ext uri="{FF2B5EF4-FFF2-40B4-BE49-F238E27FC236}">
                    <a16:creationId xmlns:a16="http://schemas.microsoft.com/office/drawing/2014/main" id="{FC9BD08C-152D-9A42-2F51-21130269015D}"/>
                  </a:ext>
                </a:extLst>
              </p:cNvPr>
              <p:cNvSpPr/>
              <p:nvPr/>
            </p:nvSpPr>
            <p:spPr>
              <a:xfrm rot="5400000">
                <a:off x="1751890" y="2718510"/>
                <a:ext cx="804044" cy="693141"/>
              </a:xfrm>
              <a:prstGeom prst="triangl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7B2A33E4-9429-7CAC-1EB4-895E6882D303}"/>
                  </a:ext>
                </a:extLst>
              </p:cNvPr>
              <p:cNvSpPr/>
              <p:nvPr/>
            </p:nvSpPr>
            <p:spPr>
              <a:xfrm>
                <a:off x="2500483" y="2944430"/>
                <a:ext cx="241300" cy="241300"/>
              </a:xfrm>
              <a:prstGeom prst="ellips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35891CB1-3E3E-DE0D-18AA-F6DAF28390F8}"/>
                </a:ext>
              </a:extLst>
            </p:cNvPr>
            <p:cNvGrpSpPr/>
            <p:nvPr/>
          </p:nvGrpSpPr>
          <p:grpSpPr>
            <a:xfrm>
              <a:off x="3083205" y="5011283"/>
              <a:ext cx="934442" cy="804044"/>
              <a:chOff x="1807341" y="2663059"/>
              <a:chExt cx="934442" cy="804044"/>
            </a:xfrm>
          </p:grpSpPr>
          <p:sp>
            <p:nvSpPr>
              <p:cNvPr id="82" name="等腰三角形 81">
                <a:extLst>
                  <a:ext uri="{FF2B5EF4-FFF2-40B4-BE49-F238E27FC236}">
                    <a16:creationId xmlns:a16="http://schemas.microsoft.com/office/drawing/2014/main" id="{BD72473C-2230-FF45-7CD7-7A4F549082A9}"/>
                  </a:ext>
                </a:extLst>
              </p:cNvPr>
              <p:cNvSpPr/>
              <p:nvPr/>
            </p:nvSpPr>
            <p:spPr>
              <a:xfrm rot="5400000">
                <a:off x="1751890" y="2718510"/>
                <a:ext cx="804044" cy="693141"/>
              </a:xfrm>
              <a:prstGeom prst="triangl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22DA6FCE-F117-B036-C555-C0334A4AFA0A}"/>
                  </a:ext>
                </a:extLst>
              </p:cNvPr>
              <p:cNvSpPr/>
              <p:nvPr/>
            </p:nvSpPr>
            <p:spPr>
              <a:xfrm>
                <a:off x="2500483" y="2944430"/>
                <a:ext cx="241300" cy="241300"/>
              </a:xfrm>
              <a:prstGeom prst="ellips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5894091B-A591-8F17-049E-9E30312AA696}"/>
                </a:ext>
              </a:extLst>
            </p:cNvPr>
            <p:cNvCxnSpPr>
              <a:stCxn id="84" idx="3"/>
            </p:cNvCxnSpPr>
            <p:nvPr/>
          </p:nvCxnSpPr>
          <p:spPr>
            <a:xfrm flipH="1" flipV="1">
              <a:off x="611478" y="4935079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FDB9D0E1-AB83-B723-BA00-16DF4E205FB3}"/>
                </a:ext>
              </a:extLst>
            </p:cNvPr>
            <p:cNvCxnSpPr>
              <a:stCxn id="82" idx="3"/>
            </p:cNvCxnSpPr>
            <p:nvPr/>
          </p:nvCxnSpPr>
          <p:spPr>
            <a:xfrm flipH="1">
              <a:off x="2579494" y="5413305"/>
              <a:ext cx="503712" cy="6966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497C0C64-DD08-EB60-4446-E916CC880406}"/>
                </a:ext>
              </a:extLst>
            </p:cNvPr>
            <p:cNvCxnSpPr/>
            <p:nvPr/>
          </p:nvCxnSpPr>
          <p:spPr>
            <a:xfrm flipH="1" flipV="1">
              <a:off x="4029363" y="5428195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8F6CCBEF-A047-AAAB-7081-FBE11778F4D8}"/>
                </a:ext>
              </a:extLst>
            </p:cNvPr>
            <p:cNvSpPr txBox="1"/>
            <p:nvPr/>
          </p:nvSpPr>
          <p:spPr>
            <a:xfrm>
              <a:off x="2005318" y="5143060"/>
              <a:ext cx="567284" cy="4829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rPr>
                <a:t>n4</a:t>
              </a:r>
              <a:endParaRPr lang="zh-CN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9702F5A8-97D8-2A41-CF9C-25809B63BC1D}"/>
                </a:ext>
              </a:extLst>
            </p:cNvPr>
            <p:cNvGrpSpPr/>
            <p:nvPr/>
          </p:nvGrpSpPr>
          <p:grpSpPr>
            <a:xfrm>
              <a:off x="1148819" y="5480056"/>
              <a:ext cx="934442" cy="804044"/>
              <a:chOff x="1807341" y="2663059"/>
              <a:chExt cx="934442" cy="804044"/>
            </a:xfrm>
          </p:grpSpPr>
          <p:sp>
            <p:nvSpPr>
              <p:cNvPr id="80" name="等腰三角形 79">
                <a:extLst>
                  <a:ext uri="{FF2B5EF4-FFF2-40B4-BE49-F238E27FC236}">
                    <a16:creationId xmlns:a16="http://schemas.microsoft.com/office/drawing/2014/main" id="{64B48252-48BA-0D3C-02A0-C6EE71F3DFE4}"/>
                  </a:ext>
                </a:extLst>
              </p:cNvPr>
              <p:cNvSpPr/>
              <p:nvPr/>
            </p:nvSpPr>
            <p:spPr>
              <a:xfrm rot="5400000">
                <a:off x="1751890" y="2718510"/>
                <a:ext cx="804044" cy="693141"/>
              </a:xfrm>
              <a:prstGeom prst="triangl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2086CFCD-BAAA-61B8-0B82-9FE7BE41A384}"/>
                  </a:ext>
                </a:extLst>
              </p:cNvPr>
              <p:cNvSpPr/>
              <p:nvPr/>
            </p:nvSpPr>
            <p:spPr>
              <a:xfrm>
                <a:off x="2500483" y="2944430"/>
                <a:ext cx="241300" cy="241300"/>
              </a:xfrm>
              <a:prstGeom prst="ellipse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776F3B66-A295-2922-DB0D-EEB7DCAE2D57}"/>
                </a:ext>
              </a:extLst>
            </p:cNvPr>
            <p:cNvCxnSpPr>
              <a:stCxn id="80" idx="3"/>
            </p:cNvCxnSpPr>
            <p:nvPr/>
          </p:nvCxnSpPr>
          <p:spPr>
            <a:xfrm flipH="1">
              <a:off x="645108" y="5882078"/>
              <a:ext cx="503712" cy="6966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C560AFF-84B0-ED18-F5FF-BD76BB4C1D53}"/>
                </a:ext>
              </a:extLst>
            </p:cNvPr>
            <p:cNvCxnSpPr/>
            <p:nvPr/>
          </p:nvCxnSpPr>
          <p:spPr>
            <a:xfrm flipH="1" flipV="1">
              <a:off x="2094977" y="5896968"/>
              <a:ext cx="537342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F1AAD97B-C7A7-9375-5366-3662D4F3964C}"/>
                </a:ext>
              </a:extLst>
            </p:cNvPr>
            <p:cNvCxnSpPr/>
            <p:nvPr/>
          </p:nvCxnSpPr>
          <p:spPr>
            <a:xfrm flipH="1">
              <a:off x="2090077" y="4925316"/>
              <a:ext cx="503712" cy="6966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E051CF23-A8E4-0AB5-12CB-E1FB872F831E}"/>
                </a:ext>
              </a:extLst>
            </p:cNvPr>
            <p:cNvCxnSpPr/>
            <p:nvPr/>
          </p:nvCxnSpPr>
          <p:spPr>
            <a:xfrm flipH="1">
              <a:off x="2600605" y="4925316"/>
              <a:ext cx="3710" cy="971652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BD4EC976-9E85-E239-879B-589E2FA7E3FA}"/>
              </a:ext>
            </a:extLst>
          </p:cNvPr>
          <p:cNvGrpSpPr/>
          <p:nvPr/>
        </p:nvGrpSpPr>
        <p:grpSpPr>
          <a:xfrm>
            <a:off x="2186172" y="5289579"/>
            <a:ext cx="370302" cy="370302"/>
            <a:chOff x="6362700" y="3642898"/>
            <a:chExt cx="370302" cy="370302"/>
          </a:xfrm>
        </p:grpSpPr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908700B-3236-DA44-4C4C-F9FB8BD3F058}"/>
                </a:ext>
              </a:extLst>
            </p:cNvPr>
            <p:cNvCxnSpPr/>
            <p:nvPr/>
          </p:nvCxnSpPr>
          <p:spPr>
            <a:xfrm>
              <a:off x="6362700" y="3642898"/>
              <a:ext cx="370302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923D0CE0-D3EC-5FC5-6C44-F5BD000174A3}"/>
                </a:ext>
              </a:extLst>
            </p:cNvPr>
            <p:cNvCxnSpPr/>
            <p:nvPr/>
          </p:nvCxnSpPr>
          <p:spPr>
            <a:xfrm flipH="1">
              <a:off x="6375761" y="3642898"/>
              <a:ext cx="357241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12CFDEB0-FFFF-C369-19B7-09C92CA5E48C}"/>
              </a:ext>
            </a:extLst>
          </p:cNvPr>
          <p:cNvGrpSpPr/>
          <p:nvPr/>
        </p:nvGrpSpPr>
        <p:grpSpPr>
          <a:xfrm>
            <a:off x="6148447" y="5285353"/>
            <a:ext cx="513392" cy="362668"/>
            <a:chOff x="2402613" y="3327200"/>
            <a:chExt cx="513392" cy="362668"/>
          </a:xfrm>
        </p:grpSpPr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C0CF622B-1719-0748-859F-C3C513864BBF}"/>
                </a:ext>
              </a:extLst>
            </p:cNvPr>
            <p:cNvCxnSpPr/>
            <p:nvPr/>
          </p:nvCxnSpPr>
          <p:spPr>
            <a:xfrm>
              <a:off x="2402613" y="3494380"/>
              <a:ext cx="190500" cy="190500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B405A96F-B066-F1A9-8A7D-FE9B1FE58862}"/>
                </a:ext>
              </a:extLst>
            </p:cNvPr>
            <p:cNvCxnSpPr/>
            <p:nvPr/>
          </p:nvCxnSpPr>
          <p:spPr>
            <a:xfrm flipV="1">
              <a:off x="2553337" y="3327200"/>
              <a:ext cx="362668" cy="362668"/>
            </a:xfrm>
            <a:prstGeom prst="line">
              <a:avLst/>
            </a:prstGeom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BB9365DE-1F15-A7CA-60E8-5BA9F475C9FE}"/>
              </a:ext>
            </a:extLst>
          </p:cNvPr>
          <p:cNvGrpSpPr/>
          <p:nvPr/>
        </p:nvGrpSpPr>
        <p:grpSpPr>
          <a:xfrm>
            <a:off x="4815517" y="4002981"/>
            <a:ext cx="3191141" cy="1054517"/>
            <a:chOff x="4815517" y="4590125"/>
            <a:chExt cx="3191141" cy="1054517"/>
          </a:xfrm>
        </p:grpSpPr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525CF87A-9515-64F2-02B8-1ACA62B1A46F}"/>
                </a:ext>
              </a:extLst>
            </p:cNvPr>
            <p:cNvGrpSpPr/>
            <p:nvPr/>
          </p:nvGrpSpPr>
          <p:grpSpPr>
            <a:xfrm>
              <a:off x="4815517" y="4590125"/>
              <a:ext cx="3191141" cy="1054517"/>
              <a:chOff x="4998397" y="4485856"/>
              <a:chExt cx="3191141" cy="1054517"/>
            </a:xfrm>
          </p:grpSpPr>
          <p:sp>
            <p:nvSpPr>
              <p:cNvPr id="95" name="圆角矩形 150">
                <a:extLst>
                  <a:ext uri="{FF2B5EF4-FFF2-40B4-BE49-F238E27FC236}">
                    <a16:creationId xmlns:a16="http://schemas.microsoft.com/office/drawing/2014/main" id="{90603A25-58E5-161F-C47B-B07B65085016}"/>
                  </a:ext>
                </a:extLst>
              </p:cNvPr>
              <p:cNvSpPr/>
              <p:nvPr/>
            </p:nvSpPr>
            <p:spPr>
              <a:xfrm>
                <a:off x="5397255" y="4485856"/>
                <a:ext cx="934072" cy="556599"/>
              </a:xfrm>
              <a:prstGeom prst="roundRect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14C5E712-5B90-382E-1CAF-E22655EB6695}"/>
                  </a:ext>
                </a:extLst>
              </p:cNvPr>
              <p:cNvGrpSpPr/>
              <p:nvPr/>
            </p:nvGrpSpPr>
            <p:grpSpPr>
              <a:xfrm>
                <a:off x="5670956" y="4538914"/>
                <a:ext cx="343261" cy="464978"/>
                <a:chOff x="10965132" y="5176261"/>
                <a:chExt cx="427982" cy="603467"/>
              </a:xfrm>
            </p:grpSpPr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E2E559D8-157C-4086-7C63-7BE1255D4B4D}"/>
                    </a:ext>
                  </a:extLst>
                </p:cNvPr>
                <p:cNvSpPr txBox="1"/>
                <p:nvPr/>
              </p:nvSpPr>
              <p:spPr>
                <a:xfrm>
                  <a:off x="10965132" y="5176261"/>
                  <a:ext cx="282450" cy="40011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34B93138-8EF8-96D4-CD2E-1E3A00C6DB7E}"/>
                    </a:ext>
                  </a:extLst>
                </p:cNvPr>
                <p:cNvSpPr txBox="1"/>
                <p:nvPr/>
              </p:nvSpPr>
              <p:spPr>
                <a:xfrm>
                  <a:off x="11056397" y="5260451"/>
                  <a:ext cx="336717" cy="51927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CEDB5F3D-2AE7-A72F-4E26-1B32261A2C97}"/>
                  </a:ext>
                </a:extLst>
              </p:cNvPr>
              <p:cNvCxnSpPr/>
              <p:nvPr/>
            </p:nvCxnSpPr>
            <p:spPr>
              <a:xfrm flipH="1" flipV="1">
                <a:off x="4998397" y="4654552"/>
                <a:ext cx="379874" cy="1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EE975B75-4699-ABF2-374D-2EE678F3E480}"/>
                  </a:ext>
                </a:extLst>
              </p:cNvPr>
              <p:cNvCxnSpPr/>
              <p:nvPr/>
            </p:nvCxnSpPr>
            <p:spPr>
              <a:xfrm flipH="1">
                <a:off x="6331330" y="4755095"/>
                <a:ext cx="353555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圆角矩形 159">
                <a:extLst>
                  <a:ext uri="{FF2B5EF4-FFF2-40B4-BE49-F238E27FC236}">
                    <a16:creationId xmlns:a16="http://schemas.microsoft.com/office/drawing/2014/main" id="{68F1E3C7-62CC-4049-2935-C629C494E2ED}"/>
                  </a:ext>
                </a:extLst>
              </p:cNvPr>
              <p:cNvSpPr/>
              <p:nvPr/>
            </p:nvSpPr>
            <p:spPr>
              <a:xfrm>
                <a:off x="6950966" y="4983774"/>
                <a:ext cx="934072" cy="556599"/>
              </a:xfrm>
              <a:prstGeom prst="roundRect">
                <a:avLst/>
              </a:prstGeom>
              <a:noFill/>
              <a:ln w="38100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FE1A2E79-B771-307E-0D50-77237B775E31}"/>
                  </a:ext>
                </a:extLst>
              </p:cNvPr>
              <p:cNvGrpSpPr/>
              <p:nvPr/>
            </p:nvGrpSpPr>
            <p:grpSpPr>
              <a:xfrm>
                <a:off x="7224667" y="5036832"/>
                <a:ext cx="343261" cy="464978"/>
                <a:chOff x="10965132" y="5176261"/>
                <a:chExt cx="427982" cy="603467"/>
              </a:xfrm>
            </p:grpSpPr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A8DC825D-64A8-6A45-7AE5-247A62303998}"/>
                    </a:ext>
                  </a:extLst>
                </p:cNvPr>
                <p:cNvSpPr txBox="1"/>
                <p:nvPr/>
              </p:nvSpPr>
              <p:spPr>
                <a:xfrm>
                  <a:off x="10965132" y="5176261"/>
                  <a:ext cx="282450" cy="40011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2C49D03A-C723-0225-EF0F-2FE5F6280A03}"/>
                    </a:ext>
                  </a:extLst>
                </p:cNvPr>
                <p:cNvSpPr txBox="1"/>
                <p:nvPr/>
              </p:nvSpPr>
              <p:spPr>
                <a:xfrm>
                  <a:off x="11056397" y="5260451"/>
                  <a:ext cx="336717" cy="519277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614CEDA4-6F24-43B1-09A3-C0D15127D4BA}"/>
                  </a:ext>
                </a:extLst>
              </p:cNvPr>
              <p:cNvCxnSpPr/>
              <p:nvPr/>
            </p:nvCxnSpPr>
            <p:spPr>
              <a:xfrm flipH="1">
                <a:off x="6648077" y="5125751"/>
                <a:ext cx="304500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2B6E941C-23EF-4A04-1C13-D7AE8CC2E427}"/>
                  </a:ext>
                </a:extLst>
              </p:cNvPr>
              <p:cNvCxnSpPr/>
              <p:nvPr/>
            </p:nvCxnSpPr>
            <p:spPr>
              <a:xfrm flipH="1">
                <a:off x="6662366" y="4745569"/>
                <a:ext cx="3535" cy="393091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5DBA1685-7B71-E4EC-B9AA-5476F7B9B277}"/>
                  </a:ext>
                </a:extLst>
              </p:cNvPr>
              <p:cNvCxnSpPr/>
              <p:nvPr/>
            </p:nvCxnSpPr>
            <p:spPr>
              <a:xfrm flipH="1">
                <a:off x="5029664" y="5397572"/>
                <a:ext cx="1912890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8E86C20D-DE44-623C-9E40-D539F30D2B00}"/>
                  </a:ext>
                </a:extLst>
              </p:cNvPr>
              <p:cNvCxnSpPr/>
              <p:nvPr/>
            </p:nvCxnSpPr>
            <p:spPr>
              <a:xfrm flipH="1">
                <a:off x="7885038" y="5262073"/>
                <a:ext cx="304500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1680189B-258B-18B9-CB83-7ADAA2DBAAA6}"/>
                </a:ext>
              </a:extLst>
            </p:cNvPr>
            <p:cNvCxnSpPr/>
            <p:nvPr/>
          </p:nvCxnSpPr>
          <p:spPr>
            <a:xfrm flipH="1" flipV="1">
              <a:off x="4815517" y="5010106"/>
              <a:ext cx="379874" cy="1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9D513B97-F702-7930-0F0E-3B1D1984EC3F}"/>
              </a:ext>
            </a:extLst>
          </p:cNvPr>
          <p:cNvGrpSpPr/>
          <p:nvPr/>
        </p:nvGrpSpPr>
        <p:grpSpPr>
          <a:xfrm>
            <a:off x="8446600" y="3819585"/>
            <a:ext cx="3199977" cy="1237913"/>
            <a:chOff x="8446600" y="4406729"/>
            <a:chExt cx="3199977" cy="1237913"/>
          </a:xfrm>
        </p:grpSpPr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A8DF3A13-1916-2270-8E7A-C0ADA9704386}"/>
                </a:ext>
              </a:extLst>
            </p:cNvPr>
            <p:cNvGrpSpPr/>
            <p:nvPr/>
          </p:nvGrpSpPr>
          <p:grpSpPr>
            <a:xfrm>
              <a:off x="8446600" y="4590125"/>
              <a:ext cx="3047727" cy="1054517"/>
              <a:chOff x="4815517" y="4590125"/>
              <a:chExt cx="3047727" cy="1054517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423F1B7A-9C92-5AD5-2F12-27DE5FFCFDD1}"/>
                  </a:ext>
                </a:extLst>
              </p:cNvPr>
              <p:cNvGrpSpPr/>
              <p:nvPr/>
            </p:nvGrpSpPr>
            <p:grpSpPr>
              <a:xfrm>
                <a:off x="4815517" y="4590125"/>
                <a:ext cx="3047727" cy="1054517"/>
                <a:chOff x="4998397" y="4485856"/>
                <a:chExt cx="3047727" cy="1054517"/>
              </a:xfrm>
            </p:grpSpPr>
            <p:sp>
              <p:nvSpPr>
                <p:cNvPr id="117" name="圆角矩形 203">
                  <a:extLst>
                    <a:ext uri="{FF2B5EF4-FFF2-40B4-BE49-F238E27FC236}">
                      <a16:creationId xmlns:a16="http://schemas.microsoft.com/office/drawing/2014/main" id="{61A1B15A-B0BD-9AFA-9250-11C5D45FB8E7}"/>
                    </a:ext>
                  </a:extLst>
                </p:cNvPr>
                <p:cNvSpPr/>
                <p:nvPr/>
              </p:nvSpPr>
              <p:spPr>
                <a:xfrm>
                  <a:off x="5397255" y="4485856"/>
                  <a:ext cx="934072" cy="556599"/>
                </a:xfrm>
                <a:prstGeom prst="roundRect">
                  <a:avLst/>
                </a:prstGeom>
                <a:noFill/>
                <a:ln w="38100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118" name="组合 117">
                  <a:extLst>
                    <a:ext uri="{FF2B5EF4-FFF2-40B4-BE49-F238E27FC236}">
                      <a16:creationId xmlns:a16="http://schemas.microsoft.com/office/drawing/2014/main" id="{F7A2CCE0-C942-4D02-1174-816FF8F3883C}"/>
                    </a:ext>
                  </a:extLst>
                </p:cNvPr>
                <p:cNvGrpSpPr/>
                <p:nvPr/>
              </p:nvGrpSpPr>
              <p:grpSpPr>
                <a:xfrm>
                  <a:off x="5670956" y="4538914"/>
                  <a:ext cx="343261" cy="464978"/>
                  <a:chOff x="10965132" y="5176261"/>
                  <a:chExt cx="427982" cy="603467"/>
                </a:xfrm>
              </p:grpSpPr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644B4ED3-6D5A-B024-B1AB-9C032361FD4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65132" y="5176261"/>
                    <a:ext cx="282450" cy="400110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2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0" name="文本框 129">
                    <a:extLst>
                      <a:ext uri="{FF2B5EF4-FFF2-40B4-BE49-F238E27FC236}">
                        <a16:creationId xmlns:a16="http://schemas.microsoft.com/office/drawing/2014/main" id="{6F2E8798-CE26-C18F-8D1A-3CC3BCEB6592}"/>
                      </a:ext>
                    </a:extLst>
                  </p:cNvPr>
                  <p:cNvSpPr txBox="1"/>
                  <p:nvPr/>
                </p:nvSpPr>
                <p:spPr>
                  <a:xfrm>
                    <a:off x="11056397" y="5260451"/>
                    <a:ext cx="336717" cy="519277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  <a:endParaRPr lang="zh-CN" altLang="en-US" sz="2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119" name="直接连接符 118">
                  <a:extLst>
                    <a:ext uri="{FF2B5EF4-FFF2-40B4-BE49-F238E27FC236}">
                      <a16:creationId xmlns:a16="http://schemas.microsoft.com/office/drawing/2014/main" id="{4994487F-7C84-E9BC-128F-233145AFAEAE}"/>
                    </a:ext>
                  </a:extLst>
                </p:cNvPr>
                <p:cNvCxnSpPr/>
                <p:nvPr/>
              </p:nvCxnSpPr>
              <p:spPr>
                <a:xfrm flipH="1" flipV="1">
                  <a:off x="4998397" y="4654552"/>
                  <a:ext cx="379874" cy="1"/>
                </a:xfrm>
                <a:prstGeom prst="line">
                  <a:avLst/>
                </a:prstGeom>
                <a:ln w="38100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BBB53DC4-152D-2C98-BF3D-1356BC240D97}"/>
                    </a:ext>
                  </a:extLst>
                </p:cNvPr>
                <p:cNvCxnSpPr/>
                <p:nvPr/>
              </p:nvCxnSpPr>
              <p:spPr>
                <a:xfrm flipH="1">
                  <a:off x="6331330" y="4755095"/>
                  <a:ext cx="353555" cy="0"/>
                </a:xfrm>
                <a:prstGeom prst="line">
                  <a:avLst/>
                </a:prstGeom>
                <a:ln w="38100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圆角矩形 207">
                  <a:extLst>
                    <a:ext uri="{FF2B5EF4-FFF2-40B4-BE49-F238E27FC236}">
                      <a16:creationId xmlns:a16="http://schemas.microsoft.com/office/drawing/2014/main" id="{CCC370E0-03F4-7AA4-5F6A-34C5671DFB89}"/>
                    </a:ext>
                  </a:extLst>
                </p:cNvPr>
                <p:cNvSpPr/>
                <p:nvPr/>
              </p:nvSpPr>
              <p:spPr>
                <a:xfrm>
                  <a:off x="6950966" y="4983774"/>
                  <a:ext cx="934072" cy="556599"/>
                </a:xfrm>
                <a:prstGeom prst="roundRect">
                  <a:avLst/>
                </a:prstGeom>
                <a:noFill/>
                <a:ln w="38100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122" name="组合 121">
                  <a:extLst>
                    <a:ext uri="{FF2B5EF4-FFF2-40B4-BE49-F238E27FC236}">
                      <a16:creationId xmlns:a16="http://schemas.microsoft.com/office/drawing/2014/main" id="{3C3615AC-368E-C368-C9BE-0BEC6D3AC531}"/>
                    </a:ext>
                  </a:extLst>
                </p:cNvPr>
                <p:cNvGrpSpPr/>
                <p:nvPr/>
              </p:nvGrpSpPr>
              <p:grpSpPr>
                <a:xfrm>
                  <a:off x="7224667" y="5036832"/>
                  <a:ext cx="343261" cy="464978"/>
                  <a:chOff x="10965132" y="5176261"/>
                  <a:chExt cx="427982" cy="603467"/>
                </a:xfrm>
              </p:grpSpPr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D5C25C4D-8100-2FA0-1900-47AC2461A31A}"/>
                      </a:ext>
                    </a:extLst>
                  </p:cNvPr>
                  <p:cNvSpPr txBox="1"/>
                  <p:nvPr/>
                </p:nvSpPr>
                <p:spPr>
                  <a:xfrm>
                    <a:off x="10965132" y="5176261"/>
                    <a:ext cx="282450" cy="400110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lang="zh-CN" altLang="en-US" sz="2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F9AF6094-227D-BE76-E0A4-E55757DB1BA6}"/>
                      </a:ext>
                    </a:extLst>
                  </p:cNvPr>
                  <p:cNvSpPr txBox="1"/>
                  <p:nvPr/>
                </p:nvSpPr>
                <p:spPr>
                  <a:xfrm>
                    <a:off x="11056397" y="5260451"/>
                    <a:ext cx="336717" cy="519277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  <a:endParaRPr lang="zh-CN" altLang="en-US" sz="2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2CCB97B7-74BA-EB4A-6206-33DCF8B966F3}"/>
                    </a:ext>
                  </a:extLst>
                </p:cNvPr>
                <p:cNvCxnSpPr/>
                <p:nvPr/>
              </p:nvCxnSpPr>
              <p:spPr>
                <a:xfrm flipH="1">
                  <a:off x="6648077" y="5125751"/>
                  <a:ext cx="304500" cy="0"/>
                </a:xfrm>
                <a:prstGeom prst="line">
                  <a:avLst/>
                </a:prstGeom>
                <a:ln w="38100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4FF9E96F-EAE1-CF57-0020-5024325CE79C}"/>
                    </a:ext>
                  </a:extLst>
                </p:cNvPr>
                <p:cNvCxnSpPr/>
                <p:nvPr/>
              </p:nvCxnSpPr>
              <p:spPr>
                <a:xfrm flipH="1">
                  <a:off x="6662366" y="4745569"/>
                  <a:ext cx="3535" cy="393091"/>
                </a:xfrm>
                <a:prstGeom prst="line">
                  <a:avLst/>
                </a:prstGeom>
                <a:ln w="38100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E06C1BA6-6328-FBB4-AEEE-0B33CE08E867}"/>
                    </a:ext>
                  </a:extLst>
                </p:cNvPr>
                <p:cNvCxnSpPr/>
                <p:nvPr/>
              </p:nvCxnSpPr>
              <p:spPr>
                <a:xfrm flipH="1">
                  <a:off x="5029664" y="5397572"/>
                  <a:ext cx="1912890" cy="0"/>
                </a:xfrm>
                <a:prstGeom prst="line">
                  <a:avLst/>
                </a:prstGeom>
                <a:ln w="38100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8E2D0993-4E7F-6CA1-2773-8B6105B702E1}"/>
                    </a:ext>
                  </a:extLst>
                </p:cNvPr>
                <p:cNvCxnSpPr/>
                <p:nvPr/>
              </p:nvCxnSpPr>
              <p:spPr>
                <a:xfrm flipH="1">
                  <a:off x="7885038" y="5153805"/>
                  <a:ext cx="161086" cy="0"/>
                </a:xfrm>
                <a:prstGeom prst="line">
                  <a:avLst/>
                </a:prstGeom>
                <a:ln w="38100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45A5F9DC-C87F-0B8C-D564-AF25842CA6C0}"/>
                  </a:ext>
                </a:extLst>
              </p:cNvPr>
              <p:cNvCxnSpPr/>
              <p:nvPr/>
            </p:nvCxnSpPr>
            <p:spPr>
              <a:xfrm flipH="1" flipV="1">
                <a:off x="4815517" y="5010106"/>
                <a:ext cx="379874" cy="1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D1134FBD-8C2A-986A-D42C-15014E1B773E}"/>
                </a:ext>
              </a:extLst>
            </p:cNvPr>
            <p:cNvCxnSpPr/>
            <p:nvPr/>
          </p:nvCxnSpPr>
          <p:spPr>
            <a:xfrm flipH="1">
              <a:off x="11342077" y="5490938"/>
              <a:ext cx="304500" cy="0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E61F513-5BC5-E571-DF85-FEB0352B70B3}"/>
                </a:ext>
              </a:extLst>
            </p:cNvPr>
            <p:cNvCxnSpPr/>
            <p:nvPr/>
          </p:nvCxnSpPr>
          <p:spPr>
            <a:xfrm>
              <a:off x="11485266" y="4422580"/>
              <a:ext cx="150" cy="820349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01673595-819B-8AAE-6810-26C3E31F13E3}"/>
                </a:ext>
              </a:extLst>
            </p:cNvPr>
            <p:cNvCxnSpPr/>
            <p:nvPr/>
          </p:nvCxnSpPr>
          <p:spPr>
            <a:xfrm flipH="1">
              <a:off x="8636537" y="4421745"/>
              <a:ext cx="2864352" cy="0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F20D56FC-ADE4-F60A-C7BE-26B3764EFEBC}"/>
                </a:ext>
              </a:extLst>
            </p:cNvPr>
            <p:cNvCxnSpPr/>
            <p:nvPr/>
          </p:nvCxnSpPr>
          <p:spPr>
            <a:xfrm flipH="1">
              <a:off x="8641230" y="4406729"/>
              <a:ext cx="1" cy="352092"/>
            </a:xfrm>
            <a:prstGeom prst="line">
              <a:avLst/>
            </a:prstGeom>
            <a:ln w="3810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DD507FD9-96C4-455A-EC6F-312367922BB5}"/>
              </a:ext>
            </a:extLst>
          </p:cNvPr>
          <p:cNvGrpSpPr/>
          <p:nvPr/>
        </p:nvGrpSpPr>
        <p:grpSpPr>
          <a:xfrm>
            <a:off x="10091678" y="5292238"/>
            <a:ext cx="370302" cy="370302"/>
            <a:chOff x="6362700" y="3642898"/>
            <a:chExt cx="370302" cy="370302"/>
          </a:xfrm>
        </p:grpSpPr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E0671B4E-A2FF-9945-08DD-075EEA078B43}"/>
                </a:ext>
              </a:extLst>
            </p:cNvPr>
            <p:cNvCxnSpPr/>
            <p:nvPr/>
          </p:nvCxnSpPr>
          <p:spPr>
            <a:xfrm>
              <a:off x="6362700" y="3642898"/>
              <a:ext cx="370302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3D501D6E-03A8-5FF0-FA9B-36F6751EAA61}"/>
                </a:ext>
              </a:extLst>
            </p:cNvPr>
            <p:cNvCxnSpPr/>
            <p:nvPr/>
          </p:nvCxnSpPr>
          <p:spPr>
            <a:xfrm flipH="1">
              <a:off x="6375761" y="3642898"/>
              <a:ext cx="357241" cy="3703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168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10089-6F28-DC93-AF5D-18C3B6BA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2FBD2813-D709-4854-4719-D98776A1082B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FC7A4A0-9A81-4B1F-F861-F04AC27BE14E}"/>
              </a:ext>
            </a:extLst>
          </p:cNvPr>
          <p:cNvGrpSpPr/>
          <p:nvPr/>
        </p:nvGrpSpPr>
        <p:grpSpPr>
          <a:xfrm>
            <a:off x="4756382" y="1259972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1B0EE31-8BBF-8DE4-D11B-816EA8498A0E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6666D756-D484-5F37-7352-8097031F15B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10CFC01C-5340-5A1C-23CB-1691B1F2021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组合逻辑电路的基本构成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C56B56C-34AE-73FE-1FD9-2465DA5C8D56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7687E9A6-3630-B125-2320-AC79BAF8498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195FAEF8-84FA-A49E-74C3-60DE801A8BC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从逻辑到门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3112096-D003-5C7F-9E8E-BE115305636D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968584F8-9469-52A1-18FD-17EFFB9C8A3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A694F9DB-A8A0-0EE2-0396-2C4C60FA4A5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多级组合逻辑电路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44050E4-2350-CBD3-4A13-BA4B9B8565B0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925AEB42-38B0-91B3-163A-01EEBB94A4A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98E1B44B-5A85-46DB-D0A1-532944701F4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X</a:t>
                </a: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91194F49-3E5D-B6B1-BDE6-18184CB7DCA4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</p:spTree>
    <p:extLst>
      <p:ext uri="{BB962C8B-B14F-4D97-AF65-F5344CB8AC3E}">
        <p14:creationId xmlns:p14="http://schemas.microsoft.com/office/powerpoint/2010/main" val="229054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D647-53D2-634A-70E9-61E0B5E9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2C3F498-A2CC-7E6D-BEA5-4EB36210E6F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由布尔表达式绘制原理图</a:t>
            </a:r>
          </a:p>
        </p:txBody>
      </p: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92CC65CC-8416-CC68-BBCC-C68C8C73FBDA}"/>
              </a:ext>
            </a:extLst>
          </p:cNvPr>
          <p:cNvGrpSpPr/>
          <p:nvPr/>
        </p:nvGrpSpPr>
        <p:grpSpPr>
          <a:xfrm>
            <a:off x="5546996" y="1414922"/>
            <a:ext cx="6629854" cy="4583112"/>
            <a:chOff x="5117472" y="1271702"/>
            <a:chExt cx="7005310" cy="4842659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7417B8F-C6B1-68C3-5948-BA9ABBCA2ABB}"/>
                </a:ext>
              </a:extLst>
            </p:cNvPr>
            <p:cNvGrpSpPr/>
            <p:nvPr/>
          </p:nvGrpSpPr>
          <p:grpSpPr>
            <a:xfrm>
              <a:off x="5371438" y="1696597"/>
              <a:ext cx="5745228" cy="4417764"/>
              <a:chOff x="5448557" y="1696597"/>
              <a:chExt cx="5199716" cy="3998295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64A5EB51-95F4-1636-9AB6-F734EB9B83ED}"/>
                  </a:ext>
                </a:extLst>
              </p:cNvPr>
              <p:cNvGrpSpPr/>
              <p:nvPr/>
            </p:nvGrpSpPr>
            <p:grpSpPr>
              <a:xfrm>
                <a:off x="5898272" y="2087695"/>
                <a:ext cx="299434" cy="388550"/>
                <a:chOff x="4476520" y="2087695"/>
                <a:chExt cx="299434" cy="388550"/>
              </a:xfrm>
            </p:grpSpPr>
            <p:sp>
              <p:nvSpPr>
                <p:cNvPr id="38" name="等腰三角形 37">
                  <a:extLst>
                    <a:ext uri="{FF2B5EF4-FFF2-40B4-BE49-F238E27FC236}">
                      <a16:creationId xmlns:a16="http://schemas.microsoft.com/office/drawing/2014/main" id="{FE30D3AD-11D3-5457-B4C1-0095529BA2AE}"/>
                    </a:ext>
                  </a:extLst>
                </p:cNvPr>
                <p:cNvSpPr/>
                <p:nvPr/>
              </p:nvSpPr>
              <p:spPr>
                <a:xfrm rot="10800000">
                  <a:off x="4476520" y="2087695"/>
                  <a:ext cx="299434" cy="291947"/>
                </a:xfrm>
                <a:prstGeom prst="triangle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F23982A7-6F55-BB94-8724-219954C7CB3C}"/>
                    </a:ext>
                  </a:extLst>
                </p:cNvPr>
                <p:cNvSpPr/>
                <p:nvPr/>
              </p:nvSpPr>
              <p:spPr>
                <a:xfrm>
                  <a:off x="4584721" y="2388110"/>
                  <a:ext cx="88135" cy="88135"/>
                </a:xfrm>
                <a:prstGeom prst="ellipse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CC1D74B2-21E8-4D2D-9913-9445CA25D56B}"/>
                  </a:ext>
                </a:extLst>
              </p:cNvPr>
              <p:cNvGrpSpPr/>
              <p:nvPr/>
            </p:nvGrpSpPr>
            <p:grpSpPr>
              <a:xfrm>
                <a:off x="7040467" y="2087695"/>
                <a:ext cx="299434" cy="388550"/>
                <a:chOff x="4476520" y="2087695"/>
                <a:chExt cx="299434" cy="388550"/>
              </a:xfrm>
            </p:grpSpPr>
            <p:sp>
              <p:nvSpPr>
                <p:cNvPr id="42" name="等腰三角形 41">
                  <a:extLst>
                    <a:ext uri="{FF2B5EF4-FFF2-40B4-BE49-F238E27FC236}">
                      <a16:creationId xmlns:a16="http://schemas.microsoft.com/office/drawing/2014/main" id="{5483A352-43AA-C20E-F61C-C8623085CEBC}"/>
                    </a:ext>
                  </a:extLst>
                </p:cNvPr>
                <p:cNvSpPr/>
                <p:nvPr/>
              </p:nvSpPr>
              <p:spPr>
                <a:xfrm rot="10800000">
                  <a:off x="4476520" y="2087695"/>
                  <a:ext cx="299434" cy="291947"/>
                </a:xfrm>
                <a:prstGeom prst="triangle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46125E56-E7F9-35A3-1ACD-E824F850BE6F}"/>
                    </a:ext>
                  </a:extLst>
                </p:cNvPr>
                <p:cNvSpPr/>
                <p:nvPr/>
              </p:nvSpPr>
              <p:spPr>
                <a:xfrm>
                  <a:off x="4584721" y="2388110"/>
                  <a:ext cx="88135" cy="88135"/>
                </a:xfrm>
                <a:prstGeom prst="ellipse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BA14D14D-36AA-D9B6-8F2F-F7733A564C63}"/>
                  </a:ext>
                </a:extLst>
              </p:cNvPr>
              <p:cNvGrpSpPr/>
              <p:nvPr/>
            </p:nvGrpSpPr>
            <p:grpSpPr>
              <a:xfrm>
                <a:off x="8201069" y="2087695"/>
                <a:ext cx="299434" cy="388550"/>
                <a:chOff x="4476520" y="2087695"/>
                <a:chExt cx="299434" cy="388550"/>
              </a:xfrm>
            </p:grpSpPr>
            <p:sp>
              <p:nvSpPr>
                <p:cNvPr id="45" name="等腰三角形 44">
                  <a:extLst>
                    <a:ext uri="{FF2B5EF4-FFF2-40B4-BE49-F238E27FC236}">
                      <a16:creationId xmlns:a16="http://schemas.microsoft.com/office/drawing/2014/main" id="{4878E6A9-31B7-FAF4-C238-3F95C819A13F}"/>
                    </a:ext>
                  </a:extLst>
                </p:cNvPr>
                <p:cNvSpPr/>
                <p:nvPr/>
              </p:nvSpPr>
              <p:spPr>
                <a:xfrm rot="10800000">
                  <a:off x="4476520" y="2087695"/>
                  <a:ext cx="299434" cy="291947"/>
                </a:xfrm>
                <a:prstGeom prst="triangle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 dirty="0"/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E5D04927-2D12-37F2-AAF4-2A32F58322CC}"/>
                    </a:ext>
                  </a:extLst>
                </p:cNvPr>
                <p:cNvSpPr/>
                <p:nvPr/>
              </p:nvSpPr>
              <p:spPr>
                <a:xfrm>
                  <a:off x="4584721" y="2388110"/>
                  <a:ext cx="88135" cy="88135"/>
                </a:xfrm>
                <a:prstGeom prst="ellipse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97A50F0F-C21B-5ADF-54DA-D14977CC7752}"/>
                  </a:ext>
                </a:extLst>
              </p:cNvPr>
              <p:cNvSpPr/>
              <p:nvPr/>
            </p:nvSpPr>
            <p:spPr>
              <a:xfrm rot="5400000">
                <a:off x="9968492" y="4871111"/>
                <a:ext cx="764649" cy="594912"/>
              </a:xfrm>
              <a:custGeom>
                <a:avLst/>
                <a:gdLst>
                  <a:gd name="connsiteX0" fmla="*/ 0 w 764649"/>
                  <a:gd name="connsiteY0" fmla="*/ 592870 h 594912"/>
                  <a:gd name="connsiteX1" fmla="*/ 14332 w 764649"/>
                  <a:gd name="connsiteY1" fmla="*/ 566866 h 594912"/>
                  <a:gd name="connsiteX2" fmla="*/ 70591 w 764649"/>
                  <a:gd name="connsiteY2" fmla="*/ 292417 h 594912"/>
                  <a:gd name="connsiteX3" fmla="*/ 14332 w 764649"/>
                  <a:gd name="connsiteY3" fmla="*/ 17969 h 594912"/>
                  <a:gd name="connsiteX4" fmla="*/ 5429 w 764649"/>
                  <a:gd name="connsiteY4" fmla="*/ 1814 h 594912"/>
                  <a:gd name="connsiteX5" fmla="*/ 48744 w 764649"/>
                  <a:gd name="connsiteY5" fmla="*/ 0 h 594912"/>
                  <a:gd name="connsiteX6" fmla="*/ 764649 w 764649"/>
                  <a:gd name="connsiteY6" fmla="*/ 297456 h 594912"/>
                  <a:gd name="connsiteX7" fmla="*/ 48744 w 764649"/>
                  <a:gd name="connsiteY7" fmla="*/ 594912 h 594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4649" h="594912">
                    <a:moveTo>
                      <a:pt x="0" y="592870"/>
                    </a:moveTo>
                    <a:lnTo>
                      <a:pt x="14332" y="566866"/>
                    </a:lnTo>
                    <a:cubicBezTo>
                      <a:pt x="50559" y="482511"/>
                      <a:pt x="70591" y="389768"/>
                      <a:pt x="70591" y="292417"/>
                    </a:cubicBezTo>
                    <a:cubicBezTo>
                      <a:pt x="70591" y="195066"/>
                      <a:pt x="50559" y="102323"/>
                      <a:pt x="14332" y="17969"/>
                    </a:cubicBezTo>
                    <a:lnTo>
                      <a:pt x="5429" y="1814"/>
                    </a:lnTo>
                    <a:lnTo>
                      <a:pt x="48744" y="0"/>
                    </a:lnTo>
                    <a:cubicBezTo>
                      <a:pt x="444127" y="0"/>
                      <a:pt x="764649" y="133176"/>
                      <a:pt x="764649" y="297456"/>
                    </a:cubicBezTo>
                    <a:cubicBezTo>
                      <a:pt x="764649" y="461736"/>
                      <a:pt x="444127" y="594912"/>
                      <a:pt x="48744" y="594912"/>
                    </a:cubicBezTo>
                    <a:close/>
                  </a:path>
                </a:pathLst>
              </a:cu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流程图: 延期 106">
                <a:extLst>
                  <a:ext uri="{FF2B5EF4-FFF2-40B4-BE49-F238E27FC236}">
                    <a16:creationId xmlns:a16="http://schemas.microsoft.com/office/drawing/2014/main" id="{F4C4F0BE-D53E-138D-DCB7-6FFF8D8B16FC}"/>
                  </a:ext>
                </a:extLst>
              </p:cNvPr>
              <p:cNvSpPr/>
              <p:nvPr/>
            </p:nvSpPr>
            <p:spPr>
              <a:xfrm>
                <a:off x="9055866" y="2679719"/>
                <a:ext cx="756000" cy="612000"/>
              </a:xfrm>
              <a:prstGeom prst="flowChartDelay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D0C799B0-080A-EE1D-BB5E-A2C933723C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5954" y="2838817"/>
                <a:ext cx="3024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CC6269F1-16E9-553D-864A-38B9B98F0A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9574" y="3596332"/>
                <a:ext cx="3600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97BD48F1-9187-4B45-BA8A-40BFFF1359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9574" y="4332311"/>
                <a:ext cx="3600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A597EECF-7518-9AFF-F395-372F9C07D2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2735" y="2993201"/>
                <a:ext cx="1872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31D9C724-111A-6EC4-1CF4-2C7871EDA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2735" y="3728149"/>
                <a:ext cx="1872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1C3E7EE1-B13A-E234-9F54-5E0DF989E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2735" y="4488313"/>
                <a:ext cx="1872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8E3C4E4E-E283-B770-CEA0-6516E3A761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0786" y="3140904"/>
                <a:ext cx="720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988ECF97-2029-A84D-3D96-6B172AD843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0786" y="3883307"/>
                <a:ext cx="720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113AED61-E757-B32A-9697-31C95DE9A3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9443" y="4626913"/>
                <a:ext cx="1296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>
                <a:extLst>
                  <a:ext uri="{FF2B5EF4-FFF2-40B4-BE49-F238E27FC236}">
                    <a16:creationId xmlns:a16="http://schemas.microsoft.com/office/drawing/2014/main" id="{580A7E8E-2984-822E-7EC6-89CC3B7D8C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48557" y="1696597"/>
                <a:ext cx="8465" cy="3168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18FC8C66-EE07-DDAC-9A6E-F8A12EED6B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95591" y="1696597"/>
                <a:ext cx="8465" cy="3168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7852E005-481E-2542-2038-A902AC9EBE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74095" y="1696597"/>
                <a:ext cx="8465" cy="3168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E0D24574-3519-0BEA-6DAB-34AE878929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25954" y="2485890"/>
                <a:ext cx="13761" cy="2376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79B0AD6B-B540-39BA-E8A9-D3FB8AF522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9942" y="2485890"/>
                <a:ext cx="13761" cy="2376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F3611954-9C79-DDB7-5C44-101886AC7B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46923" y="2485890"/>
                <a:ext cx="13761" cy="2376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流程图: 延期 133">
                <a:extLst>
                  <a:ext uri="{FF2B5EF4-FFF2-40B4-BE49-F238E27FC236}">
                    <a16:creationId xmlns:a16="http://schemas.microsoft.com/office/drawing/2014/main" id="{702704C9-D7D3-6334-0AB1-DCD89DD4BC4B}"/>
                  </a:ext>
                </a:extLst>
              </p:cNvPr>
              <p:cNvSpPr/>
              <p:nvPr/>
            </p:nvSpPr>
            <p:spPr>
              <a:xfrm>
                <a:off x="9055866" y="3422149"/>
                <a:ext cx="756000" cy="612000"/>
              </a:xfrm>
              <a:prstGeom prst="flowChartDelay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流程图: 延期 134">
                <a:extLst>
                  <a:ext uri="{FF2B5EF4-FFF2-40B4-BE49-F238E27FC236}">
                    <a16:creationId xmlns:a16="http://schemas.microsoft.com/office/drawing/2014/main" id="{93F83B9F-9445-13A2-A021-05AF2A69D20E}"/>
                  </a:ext>
                </a:extLst>
              </p:cNvPr>
              <p:cNvSpPr/>
              <p:nvPr/>
            </p:nvSpPr>
            <p:spPr>
              <a:xfrm>
                <a:off x="9055866" y="4174242"/>
                <a:ext cx="756000" cy="612000"/>
              </a:xfrm>
              <a:prstGeom prst="flowChartDelay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D887780F-E168-27AB-1E8C-E29BD6369C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11866" y="2985719"/>
                <a:ext cx="828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83162824-C7CC-71DC-7BE1-2C863FA46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20273" y="3739314"/>
                <a:ext cx="828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291DAA25-6E64-2808-A7DF-F58399C5E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20273" y="4488313"/>
                <a:ext cx="828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6B17EC83-A04D-821E-64B3-761FD2902E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14385" y="2985719"/>
                <a:ext cx="13761" cy="1857162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E9E4AD19-A73E-751A-06E6-24DCBA79E3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66142" y="3739314"/>
                <a:ext cx="13761" cy="1116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A809E41A-AE3E-0EB8-058A-464DC86E17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09626" y="4488313"/>
                <a:ext cx="0" cy="373577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7B8FFE20-AD93-FB23-E259-1FE16425F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48557" y="1924565"/>
                <a:ext cx="591158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>
                <a:extLst>
                  <a:ext uri="{FF2B5EF4-FFF2-40B4-BE49-F238E27FC236}">
                    <a16:creationId xmlns:a16="http://schemas.microsoft.com/office/drawing/2014/main" id="{CDBE80E7-9E34-5C8D-67CF-7D6D8CBE66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5591" y="1924565"/>
                <a:ext cx="591158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AC303D23-39D7-2C75-B55C-F43E1E4AF9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8327" y="1924565"/>
                <a:ext cx="591158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968525D0-7374-17B3-E2BD-4FE3B6926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25954" y="1924565"/>
                <a:ext cx="0" cy="144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48040D5C-FDF5-EA46-2592-7C06A66841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9942" y="1932678"/>
                <a:ext cx="0" cy="144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37DEA1F5-7552-2D95-C391-C2C9106F39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60684" y="1932678"/>
                <a:ext cx="0" cy="144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89AF9032-63FA-E1AF-EC9F-4B43A729A8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366142" y="5550892"/>
                <a:ext cx="0" cy="1440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127552A6-242D-E7B3-B4B4-08DB737860D6}"/>
                </a:ext>
              </a:extLst>
            </p:cNvPr>
            <p:cNvSpPr txBox="1"/>
            <p:nvPr/>
          </p:nvSpPr>
          <p:spPr>
            <a:xfrm>
              <a:off x="5117472" y="1271702"/>
              <a:ext cx="5486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Cambria Math" panose="02040503050406030204" pitchFamily="18" charset="0"/>
                  <a:ea typeface="思源黑体 CN Normal" panose="020B0400000000000000" pitchFamily="34" charset="-122"/>
                </a:rPr>
                <a:t>A</a:t>
              </a:r>
              <a:endParaRPr lang="zh-CN" altLang="en-US" sz="2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C1D1352A-3BAB-DFB9-385A-20DEE89F9D97}"/>
                    </a:ext>
                  </a:extLst>
                </p:cNvPr>
                <p:cNvSpPr txBox="1"/>
                <p:nvPr/>
              </p:nvSpPr>
              <p:spPr>
                <a:xfrm>
                  <a:off x="6382572" y="1271702"/>
                  <a:ext cx="54867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𝐁</m:t>
                        </m:r>
                      </m:oMath>
                    </m:oMathPara>
                  </a14:m>
                  <a:endParaRPr lang="zh-CN" altLang="en-US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C1D1352A-3BAB-DFB9-385A-20DEE89F9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2572" y="1271702"/>
                  <a:ext cx="548672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3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941D498E-BA35-6DDD-DBF5-0373B5EED275}"/>
                    </a:ext>
                  </a:extLst>
                </p:cNvPr>
                <p:cNvSpPr txBox="1"/>
                <p:nvPr/>
              </p:nvSpPr>
              <p:spPr>
                <a:xfrm>
                  <a:off x="7680726" y="1271702"/>
                  <a:ext cx="54867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𝐂</m:t>
                        </m:r>
                      </m:oMath>
                    </m:oMathPara>
                  </a14:m>
                  <a:endParaRPr lang="zh-CN" altLang="en-US" sz="2400" b="1" baseline="-25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941D498E-BA35-6DDD-DBF5-0373B5EED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0726" y="1271702"/>
                  <a:ext cx="548672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01BDA2AB-8B1F-0D17-BE3A-D9B2D4FC2585}"/>
                    </a:ext>
                  </a:extLst>
                </p:cNvPr>
                <p:cNvSpPr txBox="1"/>
                <p:nvPr/>
              </p:nvSpPr>
              <p:spPr>
                <a:xfrm>
                  <a:off x="6020260" y="2481845"/>
                  <a:ext cx="526305" cy="462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思源黑体 CN Normal" panose="020B0400000000000000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1" i="0">
                                <a:latin typeface="Cambria Math" panose="02040503050406030204" pitchFamily="18" charset="0"/>
                                <a:ea typeface="思源黑体 CN Normal" panose="020B0400000000000000" pitchFamily="34" charset="-122"/>
                              </a:rPr>
                              <m:t>𝐀</m:t>
                            </m:r>
                          </m:e>
                        </m:acc>
                      </m:oMath>
                    </m:oMathPara>
                  </a14:m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01BDA2AB-8B1F-0D17-BE3A-D9B2D4FC2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0260" y="2481845"/>
                  <a:ext cx="526305" cy="462434"/>
                </a:xfrm>
                <a:prstGeom prst="rect">
                  <a:avLst/>
                </a:prstGeom>
                <a:blipFill>
                  <a:blip r:embed="rId6"/>
                  <a:stretch>
                    <a:fillRect r="-6098" b="-13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9B0A6EC3-1D67-9F79-EA30-37276E03C861}"/>
                    </a:ext>
                  </a:extLst>
                </p:cNvPr>
                <p:cNvSpPr txBox="1"/>
                <p:nvPr/>
              </p:nvSpPr>
              <p:spPr>
                <a:xfrm>
                  <a:off x="7299471" y="2481845"/>
                  <a:ext cx="526305" cy="462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思源黑体 CN Normal" panose="020B0400000000000000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思源黑体 CN Normal" panose="020B0400000000000000" pitchFamily="34" charset="-122"/>
                              </a:rPr>
                              <m:t>𝐁</m:t>
                            </m:r>
                          </m:e>
                        </m:acc>
                      </m:oMath>
                    </m:oMathPara>
                  </a14:m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9B0A6EC3-1D67-9F79-EA30-37276E03C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9471" y="2481845"/>
                  <a:ext cx="526305" cy="462434"/>
                </a:xfrm>
                <a:prstGeom prst="rect">
                  <a:avLst/>
                </a:prstGeom>
                <a:blipFill>
                  <a:blip r:embed="rId7"/>
                  <a:stretch>
                    <a:fillRect r="-4938" b="-13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88B0487E-0701-786E-F71F-5B398D3F4771}"/>
                    </a:ext>
                  </a:extLst>
                </p:cNvPr>
                <p:cNvSpPr txBox="1"/>
                <p:nvPr/>
              </p:nvSpPr>
              <p:spPr>
                <a:xfrm>
                  <a:off x="8598376" y="2481845"/>
                  <a:ext cx="526305" cy="462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ea typeface="思源黑体 CN Normal" panose="020B0400000000000000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1" i="0" smtClean="0">
                                <a:latin typeface="Cambria Math" panose="02040503050406030204" pitchFamily="18" charset="0"/>
                                <a:ea typeface="思源黑体 CN Normal" panose="020B0400000000000000" pitchFamily="34" charset="-122"/>
                              </a:rPr>
                              <m:t>𝐂</m:t>
                            </m:r>
                          </m:e>
                        </m:acc>
                      </m:oMath>
                    </m:oMathPara>
                  </a14:m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88B0487E-0701-786E-F71F-5B398D3F4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8376" y="2481845"/>
                  <a:ext cx="526305" cy="462434"/>
                </a:xfrm>
                <a:prstGeom prst="rect">
                  <a:avLst/>
                </a:prstGeom>
                <a:blipFill>
                  <a:blip r:embed="rId8"/>
                  <a:stretch>
                    <a:fillRect r="-13415" b="-138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B3921480-C3DF-6719-525D-EEC31543A767}"/>
                    </a:ext>
                  </a:extLst>
                </p:cNvPr>
                <p:cNvSpPr txBox="1"/>
                <p:nvPr/>
              </p:nvSpPr>
              <p:spPr>
                <a:xfrm>
                  <a:off x="11095737" y="2889746"/>
                  <a:ext cx="1027045" cy="462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1" i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𝐀</m:t>
                          </m:r>
                        </m:e>
                      </m:acc>
                    </m:oMath>
                  </a14:m>
                  <a:r>
                    <a:rPr lang="en-US" altLang="zh-CN" sz="2400" b="1" dirty="0">
                      <a:ea typeface="思源黑体 CN Normal" panose="020B0400000000000000" pitchFamily="34" charset="-122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𝐁</m:t>
                          </m:r>
                        </m:e>
                      </m:acc>
                      <m:r>
                        <a:rPr lang="en-US" altLang="zh-CN" sz="2400" b="1" i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𝐂</m:t>
                          </m:r>
                        </m:e>
                      </m:acc>
                    </m:oMath>
                  </a14:m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B3921480-C3DF-6719-525D-EEC31543A7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5737" y="2889746"/>
                  <a:ext cx="1027045" cy="462434"/>
                </a:xfrm>
                <a:prstGeom prst="rect">
                  <a:avLst/>
                </a:prstGeom>
                <a:blipFill>
                  <a:blip r:embed="rId9"/>
                  <a:stretch>
                    <a:fillRect l="-1250" r="-293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47AB33AA-C373-87DA-8AF5-A957715048A3}"/>
                    </a:ext>
                  </a:extLst>
                </p:cNvPr>
                <p:cNvSpPr txBox="1"/>
                <p:nvPr/>
              </p:nvSpPr>
              <p:spPr>
                <a:xfrm>
                  <a:off x="11095738" y="3710066"/>
                  <a:ext cx="942024" cy="462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latin typeface="Cambria Math" panose="02040503050406030204" pitchFamily="18" charset="0"/>
                      <a:ea typeface="思源黑体 CN Normal" panose="020B0400000000000000" pitchFamily="34" charset="-122"/>
                    </a:rPr>
                    <a:t>A</a:t>
                  </a:r>
                  <a:r>
                    <a:rPr lang="en-US" altLang="zh-CN" sz="2400" b="1" dirty="0">
                      <a:ea typeface="思源黑体 CN Normal" panose="020B0400000000000000" pitchFamily="34" charset="-122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𝐁</m:t>
                          </m:r>
                        </m:e>
                      </m:acc>
                      <m:r>
                        <a:rPr lang="en-US" altLang="zh-CN" sz="2400" b="1" i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𝐂</m:t>
                          </m:r>
                        </m:e>
                      </m:acc>
                    </m:oMath>
                  </a14:m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47AB33AA-C373-87DA-8AF5-A95771504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5738" y="3710066"/>
                  <a:ext cx="942024" cy="462434"/>
                </a:xfrm>
                <a:prstGeom prst="rect">
                  <a:avLst/>
                </a:prstGeom>
                <a:blipFill>
                  <a:blip r:embed="rId10"/>
                  <a:stretch>
                    <a:fillRect l="-10274" t="-14085" r="-39726" b="-3521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E0E04C51-358C-0D1F-B714-C4DAAFC976C9}"/>
                    </a:ext>
                  </a:extLst>
                </p:cNvPr>
                <p:cNvSpPr txBox="1"/>
                <p:nvPr/>
              </p:nvSpPr>
              <p:spPr>
                <a:xfrm>
                  <a:off x="11095738" y="4549980"/>
                  <a:ext cx="942024" cy="462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latin typeface="Cambria Math" panose="02040503050406030204" pitchFamily="18" charset="0"/>
                      <a:ea typeface="思源黑体 CN Normal" panose="020B0400000000000000" pitchFamily="34" charset="-122"/>
                    </a:rPr>
                    <a:t>A</a:t>
                  </a:r>
                  <a:r>
                    <a:rPr lang="en-US" altLang="zh-CN" sz="2400" b="1" dirty="0">
                      <a:ea typeface="思源黑体 CN Normal" panose="020B0400000000000000" pitchFamily="34" charset="-122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𝐁</m:t>
                          </m:r>
                        </m:e>
                      </m:acc>
                      <m:r>
                        <a:rPr lang="en-US" altLang="zh-CN" sz="2400" b="1" i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 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𝐂</m:t>
                      </m:r>
                    </m:oMath>
                  </a14:m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E0E04C51-358C-0D1F-B714-C4DAAFC976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5738" y="4549980"/>
                  <a:ext cx="942024" cy="462434"/>
                </a:xfrm>
                <a:prstGeom prst="rect">
                  <a:avLst/>
                </a:prstGeom>
                <a:blipFill>
                  <a:blip r:embed="rId11"/>
                  <a:stretch>
                    <a:fillRect l="-10274" t="-13889" r="-25342" b="-3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DF832F79-1156-6D68-A44C-3378C017C8DC}"/>
                  </a:ext>
                </a:extLst>
              </p:cNvPr>
              <p:cNvSpPr txBox="1"/>
              <p:nvPr/>
            </p:nvSpPr>
            <p:spPr>
              <a:xfrm>
                <a:off x="335030" y="1464358"/>
                <a:ext cx="5201282" cy="261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与或式可以使用两级门电路来实现</a:t>
                </a:r>
                <a:endParaRPr lang="en-US" altLang="zh-CN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rgbClr val="034A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第一级：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门（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AND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rgbClr val="034A9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第二级：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 门（</a:t>
                </a:r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OR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Clr>
                    <a:srgbClr val="034A90"/>
                  </a:buClr>
                  <a:buFont typeface="Wingdings" panose="05000000000000000000" pitchFamily="2" charset="2"/>
                  <a:buChar char="Ø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DF832F79-1156-6D68-A44C-3378C017C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30" y="1464358"/>
                <a:ext cx="5201282" cy="2618537"/>
              </a:xfrm>
              <a:prstGeom prst="rect">
                <a:avLst/>
              </a:prstGeom>
              <a:blipFill>
                <a:blip r:embed="rId12"/>
                <a:stretch>
                  <a:fillRect l="-1641" b="-4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07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A451-619D-8BAC-1936-B204560D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F5357FA-C19B-AB1B-49BD-2A4042E58A3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电路原理图绘制原则</a:t>
            </a: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0E9905E9-F6DD-726C-2E2F-E8CE81BBD4EC}"/>
              </a:ext>
            </a:extLst>
          </p:cNvPr>
          <p:cNvSpPr txBox="1"/>
          <p:nvPr/>
        </p:nvSpPr>
        <p:spPr>
          <a:xfrm>
            <a:off x="335029" y="1281477"/>
            <a:ext cx="8241079" cy="437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原理图绘制需要遵循一致的风格，以易于阅读和检查错误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绘制原则如下：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在原理图的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左边（或顶部）</a:t>
            </a:r>
          </a:p>
          <a:p>
            <a:pPr marL="800100" lvl="1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在原理图的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右边（或底部）</a:t>
            </a:r>
          </a:p>
          <a:p>
            <a:pPr marL="800100" lvl="1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门电路流应从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左至右（或从上至下）</a:t>
            </a:r>
          </a:p>
          <a:p>
            <a:pPr marL="800100" lvl="1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尽量使用直线连接</a:t>
            </a:r>
          </a:p>
          <a:p>
            <a:pPr marL="800100" lvl="1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型接头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表示两条线有连接</a:t>
            </a:r>
          </a:p>
          <a:p>
            <a:pPr marL="800100" lvl="1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两条线交叉的地方有一个点，表示有连接</a:t>
            </a:r>
          </a:p>
          <a:p>
            <a:pPr marL="800100" lvl="1" indent="-342900">
              <a:lnSpc>
                <a:spcPct val="150000"/>
              </a:lnSpc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两条线交叉的地方没有点，表示没有连接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AE6D335-8482-45B3-85C5-926E0A066845}"/>
              </a:ext>
            </a:extLst>
          </p:cNvPr>
          <p:cNvGrpSpPr/>
          <p:nvPr/>
        </p:nvGrpSpPr>
        <p:grpSpPr>
          <a:xfrm>
            <a:off x="9147610" y="1281477"/>
            <a:ext cx="2238375" cy="846375"/>
            <a:chOff x="6438900" y="2354025"/>
            <a:chExt cx="2238375" cy="84637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D53B2EF-9966-83EB-F92C-A8BBDE73C015}"/>
                </a:ext>
              </a:extLst>
            </p:cNvPr>
            <p:cNvGrpSpPr/>
            <p:nvPr/>
          </p:nvGrpSpPr>
          <p:grpSpPr>
            <a:xfrm>
              <a:off x="6438900" y="2790825"/>
              <a:ext cx="2238375" cy="409575"/>
              <a:chOff x="6438900" y="2790825"/>
              <a:chExt cx="2238375" cy="409575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6F46A2DF-9940-777C-3CED-EC0571B2B673}"/>
                  </a:ext>
                </a:extLst>
              </p:cNvPr>
              <p:cNvCxnSpPr/>
              <p:nvPr/>
            </p:nvCxnSpPr>
            <p:spPr>
              <a:xfrm>
                <a:off x="6438900" y="2790825"/>
                <a:ext cx="2238375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2D1753A2-A4D6-96FD-26B1-7DE7ED072179}"/>
                  </a:ext>
                </a:extLst>
              </p:cNvPr>
              <p:cNvCxnSpPr/>
              <p:nvPr/>
            </p:nvCxnSpPr>
            <p:spPr>
              <a:xfrm>
                <a:off x="7610475" y="2790825"/>
                <a:ext cx="0" cy="409575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1B4A914-44E7-969D-E267-EE069A3F1BD2}"/>
                </a:ext>
              </a:extLst>
            </p:cNvPr>
            <p:cNvSpPr txBox="1"/>
            <p:nvPr/>
          </p:nvSpPr>
          <p:spPr>
            <a:xfrm>
              <a:off x="6884956" y="2354025"/>
              <a:ext cx="1471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型接头连接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E6F0A0A-9F03-E5A1-B934-83C384666CF5}"/>
              </a:ext>
            </a:extLst>
          </p:cNvPr>
          <p:cNvGrpSpPr/>
          <p:nvPr/>
        </p:nvGrpSpPr>
        <p:grpSpPr>
          <a:xfrm>
            <a:off x="9147610" y="2356025"/>
            <a:ext cx="2238375" cy="1457355"/>
            <a:chOff x="6438900" y="3600023"/>
            <a:chExt cx="2238375" cy="145735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F5CC38B-69C9-C462-02A0-BE164F2D2EE8}"/>
                </a:ext>
              </a:extLst>
            </p:cNvPr>
            <p:cNvGrpSpPr/>
            <p:nvPr/>
          </p:nvGrpSpPr>
          <p:grpSpPr>
            <a:xfrm>
              <a:off x="6438900" y="4267200"/>
              <a:ext cx="2238375" cy="790178"/>
              <a:chOff x="6438900" y="2410222"/>
              <a:chExt cx="2238375" cy="790178"/>
            </a:xfrm>
          </p:grpSpPr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76A1BCAF-93B4-126A-4381-D6BCAA916F78}"/>
                  </a:ext>
                </a:extLst>
              </p:cNvPr>
              <p:cNvCxnSpPr/>
              <p:nvPr/>
            </p:nvCxnSpPr>
            <p:spPr>
              <a:xfrm>
                <a:off x="6438900" y="2790825"/>
                <a:ext cx="2238375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A2D67D54-9A64-66B8-F9FD-2D756E1E9743}"/>
                  </a:ext>
                </a:extLst>
              </p:cNvPr>
              <p:cNvCxnSpPr/>
              <p:nvPr/>
            </p:nvCxnSpPr>
            <p:spPr>
              <a:xfrm>
                <a:off x="7610475" y="2410222"/>
                <a:ext cx="0" cy="790178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BC65BE1-84FE-EA0D-87C3-99631377BDB0}"/>
                </a:ext>
              </a:extLst>
            </p:cNvPr>
            <p:cNvSpPr txBox="1"/>
            <p:nvPr/>
          </p:nvSpPr>
          <p:spPr>
            <a:xfrm>
              <a:off x="6714857" y="3600023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交叉的地方有点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表示连接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43648FD-F7B7-CCED-556E-0434BDF95C4D}"/>
                </a:ext>
              </a:extLst>
            </p:cNvPr>
            <p:cNvSpPr/>
            <p:nvPr/>
          </p:nvSpPr>
          <p:spPr>
            <a:xfrm>
              <a:off x="7553324" y="4595614"/>
              <a:ext cx="123826" cy="123826"/>
            </a:xfrm>
            <a:prstGeom prst="ellipse">
              <a:avLst/>
            </a:prstGeom>
            <a:solidFill>
              <a:srgbClr val="034A90"/>
            </a:solidFill>
            <a:ln w="3810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AB768D3-AFCD-BBC0-74D4-432047474711}"/>
              </a:ext>
            </a:extLst>
          </p:cNvPr>
          <p:cNvGrpSpPr/>
          <p:nvPr/>
        </p:nvGrpSpPr>
        <p:grpSpPr>
          <a:xfrm>
            <a:off x="9142846" y="4041285"/>
            <a:ext cx="2238375" cy="1464578"/>
            <a:chOff x="6438900" y="3592800"/>
            <a:chExt cx="2238375" cy="146457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6C3D080-8A30-BA0F-C4EF-F3F0DC372E4E}"/>
                </a:ext>
              </a:extLst>
            </p:cNvPr>
            <p:cNvGrpSpPr/>
            <p:nvPr/>
          </p:nvGrpSpPr>
          <p:grpSpPr>
            <a:xfrm>
              <a:off x="6438900" y="4267200"/>
              <a:ext cx="2238375" cy="790178"/>
              <a:chOff x="6438900" y="2410222"/>
              <a:chExt cx="2238375" cy="790178"/>
            </a:xfrm>
          </p:grpSpPr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80EB8B54-DE57-3ED6-F6AC-E0A40E037F95}"/>
                  </a:ext>
                </a:extLst>
              </p:cNvPr>
              <p:cNvCxnSpPr/>
              <p:nvPr/>
            </p:nvCxnSpPr>
            <p:spPr>
              <a:xfrm>
                <a:off x="6438900" y="2790825"/>
                <a:ext cx="2238375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69E0891-48CB-EDA3-FAB8-E5FD9B858A80}"/>
                  </a:ext>
                </a:extLst>
              </p:cNvPr>
              <p:cNvCxnSpPr/>
              <p:nvPr/>
            </p:nvCxnSpPr>
            <p:spPr>
              <a:xfrm>
                <a:off x="7610475" y="2410222"/>
                <a:ext cx="0" cy="790178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AE9684E-7F9D-0560-1C8C-04234E476544}"/>
                </a:ext>
              </a:extLst>
            </p:cNvPr>
            <p:cNvSpPr txBox="1"/>
            <p:nvPr/>
          </p:nvSpPr>
          <p:spPr>
            <a:xfrm>
              <a:off x="6594812" y="3592800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交叉的地方没有点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表示无连接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023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DB55-BAC6-774F-7AF4-4A35110F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AFEA70C-BFF0-0A96-9888-EBB662CF97D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原理图绘制示例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C4AB710-7B7F-63E0-15AE-9D1923BA0CCD}"/>
                  </a:ext>
                </a:extLst>
              </p:cNvPr>
              <p:cNvSpPr txBox="1"/>
              <p:nvPr/>
            </p:nvSpPr>
            <p:spPr>
              <a:xfrm>
                <a:off x="344105" y="1152960"/>
                <a:ext cx="2918859" cy="585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en-US" altLang="zh-CN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</m:oMath>
                  </m:oMathPara>
                </a14:m>
                <a:endParaRPr lang="zh-CN" altLang="en-US" sz="32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C4AB710-7B7F-63E0-15AE-9D1923BA0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05" y="1152960"/>
                <a:ext cx="2918859" cy="585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E8BF78BA-D595-601A-C1AC-14723E71FE4E}"/>
              </a:ext>
            </a:extLst>
          </p:cNvPr>
          <p:cNvGrpSpPr/>
          <p:nvPr/>
        </p:nvGrpSpPr>
        <p:grpSpPr>
          <a:xfrm>
            <a:off x="349808" y="1974100"/>
            <a:ext cx="4106980" cy="4680573"/>
            <a:chOff x="349808" y="1974100"/>
            <a:chExt cx="4106980" cy="4680573"/>
          </a:xfrm>
        </p:grpSpPr>
        <p:pic>
          <p:nvPicPr>
            <p:cNvPr id="162" name="图形 161">
              <a:extLst>
                <a:ext uri="{FF2B5EF4-FFF2-40B4-BE49-F238E27FC236}">
                  <a16:creationId xmlns:a16="http://schemas.microsoft.com/office/drawing/2014/main" id="{19AEDC80-9F06-A0BD-A65D-19B6E876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9808" y="2160017"/>
              <a:ext cx="4106980" cy="3890823"/>
            </a:xfrm>
            <a:prstGeom prst="rect">
              <a:avLst/>
            </a:prstGeom>
          </p:spPr>
        </p:pic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26953C1E-1295-94BE-9567-1E04B926E187}"/>
                </a:ext>
              </a:extLst>
            </p:cNvPr>
            <p:cNvSpPr txBox="1"/>
            <p:nvPr/>
          </p:nvSpPr>
          <p:spPr>
            <a:xfrm>
              <a:off x="455689" y="1974100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204BD7B4-9F1F-90FD-F98E-B9C70FFE56C6}"/>
                </a:ext>
              </a:extLst>
            </p:cNvPr>
            <p:cNvSpPr txBox="1"/>
            <p:nvPr/>
          </p:nvSpPr>
          <p:spPr>
            <a:xfrm>
              <a:off x="1108605" y="1974100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E18637CD-AD5D-0691-419D-2485762D04A1}"/>
                </a:ext>
              </a:extLst>
            </p:cNvPr>
            <p:cNvSpPr txBox="1"/>
            <p:nvPr/>
          </p:nvSpPr>
          <p:spPr>
            <a:xfrm>
              <a:off x="1751894" y="1974100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534642F0-046E-F061-D860-51754155AA41}"/>
                </a:ext>
              </a:extLst>
            </p:cNvPr>
            <p:cNvSpPr txBox="1"/>
            <p:nvPr/>
          </p:nvSpPr>
          <p:spPr>
            <a:xfrm>
              <a:off x="3705824" y="5820007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326F706C-1515-F7B4-0289-32D871C8B395}"/>
                </a:ext>
              </a:extLst>
            </p:cNvPr>
            <p:cNvSpPr txBox="1"/>
            <p:nvPr/>
          </p:nvSpPr>
          <p:spPr>
            <a:xfrm>
              <a:off x="1341262" y="6193008"/>
              <a:ext cx="1244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原理图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E4910314-19D6-790D-794D-E1B6CE9016FA}"/>
              </a:ext>
            </a:extLst>
          </p:cNvPr>
          <p:cNvGrpSpPr/>
          <p:nvPr/>
        </p:nvGrpSpPr>
        <p:grpSpPr>
          <a:xfrm>
            <a:off x="7496890" y="1882601"/>
            <a:ext cx="4345302" cy="4772072"/>
            <a:chOff x="7496890" y="1882601"/>
            <a:chExt cx="4345302" cy="4772072"/>
          </a:xfrm>
        </p:grpSpPr>
        <p:pic>
          <p:nvPicPr>
            <p:cNvPr id="171" name="图形 170">
              <a:extLst>
                <a:ext uri="{FF2B5EF4-FFF2-40B4-BE49-F238E27FC236}">
                  <a16:creationId xmlns:a16="http://schemas.microsoft.com/office/drawing/2014/main" id="{49C712E3-41D0-CBA6-91D1-72CB92145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496890" y="2149491"/>
              <a:ext cx="4186879" cy="3966517"/>
            </a:xfrm>
            <a:prstGeom prst="rect">
              <a:avLst/>
            </a:prstGeom>
          </p:spPr>
        </p:pic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EC34C230-1E59-7B53-26C2-18DBB7A4D7D4}"/>
                </a:ext>
              </a:extLst>
            </p:cNvPr>
            <p:cNvSpPr txBox="1"/>
            <p:nvPr/>
          </p:nvSpPr>
          <p:spPr>
            <a:xfrm>
              <a:off x="7740429" y="1974100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B4157328-B2AD-65EC-8207-80A0AF82C545}"/>
                </a:ext>
              </a:extLst>
            </p:cNvPr>
            <p:cNvSpPr txBox="1"/>
            <p:nvPr/>
          </p:nvSpPr>
          <p:spPr>
            <a:xfrm>
              <a:off x="8277843" y="1974100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685A8EC9-61D9-B858-1FA2-16B36BED01AE}"/>
                </a:ext>
              </a:extLst>
            </p:cNvPr>
            <p:cNvSpPr txBox="1"/>
            <p:nvPr/>
          </p:nvSpPr>
          <p:spPr>
            <a:xfrm>
              <a:off x="9277269" y="1974100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0BA2C3E3-DAE8-9D92-AD14-E9F3DC7525D5}"/>
                </a:ext>
              </a:extLst>
            </p:cNvPr>
            <p:cNvSpPr txBox="1"/>
            <p:nvPr/>
          </p:nvSpPr>
          <p:spPr>
            <a:xfrm>
              <a:off x="10932810" y="5820007"/>
              <a:ext cx="423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51DBF8B1-947C-2997-4628-0A6B13717EFE}"/>
                </a:ext>
              </a:extLst>
            </p:cNvPr>
            <p:cNvSpPr txBox="1"/>
            <p:nvPr/>
          </p:nvSpPr>
          <p:spPr>
            <a:xfrm>
              <a:off x="8011487" y="6193008"/>
              <a:ext cx="33640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原理图（使用更少的门）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89BBDC4-54FA-499C-EF2F-7C06E2E2792B}"/>
                    </a:ext>
                  </a:extLst>
                </p:cNvPr>
                <p:cNvSpPr txBox="1"/>
                <p:nvPr/>
              </p:nvSpPr>
              <p:spPr>
                <a:xfrm>
                  <a:off x="10021811" y="1882601"/>
                  <a:ext cx="1820381" cy="9105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b="1" dirty="0">
                      <a:solidFill>
                        <a:srgbClr val="7030A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德</a:t>
                  </a:r>
                  <a:r>
                    <a:rPr lang="zh-CN" altLang="en-US" b="1" dirty="0">
                      <a:solidFill>
                        <a:srgbClr val="7030A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Wingdings 2" panose="05020102010507070707" pitchFamily="18" charset="2"/>
                    </a:rPr>
                    <a:t></a:t>
                  </a:r>
                  <a:r>
                    <a:rPr lang="zh-CN" altLang="en-US" b="1" dirty="0">
                      <a:solidFill>
                        <a:srgbClr val="7030A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摩根定理     </a:t>
                  </a:r>
                  <a14:m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bar>
                      <m:r>
                        <a:rPr lang="en-US" altLang="zh-C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bar>
                        <m:barPr>
                          <m:pos m:val="top"/>
                          <m:ctrlP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bar>
                      <m:r>
                        <a:rPr lang="en-US" altLang="zh-CN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bar>
                    </m:oMath>
                  </a14:m>
                  <a:endParaRPr lang="zh-CN" altLang="en-US" b="1" i="1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89BBDC4-54FA-499C-EF2F-7C06E2E27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1811" y="1882601"/>
                  <a:ext cx="1820381" cy="910506"/>
                </a:xfrm>
                <a:prstGeom prst="rect">
                  <a:avLst/>
                </a:prstGeom>
                <a:blipFill>
                  <a:blip r:embed="rId9"/>
                  <a:stretch>
                    <a:fillRect l="-30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8" name="箭头: 虚尾 177">
            <a:extLst>
              <a:ext uri="{FF2B5EF4-FFF2-40B4-BE49-F238E27FC236}">
                <a16:creationId xmlns:a16="http://schemas.microsoft.com/office/drawing/2014/main" id="{98447499-0404-8C35-B6FF-61247892E918}"/>
              </a:ext>
            </a:extLst>
          </p:cNvPr>
          <p:cNvSpPr/>
          <p:nvPr/>
        </p:nvSpPr>
        <p:spPr>
          <a:xfrm>
            <a:off x="5366065" y="3867469"/>
            <a:ext cx="1366684" cy="688258"/>
          </a:xfrm>
          <a:prstGeom prst="stripedRightArrow">
            <a:avLst/>
          </a:prstGeom>
          <a:solidFill>
            <a:srgbClr val="034A9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84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1970-B90B-6CBE-3184-9EF65A02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507A0D8-3F3D-79FF-3916-8F69600795D7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02FC5D1-819A-2302-0BDD-79BA0FBCEBEC}"/>
              </a:ext>
            </a:extLst>
          </p:cNvPr>
          <p:cNvGrpSpPr/>
          <p:nvPr/>
        </p:nvGrpSpPr>
        <p:grpSpPr>
          <a:xfrm>
            <a:off x="4756382" y="1259972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FA89CC1-F044-9370-C0C1-BFA777600B69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7602689A-477C-9132-4D68-57A440157E3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FE7FF55B-DEEB-B36F-F6C8-DEF4152691C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组合逻辑电路的基本构成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5D59652-DEDF-1F61-43D3-14017D0D4BEE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9E5501DB-E532-B405-1764-6A87D6C38BA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0FDF2B2E-0CC8-862E-98DF-B1B63D64818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从逻辑到门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90E56CE-E68E-5D8F-9757-4E7667B913DB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7A9E9530-597E-838E-191F-0B82BF7C635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4D11F1BE-EDB8-3560-941B-847DDA2EB32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多级组合逻辑电路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63B1A20-C36C-D39E-E25F-9DFA230CC211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7E2752DA-D67D-BC9E-B562-8E8D04843B5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788E2996-9737-F2D2-EA3C-D8C1A351293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X</a:t>
                </a: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B0EF2221-1B4B-6BAE-A2DE-52425F69C747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</p:spTree>
    <p:extLst>
      <p:ext uri="{BB962C8B-B14F-4D97-AF65-F5344CB8AC3E}">
        <p14:creationId xmlns:p14="http://schemas.microsoft.com/office/powerpoint/2010/main" val="344887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579D2-8E06-54E1-EF9A-7C829D38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59B1CC0-3BED-9918-1ADA-4258BF4B03B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减少硬件的目的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E7CA16-9F24-E8E9-85E3-549A80FF7CC3}"/>
              </a:ext>
            </a:extLst>
          </p:cNvPr>
          <p:cNvSpPr txBox="1"/>
          <p:nvPr/>
        </p:nvSpPr>
        <p:spPr>
          <a:xfrm>
            <a:off x="335030" y="1281477"/>
            <a:ext cx="6470031" cy="4731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所有的逻辑表达式都可以转化为与或式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理论上，与或式可以使用两级门电路来实现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使用二级逻辑可能带来更高的成本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工程中门电路的扇入数不可能无限制的增加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等方面的制约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采用多级组合逻辑电路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减少门电路的数量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减少扇入数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F679BF9-B560-FB62-7C4B-BB973B3ED3B2}"/>
              </a:ext>
            </a:extLst>
          </p:cNvPr>
          <p:cNvGrpSpPr/>
          <p:nvPr/>
        </p:nvGrpSpPr>
        <p:grpSpPr>
          <a:xfrm>
            <a:off x="7541342" y="1281082"/>
            <a:ext cx="4315628" cy="2729812"/>
            <a:chOff x="7541342" y="1281082"/>
            <a:chExt cx="4315628" cy="2729812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09364760-A56E-76E5-069E-251B992E35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4591898"/>
                </p:ext>
              </p:extLst>
            </p:nvPr>
          </p:nvGraphicFramePr>
          <p:xfrm>
            <a:off x="7750759" y="2433437"/>
            <a:ext cx="3711575" cy="931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3686259" imgH="904949" progId="Visio.Drawing.15">
                    <p:embed/>
                  </p:oleObj>
                </mc:Choice>
                <mc:Fallback>
                  <p:oleObj name="Visio" r:id="rId4" imgW="3686259" imgH="904949" progId="Visio.Drawing.15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750759" y="2433437"/>
                          <a:ext cx="3711575" cy="9318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3363C18-7B63-6123-ADB5-8D84C206B690}"/>
                </a:ext>
              </a:extLst>
            </p:cNvPr>
            <p:cNvSpPr txBox="1"/>
            <p:nvPr/>
          </p:nvSpPr>
          <p:spPr>
            <a:xfrm>
              <a:off x="7981263" y="3610784"/>
              <a:ext cx="13692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扇入数：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34F3410-21BB-AF82-A9A3-032D34E9C394}"/>
                </a:ext>
              </a:extLst>
            </p:cNvPr>
            <p:cNvSpPr txBox="1"/>
            <p:nvPr/>
          </p:nvSpPr>
          <p:spPr>
            <a:xfrm>
              <a:off x="9952072" y="3610784"/>
              <a:ext cx="13692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扇入数：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00A4DAD-20CB-4047-F1AB-6521B924149B}"/>
                </a:ext>
              </a:extLst>
            </p:cNvPr>
            <p:cNvSpPr txBox="1"/>
            <p:nvPr/>
          </p:nvSpPr>
          <p:spPr>
            <a:xfrm>
              <a:off x="7541342" y="1281082"/>
              <a:ext cx="4315628" cy="14651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spcAft>
                  <a:spcPts val="600"/>
                </a:spcAft>
                <a:buClr>
                  <a:srgbClr val="034A90"/>
                </a:buClr>
                <a:buFont typeface="Wingdings" panose="05000000000000000000" pitchFamily="2" charset="2"/>
                <a:buChar char="p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扇入（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fan-in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）：单个逻辑门能够接受的数字信号最大输入数</a:t>
              </a:r>
            </a:p>
            <a:p>
              <a:pPr marL="342900" indent="-342900">
                <a:lnSpc>
                  <a:spcPct val="150000"/>
                </a:lnSpc>
                <a:spcAft>
                  <a:spcPts val="600"/>
                </a:spcAft>
                <a:buClr>
                  <a:srgbClr val="034A90"/>
                </a:buClr>
                <a:buFont typeface="Wingdings" panose="05000000000000000000" pitchFamily="2" charset="2"/>
                <a:buChar char="p"/>
              </a:pP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47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F3AB-240C-7862-9D40-70662F54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B46EC81-70C8-7073-68B4-21EEDCA69B3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三输入异或门示例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44419E8-9245-18E2-36AB-8089EF75C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04332"/>
              </p:ext>
            </p:extLst>
          </p:nvPr>
        </p:nvGraphicFramePr>
        <p:xfrm>
          <a:off x="684889" y="895382"/>
          <a:ext cx="2598748" cy="151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848134" imgH="1079544" progId="Visio.Drawing.15">
                  <p:embed/>
                </p:oleObj>
              </mc:Choice>
              <mc:Fallback>
                <p:oleObj name="Visio" r:id="rId4" imgW="1848134" imgH="1079544" progId="Visio.Drawing.15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4889" y="895382"/>
                        <a:ext cx="2598748" cy="15144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70199A89-9872-240A-42E0-5CF02CE7BB42}"/>
              </a:ext>
            </a:extLst>
          </p:cNvPr>
          <p:cNvGrpSpPr/>
          <p:nvPr/>
        </p:nvGrpSpPr>
        <p:grpSpPr>
          <a:xfrm>
            <a:off x="684889" y="2409825"/>
            <a:ext cx="3683912" cy="3863979"/>
            <a:chOff x="684889" y="2409825"/>
            <a:chExt cx="3683912" cy="3863979"/>
          </a:xfrm>
        </p:grpSpPr>
        <p:graphicFrame>
          <p:nvGraphicFramePr>
            <p:cNvPr id="10" name="内容占位符 4">
              <a:extLst>
                <a:ext uri="{FF2B5EF4-FFF2-40B4-BE49-F238E27FC236}">
                  <a16:creationId xmlns:a16="http://schemas.microsoft.com/office/drawing/2014/main" id="{06EDEF8C-62BD-5754-B905-9BFF5A9AD99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51428193"/>
                </p:ext>
              </p:extLst>
            </p:nvPr>
          </p:nvGraphicFramePr>
          <p:xfrm>
            <a:off x="684889" y="2409825"/>
            <a:ext cx="3683912" cy="3863979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920978">
                    <a:extLst>
                      <a:ext uri="{9D8B030D-6E8A-4147-A177-3AD203B41FA5}">
                        <a16:colId xmlns:a16="http://schemas.microsoft.com/office/drawing/2014/main" val="3260722341"/>
                      </a:ext>
                    </a:extLst>
                  </a:gridCol>
                  <a:gridCol w="920978">
                    <a:extLst>
                      <a:ext uri="{9D8B030D-6E8A-4147-A177-3AD203B41FA5}">
                        <a16:colId xmlns:a16="http://schemas.microsoft.com/office/drawing/2014/main" val="1509844100"/>
                      </a:ext>
                    </a:extLst>
                  </a:gridCol>
                  <a:gridCol w="920978">
                    <a:extLst>
                      <a:ext uri="{9D8B030D-6E8A-4147-A177-3AD203B41FA5}">
                        <a16:colId xmlns:a16="http://schemas.microsoft.com/office/drawing/2014/main" val="735123590"/>
                      </a:ext>
                    </a:extLst>
                  </a:gridCol>
                  <a:gridCol w="920978">
                    <a:extLst>
                      <a:ext uri="{9D8B030D-6E8A-4147-A177-3AD203B41FA5}">
                        <a16:colId xmlns:a16="http://schemas.microsoft.com/office/drawing/2014/main" val="309718676"/>
                      </a:ext>
                    </a:extLst>
                  </a:gridCol>
                </a:tblGrid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A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B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C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Y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833688131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28172223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850006571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183151939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3529919774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332819225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710095761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0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242719958"/>
                    </a:ext>
                  </a:extLst>
                </a:tr>
                <a:tr h="429331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800" dirty="0"/>
                          <a:t>1</a:t>
                        </a:r>
                        <a:endParaRPr lang="zh-CN" altLang="en-US" sz="1800" dirty="0"/>
                      </a:p>
                    </a:txBody>
                    <a:tcPr marL="88049" marR="88049" marT="44024" marB="44024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30016884"/>
                    </a:ext>
                  </a:extLst>
                </a:tr>
              </a:tbl>
            </a:graphicData>
          </a:graphic>
        </p:graphicFrame>
        <p:sp>
          <p:nvSpPr>
            <p:cNvPr id="11" name="圆角矩形 5">
              <a:extLst>
                <a:ext uri="{FF2B5EF4-FFF2-40B4-BE49-F238E27FC236}">
                  <a16:creationId xmlns:a16="http://schemas.microsoft.com/office/drawing/2014/main" id="{01ABBF64-E5E3-0DF9-1B7A-038499DBF641}"/>
                </a:ext>
              </a:extLst>
            </p:cNvPr>
            <p:cNvSpPr/>
            <p:nvPr/>
          </p:nvSpPr>
          <p:spPr>
            <a:xfrm>
              <a:off x="861521" y="3285338"/>
              <a:ext cx="3240000" cy="36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6">
              <a:extLst>
                <a:ext uri="{FF2B5EF4-FFF2-40B4-BE49-F238E27FC236}">
                  <a16:creationId xmlns:a16="http://schemas.microsoft.com/office/drawing/2014/main" id="{A94C54FA-C650-E8F4-0B80-585AF1ED4E84}"/>
                </a:ext>
              </a:extLst>
            </p:cNvPr>
            <p:cNvSpPr/>
            <p:nvPr/>
          </p:nvSpPr>
          <p:spPr>
            <a:xfrm>
              <a:off x="861521" y="3704630"/>
              <a:ext cx="3240000" cy="36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7">
              <a:extLst>
                <a:ext uri="{FF2B5EF4-FFF2-40B4-BE49-F238E27FC236}">
                  <a16:creationId xmlns:a16="http://schemas.microsoft.com/office/drawing/2014/main" id="{C164CF5B-2C82-536C-7AED-871EF23F7EA7}"/>
                </a:ext>
              </a:extLst>
            </p:cNvPr>
            <p:cNvSpPr/>
            <p:nvPr/>
          </p:nvSpPr>
          <p:spPr>
            <a:xfrm>
              <a:off x="861521" y="4540440"/>
              <a:ext cx="3240000" cy="36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8">
              <a:extLst>
                <a:ext uri="{FF2B5EF4-FFF2-40B4-BE49-F238E27FC236}">
                  <a16:creationId xmlns:a16="http://schemas.microsoft.com/office/drawing/2014/main" id="{B66867B3-F486-D066-FE92-F8BB7F20640F}"/>
                </a:ext>
              </a:extLst>
            </p:cNvPr>
            <p:cNvSpPr/>
            <p:nvPr/>
          </p:nvSpPr>
          <p:spPr>
            <a:xfrm>
              <a:off x="861521" y="5831765"/>
              <a:ext cx="3240000" cy="360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81C99D6-C295-DC78-CBD5-9D891719D18D}"/>
                  </a:ext>
                </a:extLst>
              </p:cNvPr>
              <p:cNvSpPr txBox="1"/>
              <p:nvPr/>
            </p:nvSpPr>
            <p:spPr>
              <a:xfrm>
                <a:off x="5106851" y="1466206"/>
                <a:ext cx="23541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81C99D6-C295-DC78-CBD5-9D891719D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851" y="1466206"/>
                <a:ext cx="2354106" cy="461665"/>
              </a:xfrm>
              <a:prstGeom prst="rect">
                <a:avLst/>
              </a:prstGeom>
              <a:blipFill>
                <a:blip r:embed="rId6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7D23B9A-08D0-E798-8A61-D83B8D0CE364}"/>
                  </a:ext>
                </a:extLst>
              </p:cNvPr>
              <p:cNvSpPr txBox="1"/>
              <p:nvPr/>
            </p:nvSpPr>
            <p:spPr>
              <a:xfrm>
                <a:off x="7230940" y="1466206"/>
                <a:ext cx="4276171" cy="462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𝑩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𝑨𝑩𝑪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7D23B9A-08D0-E798-8A61-D83B8D0CE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940" y="1466206"/>
                <a:ext cx="4276171" cy="462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EAEC362-E2A6-EF2E-51E2-CCF66ED838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696208"/>
              </p:ext>
            </p:extLst>
          </p:nvPr>
        </p:nvGraphicFramePr>
        <p:xfrm>
          <a:off x="5405228" y="2057400"/>
          <a:ext cx="6220196" cy="472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756023" imgH="2095631" progId="Visio.Drawing.15">
                  <p:embed/>
                </p:oleObj>
              </mc:Choice>
              <mc:Fallback>
                <p:oleObj name="Visio" r:id="rId8" imgW="2756023" imgH="2095631" progId="Visio.Drawing.15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05228" y="2057400"/>
                        <a:ext cx="6220196" cy="472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856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716E-66AF-1B9A-9202-8480DEEF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889D9F5-150B-8FB5-48AA-D055BADDFC2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三输入异或门示例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（使用更少的门电路）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DFFCB08-42CF-17A3-ACC8-36CEFE8B0CBF}"/>
                  </a:ext>
                </a:extLst>
              </p:cNvPr>
              <p:cNvSpPr txBox="1"/>
              <p:nvPr/>
            </p:nvSpPr>
            <p:spPr>
              <a:xfrm>
                <a:off x="3492947" y="1152523"/>
                <a:ext cx="52061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DFFCB08-42CF-17A3-ACC8-36CEFE8B0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947" y="1152523"/>
                <a:ext cx="520610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710BF7E-F7A8-3FCB-CCE0-7AF748265D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654276"/>
              </p:ext>
            </p:extLst>
          </p:nvPr>
        </p:nvGraphicFramePr>
        <p:xfrm>
          <a:off x="564239" y="2452717"/>
          <a:ext cx="3350555" cy="195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48134" imgH="1079544" progId="Visio.Drawing.15">
                  <p:embed/>
                </p:oleObj>
              </mc:Choice>
              <mc:Fallback>
                <p:oleObj name="Visio" r:id="rId5" imgW="1848134" imgH="1079544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4239" y="2452717"/>
                        <a:ext cx="3350555" cy="1952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箭头: 虚尾 4">
            <a:extLst>
              <a:ext uri="{FF2B5EF4-FFF2-40B4-BE49-F238E27FC236}">
                <a16:creationId xmlns:a16="http://schemas.microsoft.com/office/drawing/2014/main" id="{65AE0A1C-152C-6022-C146-91ECE7C59217}"/>
              </a:ext>
            </a:extLst>
          </p:cNvPr>
          <p:cNvSpPr/>
          <p:nvPr/>
        </p:nvSpPr>
        <p:spPr>
          <a:xfrm>
            <a:off x="4729315" y="3084870"/>
            <a:ext cx="1366684" cy="688258"/>
          </a:xfrm>
          <a:prstGeom prst="stripedRightArrow">
            <a:avLst/>
          </a:prstGeom>
          <a:solidFill>
            <a:srgbClr val="034A9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705562F-C272-567C-F2D5-EFA7C478FF17}"/>
              </a:ext>
            </a:extLst>
          </p:cNvPr>
          <p:cNvGrpSpPr/>
          <p:nvPr/>
        </p:nvGrpSpPr>
        <p:grpSpPr>
          <a:xfrm>
            <a:off x="6664325" y="1976437"/>
            <a:ext cx="5192734" cy="3778104"/>
            <a:chOff x="6664325" y="1976437"/>
            <a:chExt cx="5192734" cy="3778104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ED370D87-8ADA-DA68-EB1F-5999ECF242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3227796"/>
                </p:ext>
              </p:extLst>
            </p:nvPr>
          </p:nvGraphicFramePr>
          <p:xfrm>
            <a:off x="6664325" y="1976437"/>
            <a:ext cx="5192734" cy="2905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7" imgW="4870487" imgH="2724281" progId="Visio.Drawing.15">
                    <p:embed/>
                  </p:oleObj>
                </mc:Choice>
                <mc:Fallback>
                  <p:oleObj name="Visio" r:id="rId7" imgW="4870487" imgH="2724281" progId="Visio.Drawing.15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64325" y="1976437"/>
                          <a:ext cx="5192734" cy="29051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3388DA2-C21A-CDC0-20CD-83FBD678A0A5}"/>
                </a:ext>
              </a:extLst>
            </p:cNvPr>
            <p:cNvSpPr txBox="1"/>
            <p:nvPr/>
          </p:nvSpPr>
          <p:spPr>
            <a:xfrm>
              <a:off x="6807201" y="4619487"/>
              <a:ext cx="4330700" cy="1135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使用两个</a:t>
              </a:r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输入异或门</a:t>
              </a:r>
              <a:endPara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构造一个</a:t>
              </a:r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输入异或门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682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E91B-F6AA-AE6F-6192-55B298A8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0C24734-F4EB-F80B-1623-04D54DBFAAC3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B2F3026-56CF-47FE-D2E7-742F574E6F0D}"/>
              </a:ext>
            </a:extLst>
          </p:cNvPr>
          <p:cNvGrpSpPr/>
          <p:nvPr/>
        </p:nvGrpSpPr>
        <p:grpSpPr>
          <a:xfrm>
            <a:off x="4756382" y="45145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F9C8763-44C3-4E6F-CFE6-DE583080DF07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B73556BB-EA26-BC89-9728-E90F356FA8B1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0D15F841-A6F7-80E2-2D33-21CD99E654C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组合逻辑电路的基本构成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41FF2F0-FEF9-CED5-0AD4-A84107CCE1AF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9ADA11B4-DE2F-939E-5AC4-B846163A51F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703F50A2-5934-C530-EC7A-EF4C948CEA9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从逻辑到门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15ADE8E-959E-0214-8F47-9BEFCCC8A9FF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94747D8A-3707-F9A6-FEF3-AF960193992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61A29945-1D1C-56C9-77A7-E02F27545FF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多级组合逻辑电路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0EA0D51-A53D-94DE-0784-CA928747CE44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9228498C-28F2-CC07-B32E-4F1D6616FE44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12F67222-AB65-B23B-825E-6754C960951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X</a:t>
                </a: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BC8462FC-CC2F-C1D7-E0CC-E8B52FFAFCD3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ABBEF1B4-78DE-503B-E2C0-F8C21AB774A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848059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非法值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CF7C1141-0EE8-D544-443C-4659BCE24FD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512362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无关项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MH_SubTitle_1">
            <a:extLst>
              <a:ext uri="{FF2B5EF4-FFF2-40B4-BE49-F238E27FC236}">
                <a16:creationId xmlns:a16="http://schemas.microsoft.com/office/drawing/2014/main" id="{585DC470-9574-BA41-EB71-884232A6D80C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76665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浮空值</a:t>
            </a:r>
            <a:r>
              <a:rPr lang="en-US" altLang="zh-CN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52643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C256-FAC7-4AF1-2BD1-AB21469B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EF3681D-FF62-7929-205A-3BF8D3B55F0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非法值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324850-BFE6-910E-6631-13F8C7983AFC}"/>
              </a:ext>
            </a:extLst>
          </p:cNvPr>
          <p:cNvSpPr txBox="1"/>
          <p:nvPr/>
        </p:nvSpPr>
        <p:spPr>
          <a:xfrm>
            <a:off x="335030" y="1281477"/>
            <a:ext cx="7196070" cy="408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Contention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）：电路结点同时被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电压值可能介于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~ V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，可能是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，也可能处于禁止区域内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致使电路的功耗变大、电路发热，并导致损坏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注意：竞争通常是由于电路设计缺陷引起的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1A2F55C-2361-DD95-F6B1-072A03C6F022}"/>
              </a:ext>
            </a:extLst>
          </p:cNvPr>
          <p:cNvGrpSpPr/>
          <p:nvPr/>
        </p:nvGrpSpPr>
        <p:grpSpPr>
          <a:xfrm>
            <a:off x="7772400" y="1281477"/>
            <a:ext cx="4222750" cy="3780065"/>
            <a:chOff x="8026400" y="1281477"/>
            <a:chExt cx="4222750" cy="3780065"/>
          </a:xfrm>
        </p:grpSpPr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0F487977-EDC2-08B3-3E23-910F496B7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31250" y="1281477"/>
              <a:ext cx="2940050" cy="3780065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0BDF08F-CA92-6557-F80E-B2A5AC73C4D0}"/>
                </a:ext>
              </a:extLst>
            </p:cNvPr>
            <p:cNvSpPr txBox="1"/>
            <p:nvPr/>
          </p:nvSpPr>
          <p:spPr>
            <a:xfrm>
              <a:off x="8026400" y="2106977"/>
              <a:ext cx="1079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 = 1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AB7D4D2-1231-606E-E984-49EAA2550E70}"/>
                </a:ext>
              </a:extLst>
            </p:cNvPr>
            <p:cNvSpPr txBox="1"/>
            <p:nvPr/>
          </p:nvSpPr>
          <p:spPr>
            <a:xfrm>
              <a:off x="8026400" y="3770677"/>
              <a:ext cx="1079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 = 1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7467F10-812E-7B99-32ED-9CF3F2F91E54}"/>
                </a:ext>
              </a:extLst>
            </p:cNvPr>
            <p:cNvSpPr txBox="1"/>
            <p:nvPr/>
          </p:nvSpPr>
          <p:spPr>
            <a:xfrm>
              <a:off x="11169650" y="2940676"/>
              <a:ext cx="1079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 = </a:t>
              </a:r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533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67319-BE15-59BE-873E-8B0DC73E9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E5D6D09-D3E1-B4D1-5444-1AE9C74DBBD8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8A6CAE0-07B3-6FA6-1954-770FCE0A699F}"/>
              </a:ext>
            </a:extLst>
          </p:cNvPr>
          <p:cNvGrpSpPr/>
          <p:nvPr/>
        </p:nvGrpSpPr>
        <p:grpSpPr>
          <a:xfrm>
            <a:off x="4756382" y="45145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197F5AF-1EAE-AF85-1E1C-7598C7B79E8B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9A522469-4BBE-CF9B-6749-ECC93C9F9E0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67FBA198-166B-C79E-A377-532D100F958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组合逻辑电路的基本构成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6BE2E93-9BBE-0C10-2D68-45F2C2B5AADF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182FBE87-7BA7-D6D5-6843-9CD185DEF19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2FA1BD47-63FC-797F-EF5D-8A7484C32AA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从逻辑到门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96037C2-3711-93B2-1A5A-27E26266B6A5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7AC31051-8012-08B5-B260-90D6BCACF2D3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7F7CB964-5044-8C98-3F18-AD4878FEEE3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多级组合逻辑电路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29D1779-F95C-3D29-F649-014FDF5EFC2F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F6C95F94-50D6-11E3-2889-95EA2C9149A8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3162CF95-C1C0-70A1-D9E3-954295F18F0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X</a:t>
                </a: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612BD4B-5597-5910-ED80-D1CA4ECCD532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7A59675E-E9E5-84C9-5040-FA67AF4327C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848059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非法值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B396C02B-7B46-8390-5103-98FE629F7C6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512362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无关项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MH_SubTitle_1">
            <a:extLst>
              <a:ext uri="{FF2B5EF4-FFF2-40B4-BE49-F238E27FC236}">
                <a16:creationId xmlns:a16="http://schemas.microsoft.com/office/drawing/2014/main" id="{3E56C8CC-A2BC-3602-5BC7-1E503F34F438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76665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浮空值</a:t>
            </a:r>
            <a:r>
              <a:rPr lang="en-US" altLang="zh-CN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379999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4B976-E700-8C32-34FC-06A798B9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74E0EBC-FE35-F2BC-483F-E4E5F83078A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无关项（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Don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't Care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）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E3B3C95-58ED-9452-3C50-1DA17A2A1A8A}"/>
              </a:ext>
            </a:extLst>
          </p:cNvPr>
          <p:cNvGrpSpPr/>
          <p:nvPr/>
        </p:nvGrpSpPr>
        <p:grpSpPr>
          <a:xfrm>
            <a:off x="335639" y="1028700"/>
            <a:ext cx="4536000" cy="5186362"/>
            <a:chOff x="5606538" y="1130300"/>
            <a:chExt cx="4536000" cy="518636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B986169-4591-F129-829D-562449E14353}"/>
                </a:ext>
              </a:extLst>
            </p:cNvPr>
            <p:cNvGrpSpPr/>
            <p:nvPr/>
          </p:nvGrpSpPr>
          <p:grpSpPr>
            <a:xfrm>
              <a:off x="5606538" y="1130300"/>
              <a:ext cx="4536000" cy="5156200"/>
              <a:chOff x="577338" y="1130300"/>
              <a:chExt cx="4536000" cy="5156200"/>
            </a:xfrm>
          </p:grpSpPr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2B0A12BE-E3E5-DBD1-AD95-B18692ADF0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338" y="1676400"/>
                <a:ext cx="453600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62A6F406-01B7-F234-3BC0-B717C39F4A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8450" y="1130300"/>
                <a:ext cx="1050" cy="515620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6DE49DF-F073-82C9-4885-2907F6461298}"/>
                </a:ext>
              </a:extLst>
            </p:cNvPr>
            <p:cNvSpPr txBox="1"/>
            <p:nvPr/>
          </p:nvSpPr>
          <p:spPr>
            <a:xfrm>
              <a:off x="5778500" y="127476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A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B78C368-83B0-8980-0293-84FC11F1042E}"/>
                </a:ext>
              </a:extLst>
            </p:cNvPr>
            <p:cNvSpPr txBox="1"/>
            <p:nvPr/>
          </p:nvSpPr>
          <p:spPr>
            <a:xfrm>
              <a:off x="8031162" y="127476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C3E3EED-2D37-BE7B-724F-03643AC72A9F}"/>
                </a:ext>
              </a:extLst>
            </p:cNvPr>
            <p:cNvSpPr txBox="1"/>
            <p:nvPr/>
          </p:nvSpPr>
          <p:spPr>
            <a:xfrm>
              <a:off x="5778500" y="167487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0E50056-0933-8FF5-2942-EF06DF2E6639}"/>
                </a:ext>
              </a:extLst>
            </p:cNvPr>
            <p:cNvSpPr txBox="1"/>
            <p:nvPr/>
          </p:nvSpPr>
          <p:spPr>
            <a:xfrm>
              <a:off x="5778500" y="195765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DBDBECE-FB23-A7E8-88AF-40C6471CAEA4}"/>
                </a:ext>
              </a:extLst>
            </p:cNvPr>
            <p:cNvSpPr txBox="1"/>
            <p:nvPr/>
          </p:nvSpPr>
          <p:spPr>
            <a:xfrm>
              <a:off x="5778500" y="2240431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EB6497C-3772-2443-97BA-563108E89A06}"/>
                </a:ext>
              </a:extLst>
            </p:cNvPr>
            <p:cNvSpPr txBox="1"/>
            <p:nvPr/>
          </p:nvSpPr>
          <p:spPr>
            <a:xfrm>
              <a:off x="5778500" y="2523210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FA9FB99-176B-7211-6695-FD32C366F6BE}"/>
                </a:ext>
              </a:extLst>
            </p:cNvPr>
            <p:cNvSpPr txBox="1"/>
            <p:nvPr/>
          </p:nvSpPr>
          <p:spPr>
            <a:xfrm>
              <a:off x="5778500" y="2805989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0     1     0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276CD2F-9B04-F8EF-D838-903363637BE7}"/>
                </a:ext>
              </a:extLst>
            </p:cNvPr>
            <p:cNvSpPr txBox="1"/>
            <p:nvPr/>
          </p:nvSpPr>
          <p:spPr>
            <a:xfrm>
              <a:off x="5778500" y="3088768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0     1     0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F4B60C7-EDF6-FC79-EC99-3EEED22A669E}"/>
                </a:ext>
              </a:extLst>
            </p:cNvPr>
            <p:cNvSpPr txBox="1"/>
            <p:nvPr/>
          </p:nvSpPr>
          <p:spPr>
            <a:xfrm>
              <a:off x="5778500" y="3371547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0     1     1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0930E34-0C04-E6B1-8079-151D24FB886B}"/>
                </a:ext>
              </a:extLst>
            </p:cNvPr>
            <p:cNvSpPr txBox="1"/>
            <p:nvPr/>
          </p:nvSpPr>
          <p:spPr>
            <a:xfrm>
              <a:off x="5778500" y="3654326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0     1     1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B67FE01-EB1E-61BB-B1B4-1100584ED116}"/>
                </a:ext>
              </a:extLst>
            </p:cNvPr>
            <p:cNvSpPr txBox="1"/>
            <p:nvPr/>
          </p:nvSpPr>
          <p:spPr>
            <a:xfrm>
              <a:off x="5778500" y="3937105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196A566-5431-D692-6B1B-90F1A243288C}"/>
                </a:ext>
              </a:extLst>
            </p:cNvPr>
            <p:cNvSpPr txBox="1"/>
            <p:nvPr/>
          </p:nvSpPr>
          <p:spPr>
            <a:xfrm>
              <a:off x="5778500" y="4219884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DABAF8A-6020-A0C7-1596-6D80008C4B0D}"/>
                </a:ext>
              </a:extLst>
            </p:cNvPr>
            <p:cNvSpPr txBox="1"/>
            <p:nvPr/>
          </p:nvSpPr>
          <p:spPr>
            <a:xfrm>
              <a:off x="5778500" y="450266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1     0     1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2B02052-086A-788F-8362-6D81DEE5BF38}"/>
                </a:ext>
              </a:extLst>
            </p:cNvPr>
            <p:cNvSpPr txBox="1"/>
            <p:nvPr/>
          </p:nvSpPr>
          <p:spPr>
            <a:xfrm>
              <a:off x="5778500" y="478544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1     0     1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647EB4E-EDF7-025A-2209-CF5C991FCAE7}"/>
                </a:ext>
              </a:extLst>
            </p:cNvPr>
            <p:cNvSpPr txBox="1"/>
            <p:nvPr/>
          </p:nvSpPr>
          <p:spPr>
            <a:xfrm>
              <a:off x="5778500" y="5068221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1     1     0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A5BC69A-7D50-B0C0-0100-D880FC906161}"/>
                </a:ext>
              </a:extLst>
            </p:cNvPr>
            <p:cNvSpPr txBox="1"/>
            <p:nvPr/>
          </p:nvSpPr>
          <p:spPr>
            <a:xfrm>
              <a:off x="5778500" y="5351000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1     1     0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61EE030-A716-5FFB-8CC4-A0CFE11E52C5}"/>
                </a:ext>
              </a:extLst>
            </p:cNvPr>
            <p:cNvSpPr txBox="1"/>
            <p:nvPr/>
          </p:nvSpPr>
          <p:spPr>
            <a:xfrm>
              <a:off x="5778500" y="5633779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1     1     1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3B68233-F139-5DE6-591E-1BC3F584116E}"/>
                </a:ext>
              </a:extLst>
            </p:cNvPr>
            <p:cNvSpPr txBox="1"/>
            <p:nvPr/>
          </p:nvSpPr>
          <p:spPr>
            <a:xfrm>
              <a:off x="5778500" y="591655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1     1     1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97898C1-34D8-282E-F547-7028F84F67A5}"/>
                </a:ext>
              </a:extLst>
            </p:cNvPr>
            <p:cNvSpPr txBox="1"/>
            <p:nvPr/>
          </p:nvSpPr>
          <p:spPr>
            <a:xfrm>
              <a:off x="8026400" y="167487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9BEA6CE-1C2F-C5D0-AB7D-002098FF707D}"/>
                </a:ext>
              </a:extLst>
            </p:cNvPr>
            <p:cNvSpPr txBox="1"/>
            <p:nvPr/>
          </p:nvSpPr>
          <p:spPr>
            <a:xfrm>
              <a:off x="8026400" y="195765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3077E07-178D-4A7C-03D8-407F18363B81}"/>
                </a:ext>
              </a:extLst>
            </p:cNvPr>
            <p:cNvSpPr txBox="1"/>
            <p:nvPr/>
          </p:nvSpPr>
          <p:spPr>
            <a:xfrm>
              <a:off x="8026400" y="2240431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b="1" baseline="-25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D117358D-773E-8636-A383-70E843609050}"/>
                </a:ext>
              </a:extLst>
            </p:cNvPr>
            <p:cNvSpPr txBox="1"/>
            <p:nvPr/>
          </p:nvSpPr>
          <p:spPr>
            <a:xfrm>
              <a:off x="8026400" y="2523210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b="1" baseline="-25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8787D5C-785A-7544-F0C1-3E6E1D1D727A}"/>
                </a:ext>
              </a:extLst>
            </p:cNvPr>
            <p:cNvSpPr txBox="1"/>
            <p:nvPr/>
          </p:nvSpPr>
          <p:spPr>
            <a:xfrm>
              <a:off x="8026400" y="2805989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8ADE589-F5AB-B234-6D30-8FBA46481A86}"/>
                </a:ext>
              </a:extLst>
            </p:cNvPr>
            <p:cNvSpPr txBox="1"/>
            <p:nvPr/>
          </p:nvSpPr>
          <p:spPr>
            <a:xfrm>
              <a:off x="8026400" y="3088768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48B148F0-0F95-C260-0916-95D04F3CE048}"/>
                </a:ext>
              </a:extLst>
            </p:cNvPr>
            <p:cNvSpPr txBox="1"/>
            <p:nvPr/>
          </p:nvSpPr>
          <p:spPr>
            <a:xfrm>
              <a:off x="8026400" y="3371547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8BE4237-9EA7-2719-4535-D5DEFC8A3ABD}"/>
                </a:ext>
              </a:extLst>
            </p:cNvPr>
            <p:cNvSpPr txBox="1"/>
            <p:nvPr/>
          </p:nvSpPr>
          <p:spPr>
            <a:xfrm>
              <a:off x="8026400" y="3654326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703DDE0F-7946-CD16-538C-6B7CCAA95B47}"/>
                </a:ext>
              </a:extLst>
            </p:cNvPr>
            <p:cNvSpPr txBox="1"/>
            <p:nvPr/>
          </p:nvSpPr>
          <p:spPr>
            <a:xfrm>
              <a:off x="8026400" y="3937105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36F0886-BFF0-8E9A-9FC2-7D9F751FC181}"/>
                </a:ext>
              </a:extLst>
            </p:cNvPr>
            <p:cNvSpPr txBox="1"/>
            <p:nvPr/>
          </p:nvSpPr>
          <p:spPr>
            <a:xfrm>
              <a:off x="8026400" y="4219884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1400AD7-7E2A-76EB-3E89-373D8151BD44}"/>
                </a:ext>
              </a:extLst>
            </p:cNvPr>
            <p:cNvSpPr txBox="1"/>
            <p:nvPr/>
          </p:nvSpPr>
          <p:spPr>
            <a:xfrm>
              <a:off x="8026400" y="450266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D3A7EFA-E407-A66A-88D9-5D9745B66D28}"/>
                </a:ext>
              </a:extLst>
            </p:cNvPr>
            <p:cNvSpPr txBox="1"/>
            <p:nvPr/>
          </p:nvSpPr>
          <p:spPr>
            <a:xfrm>
              <a:off x="8026400" y="478544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486797D-D700-27DC-8367-F89DCE216F34}"/>
                </a:ext>
              </a:extLst>
            </p:cNvPr>
            <p:cNvSpPr txBox="1"/>
            <p:nvPr/>
          </p:nvSpPr>
          <p:spPr>
            <a:xfrm>
              <a:off x="8026400" y="5068221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D0C456EA-64F2-C2F3-369D-F8AA7A25FA27}"/>
                </a:ext>
              </a:extLst>
            </p:cNvPr>
            <p:cNvSpPr txBox="1"/>
            <p:nvPr/>
          </p:nvSpPr>
          <p:spPr>
            <a:xfrm>
              <a:off x="8026400" y="5351000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15D0413-1AD3-6644-AAFB-BFA778C46B96}"/>
                </a:ext>
              </a:extLst>
            </p:cNvPr>
            <p:cNvSpPr txBox="1"/>
            <p:nvPr/>
          </p:nvSpPr>
          <p:spPr>
            <a:xfrm>
              <a:off x="8026400" y="5633779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BEFE84D-A674-43E6-0507-09397688041B}"/>
                </a:ext>
              </a:extLst>
            </p:cNvPr>
            <p:cNvSpPr txBox="1"/>
            <p:nvPr/>
          </p:nvSpPr>
          <p:spPr>
            <a:xfrm>
              <a:off x="8026400" y="591655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AE78BB3E-13A3-926B-004D-8A478749BA5C}"/>
              </a:ext>
            </a:extLst>
          </p:cNvPr>
          <p:cNvSpPr txBox="1"/>
          <p:nvPr/>
        </p:nvSpPr>
        <p:spPr>
          <a:xfrm>
            <a:off x="5338830" y="1173163"/>
            <a:ext cx="6840470" cy="175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在优先级电路中：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，则输出不用考虑其他的输入量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用符号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表示输出不需要考虑的输入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121C145D-C14A-FD85-A918-0866806737B8}"/>
              </a:ext>
            </a:extLst>
          </p:cNvPr>
          <p:cNvGrpSpPr/>
          <p:nvPr/>
        </p:nvGrpSpPr>
        <p:grpSpPr>
          <a:xfrm>
            <a:off x="6596739" y="3403600"/>
            <a:ext cx="4536000" cy="2781639"/>
            <a:chOff x="6596739" y="3403600"/>
            <a:chExt cx="4536000" cy="2781639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181F01C-BD78-8E45-CC9D-71158E1FE3CC}"/>
                </a:ext>
              </a:extLst>
            </p:cNvPr>
            <p:cNvCxnSpPr>
              <a:cxnSpLocks/>
            </p:cNvCxnSpPr>
            <p:nvPr/>
          </p:nvCxnSpPr>
          <p:spPr>
            <a:xfrm>
              <a:off x="6596739" y="3949700"/>
              <a:ext cx="4536000" cy="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F176BE4-4524-ED5A-51D0-E876FA326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8901" y="3403600"/>
              <a:ext cx="0" cy="278130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6105376-9C71-EC46-2556-099D5AB501CA}"/>
                </a:ext>
              </a:extLst>
            </p:cNvPr>
            <p:cNvSpPr txBox="1"/>
            <p:nvPr/>
          </p:nvSpPr>
          <p:spPr>
            <a:xfrm>
              <a:off x="6768701" y="354806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A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2020A71-A9FB-8BF8-0A98-3B6DF4725412}"/>
                </a:ext>
              </a:extLst>
            </p:cNvPr>
            <p:cNvSpPr txBox="1"/>
            <p:nvPr/>
          </p:nvSpPr>
          <p:spPr>
            <a:xfrm>
              <a:off x="9021363" y="354806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en-US" altLang="zh-CN" sz="2000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F9DD5E2A-BCF8-73E3-B6C8-1EB886EA8076}"/>
                </a:ext>
              </a:extLst>
            </p:cNvPr>
            <p:cNvSpPr txBox="1"/>
            <p:nvPr/>
          </p:nvSpPr>
          <p:spPr>
            <a:xfrm>
              <a:off x="6770801" y="3959454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B3D8B8D-DA26-C44E-7247-728E98DE9FB6}"/>
                </a:ext>
              </a:extLst>
            </p:cNvPr>
            <p:cNvSpPr txBox="1"/>
            <p:nvPr/>
          </p:nvSpPr>
          <p:spPr>
            <a:xfrm>
              <a:off x="6770801" y="5785129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X     X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X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B19AB92-6EA8-2D34-F1B0-CE24A4DF3146}"/>
                </a:ext>
              </a:extLst>
            </p:cNvPr>
            <p:cNvSpPr txBox="1"/>
            <p:nvPr/>
          </p:nvSpPr>
          <p:spPr>
            <a:xfrm>
              <a:off x="6770801" y="5328711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1     X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X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310C9910-852D-CA0C-9A1E-D3E38A3D9CD0}"/>
                </a:ext>
              </a:extLst>
            </p:cNvPr>
            <p:cNvSpPr txBox="1"/>
            <p:nvPr/>
          </p:nvSpPr>
          <p:spPr>
            <a:xfrm>
              <a:off x="6770801" y="487229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X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40266FE5-7F77-E3C3-CE38-0EDBCCBC64B7}"/>
                </a:ext>
              </a:extLst>
            </p:cNvPr>
            <p:cNvSpPr txBox="1"/>
            <p:nvPr/>
          </p:nvSpPr>
          <p:spPr>
            <a:xfrm>
              <a:off x="6770801" y="441587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1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07931EF-7D3F-3EF2-9B0B-1E0DF3961766}"/>
                </a:ext>
              </a:extLst>
            </p:cNvPr>
            <p:cNvSpPr txBox="1"/>
            <p:nvPr/>
          </p:nvSpPr>
          <p:spPr>
            <a:xfrm>
              <a:off x="9018701" y="3959454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FA5A38D-7179-CBA7-FB38-17B6E026D9B7}"/>
                </a:ext>
              </a:extLst>
            </p:cNvPr>
            <p:cNvSpPr txBox="1"/>
            <p:nvPr/>
          </p:nvSpPr>
          <p:spPr>
            <a:xfrm>
              <a:off x="9018701" y="4415873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107DCBAC-5F53-943E-F888-598FCBB2BF4D}"/>
                </a:ext>
              </a:extLst>
            </p:cNvPr>
            <p:cNvSpPr txBox="1"/>
            <p:nvPr/>
          </p:nvSpPr>
          <p:spPr>
            <a:xfrm>
              <a:off x="9018701" y="4872292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1E651D4A-3117-94AD-D5AB-B602EE390207}"/>
                </a:ext>
              </a:extLst>
            </p:cNvPr>
            <p:cNvSpPr txBox="1"/>
            <p:nvPr/>
          </p:nvSpPr>
          <p:spPr>
            <a:xfrm>
              <a:off x="9018701" y="5328711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</a:t>
              </a:r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D5A68B2F-AE8B-90F7-6B3E-C6D38A2DE6ED}"/>
                </a:ext>
              </a:extLst>
            </p:cNvPr>
            <p:cNvSpPr txBox="1"/>
            <p:nvPr/>
          </p:nvSpPr>
          <p:spPr>
            <a:xfrm>
              <a:off x="9018701" y="5785129"/>
              <a:ext cx="195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0     0</a:t>
              </a:r>
              <a:r>
                <a:rPr lang="en-US" altLang="zh-CN" sz="200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0</a:t>
              </a:r>
              <a:endParaRPr lang="zh-CN" altLang="en-US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4" name="箭头: 虚尾 73">
            <a:extLst>
              <a:ext uri="{FF2B5EF4-FFF2-40B4-BE49-F238E27FC236}">
                <a16:creationId xmlns:a16="http://schemas.microsoft.com/office/drawing/2014/main" id="{D71071AC-B547-4978-4F10-EFB4C94613AF}"/>
              </a:ext>
            </a:extLst>
          </p:cNvPr>
          <p:cNvSpPr/>
          <p:nvPr/>
        </p:nvSpPr>
        <p:spPr>
          <a:xfrm>
            <a:off x="5057709" y="4761197"/>
            <a:ext cx="1366684" cy="688258"/>
          </a:xfrm>
          <a:prstGeom prst="stripedRightArrow">
            <a:avLst/>
          </a:prstGeom>
          <a:solidFill>
            <a:srgbClr val="034A9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64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7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537B7-F0BB-6B69-A384-DD855D3E7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C866C15-828D-891B-E536-C068E0C4542C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CD48914-B9AB-B43B-5946-EC16AD1650CB}"/>
              </a:ext>
            </a:extLst>
          </p:cNvPr>
          <p:cNvGrpSpPr/>
          <p:nvPr/>
        </p:nvGrpSpPr>
        <p:grpSpPr>
          <a:xfrm>
            <a:off x="4756382" y="45145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BDCD3D7-E2C5-E8B3-93B3-DF567BDA7C63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593494C8-D028-E93B-0518-E6EAAE64214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52E3C3BC-65DF-0E74-A0AA-CF966C57E29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组合逻辑电路的基本构成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9FE72C5-9842-55DC-A35F-4B3117F0804F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BFD2EC92-F42E-9532-407A-BA0C39D48B2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1CEFD896-58E6-F16B-F9B5-8CDBEC94A42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从逻辑到门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0EBD888-03FD-1F4A-0EE8-8F42F7173F1C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2840B1A4-4C46-118A-D3E0-B633860CE3D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3E4C30FA-5119-098F-4E6A-055BEBF119D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多级组合逻辑电路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1D5F511-DF5F-8AA5-ADEF-A47522A6A244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84C79877-758F-8D02-AB81-122A8265794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AF3B3D7A-2731-B9FB-3E7A-3F981D76E51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X</a:t>
                </a: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Z</a:t>
                </a:r>
              </a:p>
            </p:txBody>
          </p: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ACAAD54-2433-E84D-7661-4AE1BD444881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述</a:t>
            </a: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3D37F761-7B40-F4B0-AC23-A3E4FDB1C2A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848059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非法值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AEB6E212-F9E5-BFC4-4BB7-97FC66D3CF2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512362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无关项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MH_SubTitle_1">
            <a:extLst>
              <a:ext uri="{FF2B5EF4-FFF2-40B4-BE49-F238E27FC236}">
                <a16:creationId xmlns:a16="http://schemas.microsoft.com/office/drawing/2014/main" id="{D122B89D-3B52-7E56-C413-20CEF084C58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76665"/>
            <a:ext cx="474346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浮空值</a:t>
            </a:r>
            <a:r>
              <a:rPr lang="en-US" altLang="zh-CN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48836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93BAD-1332-418B-6F93-DB50E8BF6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C43BF62-4FCA-DF4E-BE89-B2F0FF5584C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浮空值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Z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1CD2EF-919E-124C-63FF-F5D920ACAF1C}"/>
              </a:ext>
            </a:extLst>
          </p:cNvPr>
          <p:cNvSpPr txBox="1"/>
          <p:nvPr/>
        </p:nvSpPr>
        <p:spPr>
          <a:xfrm>
            <a:off x="347730" y="1287463"/>
            <a:ext cx="11514070" cy="4720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浮空也称为悬空、高阻态（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 impedance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）、高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态、开路、断路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浮空不等于逻辑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使用电压表并不能判断哪个电路结点处于浮空状态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测量断路结点的电压和接地点的电压，在电压表上的读数都为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当电路的输入结点浮空时，输出不确定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，可能为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，也可能为某个中间电压（处于禁止区）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产生浮空结点常见的原因是忘记将电压连接到输入端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但浮空结点并不意味着电路一定出错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125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D3A7-BE4D-01C9-6CA6-24A6EF27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671E387-5937-4A22-84B3-FA66FFC6BE6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三态缓冲器（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tristate buffer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DC29BD-7667-E48A-4DD0-85DBD6E4F951}"/>
              </a:ext>
            </a:extLst>
          </p:cNvPr>
          <p:cNvSpPr txBox="1"/>
          <p:nvPr/>
        </p:nvSpPr>
        <p:spPr>
          <a:xfrm>
            <a:off x="347730" y="1287463"/>
            <a:ext cx="11514070" cy="4023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浮空可以用来防止结点处于竞争状态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当一个结点同时连接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个输出时，若其中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个输出处于浮空状态，则当前结点的值等于驱动正常电平输出端的值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三态缓冲器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种可能输出状态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高电平、低电平和浮空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、输出端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、使能端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181E089-A808-2E86-55A0-6B1CB5DC179A}"/>
              </a:ext>
            </a:extLst>
          </p:cNvPr>
          <p:cNvGrpSpPr/>
          <p:nvPr/>
        </p:nvGrpSpPr>
        <p:grpSpPr>
          <a:xfrm>
            <a:off x="6105525" y="2844800"/>
            <a:ext cx="5756275" cy="3186113"/>
            <a:chOff x="6105525" y="2844800"/>
            <a:chExt cx="5756275" cy="3186113"/>
          </a:xfrm>
        </p:grpSpPr>
        <p:graphicFrame>
          <p:nvGraphicFramePr>
            <p:cNvPr id="4" name="Object 4">
              <a:extLst>
                <a:ext uri="{FF2B5EF4-FFF2-40B4-BE49-F238E27FC236}">
                  <a16:creationId xmlns:a16="http://schemas.microsoft.com/office/drawing/2014/main" id="{7D26907D-9097-018A-F0F2-BE90FC3F6E97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"/>
              </p:custDataLst>
              <p:extLst>
                <p:ext uri="{D42A27DB-BD31-4B8C-83A1-F6EECF244321}">
                  <p14:modId xmlns:p14="http://schemas.microsoft.com/office/powerpoint/2010/main" val="1493010556"/>
                </p:ext>
              </p:extLst>
            </p:nvPr>
          </p:nvGraphicFramePr>
          <p:xfrm>
            <a:off x="6105525" y="2844800"/>
            <a:ext cx="2112963" cy="3186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828720" imgH="1305720" progId="Visio.Drawing.11">
                    <p:embed/>
                  </p:oleObj>
                </mc:Choice>
                <mc:Fallback>
                  <p:oleObj name="Visio" r:id="rId5" imgW="828720" imgH="1305720" progId="Visio.Drawing.11">
                    <p:embed/>
                    <p:pic>
                      <p:nvPicPr>
                        <p:cNvPr id="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05525" y="2844800"/>
                          <a:ext cx="2112963" cy="3186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259B63B-778E-2B5A-5E73-891C5759EF2B}"/>
                </a:ext>
              </a:extLst>
            </p:cNvPr>
            <p:cNvSpPr txBox="1"/>
            <p:nvPr/>
          </p:nvSpPr>
          <p:spPr>
            <a:xfrm>
              <a:off x="8515886" y="3517900"/>
              <a:ext cx="3345914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该图表示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为高电平有效使能</a:t>
              </a:r>
            </a:p>
          </p:txBody>
        </p:sp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FC45EA75-0D05-FB39-A233-4D25C2FD0215}"/>
                </a:ext>
              </a:extLst>
            </p:cNvPr>
            <p:cNvSpPr/>
            <p:nvPr/>
          </p:nvSpPr>
          <p:spPr>
            <a:xfrm>
              <a:off x="6358532" y="4776427"/>
              <a:ext cx="1596043" cy="498764"/>
            </a:xfrm>
            <a:prstGeom prst="roundRect">
              <a:avLst/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828B03-47B1-156D-F283-B907B728FF3A}"/>
                </a:ext>
              </a:extLst>
            </p:cNvPr>
            <p:cNvSpPr txBox="1"/>
            <p:nvPr/>
          </p:nvSpPr>
          <p:spPr>
            <a:xfrm>
              <a:off x="8515886" y="4829465"/>
              <a:ext cx="3107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使能端为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，输出端浮空</a:t>
              </a:r>
            </a:p>
          </p:txBody>
        </p:sp>
        <p:sp>
          <p:nvSpPr>
            <p:cNvPr id="11" name="圆角矩形 7">
              <a:extLst>
                <a:ext uri="{FF2B5EF4-FFF2-40B4-BE49-F238E27FC236}">
                  <a16:creationId xmlns:a16="http://schemas.microsoft.com/office/drawing/2014/main" id="{55F7A278-CB52-1034-4F99-A92A5BB9E654}"/>
                </a:ext>
              </a:extLst>
            </p:cNvPr>
            <p:cNvSpPr/>
            <p:nvPr/>
          </p:nvSpPr>
          <p:spPr>
            <a:xfrm>
              <a:off x="6358532" y="5322863"/>
              <a:ext cx="1596043" cy="498764"/>
            </a:xfrm>
            <a:prstGeom prst="roundRect">
              <a:avLst/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113E8D8-DE2D-3CBB-DC05-1CF117878827}"/>
                </a:ext>
              </a:extLst>
            </p:cNvPr>
            <p:cNvSpPr txBox="1"/>
            <p:nvPr/>
          </p:nvSpPr>
          <p:spPr>
            <a:xfrm>
              <a:off x="8515886" y="5411229"/>
              <a:ext cx="3107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使能端为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跟随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42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E2B4A-BBD5-3B4F-E5C1-06BDD0BAF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8C19D7F-523C-D2BA-A214-088BDE4AFC1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三态缓冲器的应用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B6FBCF-3BC9-1EE5-9A79-C0D52904CC0F}"/>
              </a:ext>
            </a:extLst>
          </p:cNvPr>
          <p:cNvSpPr txBox="1"/>
          <p:nvPr/>
        </p:nvSpPr>
        <p:spPr>
          <a:xfrm>
            <a:off x="347730" y="1287463"/>
            <a:ext cx="7183370" cy="3208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在连接多个设备的总线上使用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有许多不同的设备同时连接在同一总线上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在某一个时刻只允许一个设备的使能信号有效，并向总线输出数据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其它设备的输出必须浮空，以防止总线竞争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任何设备在任何时刻都可以通过总线读取信息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54FDF070-6A56-F4DE-295E-7C12649583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0491670"/>
              </p:ext>
            </p:extLst>
          </p:nvPr>
        </p:nvGraphicFramePr>
        <p:xfrm>
          <a:off x="8175625" y="1287463"/>
          <a:ext cx="2649538" cy="518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43000" imgH="2238120" progId="Visio.Drawing.11">
                  <p:embed/>
                </p:oleObj>
              </mc:Choice>
              <mc:Fallback>
                <p:oleObj name="Visio" r:id="rId5" imgW="1143000" imgH="2238120" progId="Visio.Drawing.11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25" y="1287463"/>
                        <a:ext cx="2649538" cy="518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164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259F-AA9E-0E51-ABCB-6589D004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4E29B5E-F653-B1D1-E0A0-66C2F614A62E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7BA1944-608B-D51F-51D7-C15BB738857C}"/>
              </a:ext>
            </a:extLst>
          </p:cNvPr>
          <p:cNvGrpSpPr/>
          <p:nvPr/>
        </p:nvGrpSpPr>
        <p:grpSpPr>
          <a:xfrm>
            <a:off x="147215" y="2411404"/>
            <a:ext cx="3693334" cy="2042945"/>
            <a:chOff x="117" y="2141"/>
            <a:chExt cx="4129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2F0181A-98F3-77EA-31CF-88459850096F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第二章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组合逻辑电路设计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1CF2BD2-6293-490B-AA3D-2707194468BC}"/>
                </a:ext>
              </a:extLst>
            </p:cNvPr>
            <p:cNvSpPr/>
            <p:nvPr/>
          </p:nvSpPr>
          <p:spPr>
            <a:xfrm>
              <a:off x="176" y="4190"/>
              <a:ext cx="4012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Combinational Circuit Design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5B0BB2E-F801-7D99-2FE1-92F6338C143F}"/>
              </a:ext>
            </a:extLst>
          </p:cNvPr>
          <p:cNvGrpSpPr/>
          <p:nvPr/>
        </p:nvGrpSpPr>
        <p:grpSpPr>
          <a:xfrm>
            <a:off x="4756382" y="1259972"/>
            <a:ext cx="5874985" cy="4365976"/>
            <a:chOff x="4679263" y="1182853"/>
            <a:chExt cx="5874985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2465F98-0ABE-96AC-484F-8283A928187F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268F302B-806D-44CB-29EA-8746A0351298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8CC59A31-FC51-4A9D-8B77-FA1677729CA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EC386BC-336B-81B6-2EE3-759B5028D01D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B498213B-B824-BC51-1487-564EFC27491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2C36CF69-BDE6-3FB2-DB65-BE440A3DC59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组合逻辑电路的化简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9D6DE24-05E2-2877-55D3-244D6E26310D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2F1FDAE0-F70B-0915-4D5D-9DD6977EEA7B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EBF0DCDB-EC5A-515B-FB52-81AC3EDE443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组合逻辑电路模块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590B2CE-0399-AC1F-A572-2A73B854CE47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025FB24A-458C-E0D0-34DD-0B83E0598B5B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B97A0E5F-C692-5F87-8780-B8AAFE3090A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组合逻辑电路时序分析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978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F6ECC-959F-847E-E70F-55044E8BE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90DF60A-96DA-2F36-71E8-6ABF50AE2C3C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A191721-E58D-D90E-0853-B2D8A7B87457}"/>
              </a:ext>
            </a:extLst>
          </p:cNvPr>
          <p:cNvGrpSpPr/>
          <p:nvPr/>
        </p:nvGrpSpPr>
        <p:grpSpPr>
          <a:xfrm>
            <a:off x="4756382" y="1259972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B6DB4C08-A53E-ED70-1A0D-47E6F5289C67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CCBEA230-08BC-8A85-9C70-1FD29F1C6FE1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代数法（自学）</a:t>
              </a:r>
            </a:p>
          </p:txBody>
        </p:sp>
      </p:grpSp>
      <p:sp>
        <p:nvSpPr>
          <p:cNvPr id="8" name="圆角矩形 5">
            <a:extLst>
              <a:ext uri="{FF2B5EF4-FFF2-40B4-BE49-F238E27FC236}">
                <a16:creationId xmlns:a16="http://schemas.microsoft.com/office/drawing/2014/main" id="{1AFA0158-816E-7591-F2BC-8CC18D1C2EAE}"/>
              </a:ext>
            </a:extLst>
          </p:cNvPr>
          <p:cNvSpPr/>
          <p:nvPr/>
        </p:nvSpPr>
        <p:spPr>
          <a:xfrm>
            <a:off x="4756382" y="2461587"/>
            <a:ext cx="807721" cy="761130"/>
          </a:xfrm>
          <a:prstGeom prst="round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lIns="72000" r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noProof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2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SubTitle_1">
            <a:extLst>
              <a:ext uri="{FF2B5EF4-FFF2-40B4-BE49-F238E27FC236}">
                <a16:creationId xmlns:a16="http://schemas.microsoft.com/office/drawing/2014/main" id="{84ED9311-F711-272D-8B8C-2D73111D48E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2574190"/>
            <a:ext cx="4312318" cy="5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F46E55-735C-39F9-D194-C012CC70C22B}"/>
              </a:ext>
            </a:extLst>
          </p:cNvPr>
          <p:cNvSpPr/>
          <p:nvPr/>
        </p:nvSpPr>
        <p:spPr>
          <a:xfrm>
            <a:off x="1032931" y="618424"/>
            <a:ext cx="1902774" cy="560153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化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简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64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B435-30B5-8105-A87F-339DA7BA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440487B0-866D-3EF0-B4C4-ABF23CEF5E02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4EC984-873A-DB26-2D84-2BCA257B6E7B}"/>
              </a:ext>
            </a:extLst>
          </p:cNvPr>
          <p:cNvGrpSpPr/>
          <p:nvPr/>
        </p:nvGrpSpPr>
        <p:grpSpPr>
          <a:xfrm>
            <a:off x="4756382" y="1259972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7F333045-395C-870E-DBED-C4569D2C65BB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AD6A2B9B-0A1E-2C19-2897-00C5CDA2D291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代数法（自学）</a:t>
              </a:r>
            </a:p>
          </p:txBody>
        </p:sp>
      </p:grpSp>
      <p:sp>
        <p:nvSpPr>
          <p:cNvPr id="8" name="圆角矩形 5">
            <a:extLst>
              <a:ext uri="{FF2B5EF4-FFF2-40B4-BE49-F238E27FC236}">
                <a16:creationId xmlns:a16="http://schemas.microsoft.com/office/drawing/2014/main" id="{07F0EB9C-3F09-5627-FCD3-249C860D9DCD}"/>
              </a:ext>
            </a:extLst>
          </p:cNvPr>
          <p:cNvSpPr/>
          <p:nvPr/>
        </p:nvSpPr>
        <p:spPr>
          <a:xfrm>
            <a:off x="4756382" y="2461587"/>
            <a:ext cx="807721" cy="761130"/>
          </a:xfrm>
          <a:prstGeom prst="round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lIns="72000" r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noProof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2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SubTitle_1">
            <a:extLst>
              <a:ext uri="{FF2B5EF4-FFF2-40B4-BE49-F238E27FC236}">
                <a16:creationId xmlns:a16="http://schemas.microsoft.com/office/drawing/2014/main" id="{E181F889-FFEC-897E-6DA8-EF6B2656B8D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2574190"/>
            <a:ext cx="4312318" cy="5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1733D8-6AE0-6E64-C51A-BD46D6000F23}"/>
              </a:ext>
            </a:extLst>
          </p:cNvPr>
          <p:cNvSpPr/>
          <p:nvPr/>
        </p:nvSpPr>
        <p:spPr>
          <a:xfrm>
            <a:off x="1032931" y="618424"/>
            <a:ext cx="1902774" cy="560153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化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简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137C79BA-7729-9520-EDC6-EC0DB2392BF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3459631"/>
            <a:ext cx="431231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卡诺图法的基本概念</a:t>
            </a: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F241DA4C-18D0-4FC7-3164-ED5F6BF3639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6" y="4215592"/>
            <a:ext cx="453625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在卡诺图中合并最小项</a:t>
            </a:r>
          </a:p>
        </p:txBody>
      </p:sp>
      <p:sp>
        <p:nvSpPr>
          <p:cNvPr id="18" name="MH_SubTitle_1">
            <a:extLst>
              <a:ext uri="{FF2B5EF4-FFF2-40B4-BE49-F238E27FC236}">
                <a16:creationId xmlns:a16="http://schemas.microsoft.com/office/drawing/2014/main" id="{7C0EF35D-523A-FD69-692C-A4ECAF34BE9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87906" y="4971553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使用卡诺图化简表达式</a:t>
            </a:r>
          </a:p>
        </p:txBody>
      </p:sp>
      <p:sp>
        <p:nvSpPr>
          <p:cNvPr id="19" name="MH_SubTitle_1">
            <a:extLst>
              <a:ext uri="{FF2B5EF4-FFF2-40B4-BE49-F238E27FC236}">
                <a16:creationId xmlns:a16="http://schemas.microsoft.com/office/drawing/2014/main" id="{2BC997B3-71AF-605F-AA2F-5ECAF3A17EF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87907" y="5727514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使用无关项化简表达式</a:t>
            </a:r>
          </a:p>
        </p:txBody>
      </p:sp>
    </p:spTree>
    <p:extLst>
      <p:ext uri="{BB962C8B-B14F-4D97-AF65-F5344CB8AC3E}">
        <p14:creationId xmlns:p14="http://schemas.microsoft.com/office/powerpoint/2010/main" val="245281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041DD-250E-3A02-7F62-3BFE98ED9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F017126-23B2-A975-338B-D5B1D027B72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什么是卡诺图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A2494D3-3874-FE96-1C0F-A92E56A77456}"/>
                  </a:ext>
                </a:extLst>
              </p:cNvPr>
              <p:cNvSpPr txBox="1"/>
              <p:nvPr/>
            </p:nvSpPr>
            <p:spPr>
              <a:xfrm>
                <a:off x="347730" y="1033463"/>
                <a:ext cx="11514070" cy="2396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通过合并项可以实现布尔表达式的化简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𝑷𝑨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altLang="zh-CN" sz="24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卡诺图化简法是将逻辑函数用一种称为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“卡诺图”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的图形来表示</a:t>
                </a:r>
                <a:r>
                  <a:rPr lang="en-US" altLang="zh-CN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然后在卡诺图上进行函数化简的方法。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3A2494D3-3874-FE96-1C0F-A92E56A77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30" y="1033463"/>
                <a:ext cx="11514070" cy="2396938"/>
              </a:xfrm>
              <a:prstGeom prst="rect">
                <a:avLst/>
              </a:prstGeom>
              <a:blipFill>
                <a:blip r:embed="rId4"/>
                <a:stretch>
                  <a:fillRect l="-688" r="-847" b="-5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E32DD947-5265-9A62-4EA2-F97D64C27E02}"/>
              </a:ext>
            </a:extLst>
          </p:cNvPr>
          <p:cNvGrpSpPr/>
          <p:nvPr/>
        </p:nvGrpSpPr>
        <p:grpSpPr>
          <a:xfrm>
            <a:off x="3820161" y="3981800"/>
            <a:ext cx="3667759" cy="2185789"/>
            <a:chOff x="3881121" y="4085788"/>
            <a:chExt cx="3667759" cy="218578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A0537C2-1733-DBBF-367D-2796DEA40BDF}"/>
                </a:ext>
              </a:extLst>
            </p:cNvPr>
            <p:cNvSpPr/>
            <p:nvPr/>
          </p:nvSpPr>
          <p:spPr>
            <a:xfrm>
              <a:off x="4673600" y="4856480"/>
              <a:ext cx="2875280" cy="1415097"/>
            </a:xfrm>
            <a:prstGeom prst="rect">
              <a:avLst/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510E8F8-0716-29E7-F4D1-4077E778D236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4673600" y="5564029"/>
              <a:ext cx="2875280" cy="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EB2D111-9D54-5B63-6DC8-E640D3559CF0}"/>
                </a:ext>
              </a:extLst>
            </p:cNvPr>
            <p:cNvCxnSpPr>
              <a:cxnSpLocks/>
              <a:stCxn id="4" idx="0"/>
              <a:endCxn id="4" idx="2"/>
            </p:cNvCxnSpPr>
            <p:nvPr/>
          </p:nvCxnSpPr>
          <p:spPr>
            <a:xfrm>
              <a:off x="6111240" y="4856480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A5B8F36-66EB-0DB3-D643-BE6F42BF21C7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80" y="4856480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01A8ABA-2E38-F323-A0B4-A5B1A8413515}"/>
                </a:ext>
              </a:extLst>
            </p:cNvPr>
            <p:cNvCxnSpPr>
              <a:cxnSpLocks/>
            </p:cNvCxnSpPr>
            <p:nvPr/>
          </p:nvCxnSpPr>
          <p:spPr>
            <a:xfrm>
              <a:off x="6812280" y="4856480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A6DFAB9-F9B7-EBF8-9FE8-89F900C42AC3}"/>
                </a:ext>
              </a:extLst>
            </p:cNvPr>
            <p:cNvCxnSpPr>
              <a:cxnSpLocks/>
            </p:cNvCxnSpPr>
            <p:nvPr/>
          </p:nvCxnSpPr>
          <p:spPr>
            <a:xfrm>
              <a:off x="3942080" y="4133280"/>
              <a:ext cx="736601" cy="73336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6878759-5FCE-3BD6-45F0-216EBE485DA9}"/>
                </a:ext>
              </a:extLst>
            </p:cNvPr>
            <p:cNvSpPr txBox="1"/>
            <p:nvPr/>
          </p:nvSpPr>
          <p:spPr>
            <a:xfrm>
              <a:off x="3881121" y="4499960"/>
              <a:ext cx="441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82E1837-3E0A-495A-969A-2F24835E889D}"/>
                </a:ext>
              </a:extLst>
            </p:cNvPr>
            <p:cNvSpPr txBox="1"/>
            <p:nvPr/>
          </p:nvSpPr>
          <p:spPr>
            <a:xfrm>
              <a:off x="4323081" y="4085788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7900BE8-49EF-9239-8FED-F99FDECBD89C}"/>
                </a:ext>
              </a:extLst>
            </p:cNvPr>
            <p:cNvSpPr txBox="1"/>
            <p:nvPr/>
          </p:nvSpPr>
          <p:spPr>
            <a:xfrm>
              <a:off x="466090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9D3D5E4-CE46-9816-0F2B-8C5496B0BCAF}"/>
                </a:ext>
              </a:extLst>
            </p:cNvPr>
            <p:cNvSpPr txBox="1"/>
            <p:nvPr/>
          </p:nvSpPr>
          <p:spPr>
            <a:xfrm>
              <a:off x="539242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CF4FC48-952E-C47C-BB38-70AB20985884}"/>
                </a:ext>
              </a:extLst>
            </p:cNvPr>
            <p:cNvSpPr txBox="1"/>
            <p:nvPr/>
          </p:nvSpPr>
          <p:spPr>
            <a:xfrm>
              <a:off x="610362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78F5CDB-1194-C815-3DDC-2D088134949E}"/>
                </a:ext>
              </a:extLst>
            </p:cNvPr>
            <p:cNvSpPr txBox="1"/>
            <p:nvPr/>
          </p:nvSpPr>
          <p:spPr>
            <a:xfrm>
              <a:off x="680466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979EC5A-4FA0-0888-C878-D87B9B35218C}"/>
                </a:ext>
              </a:extLst>
            </p:cNvPr>
            <p:cNvSpPr txBox="1"/>
            <p:nvPr/>
          </p:nvSpPr>
          <p:spPr>
            <a:xfrm>
              <a:off x="4300221" y="5033265"/>
              <a:ext cx="36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A4013C8-6A22-9B37-B120-9D007EC3BF31}"/>
                </a:ext>
              </a:extLst>
            </p:cNvPr>
            <p:cNvSpPr txBox="1"/>
            <p:nvPr/>
          </p:nvSpPr>
          <p:spPr>
            <a:xfrm>
              <a:off x="4300221" y="5724145"/>
              <a:ext cx="36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93C6C70-223E-4C56-88EF-0DAA3E42A9AD}"/>
                </a:ext>
              </a:extLst>
            </p:cNvPr>
            <p:cNvGrpSpPr/>
            <p:nvPr/>
          </p:nvGrpSpPr>
          <p:grpSpPr>
            <a:xfrm>
              <a:off x="4860881" y="5023105"/>
              <a:ext cx="360000" cy="1090990"/>
              <a:chOff x="4860881" y="5033265"/>
              <a:chExt cx="360000" cy="1090990"/>
            </a:xfrm>
          </p:grpSpPr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C4F6722-C001-4BDF-E274-D4B11BD772B9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E4FE240-87AB-3E8C-A5D3-16FC43935369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F05C315F-A1A2-505F-0905-6A238CA84945}"/>
                </a:ext>
              </a:extLst>
            </p:cNvPr>
            <p:cNvGrpSpPr/>
            <p:nvPr/>
          </p:nvGrpSpPr>
          <p:grpSpPr>
            <a:xfrm>
              <a:off x="5575468" y="5023105"/>
              <a:ext cx="360000" cy="1090990"/>
              <a:chOff x="4860881" y="5033265"/>
              <a:chExt cx="360000" cy="1090990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9CD369D-1C40-8EDF-1675-D830770B9023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F96EA65-4C5E-55C6-ADD8-AE3AB62ED847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4E72FB7A-A768-5739-6185-F84B78287F73}"/>
                </a:ext>
              </a:extLst>
            </p:cNvPr>
            <p:cNvGrpSpPr/>
            <p:nvPr/>
          </p:nvGrpSpPr>
          <p:grpSpPr>
            <a:xfrm>
              <a:off x="6290055" y="5023105"/>
              <a:ext cx="360000" cy="1090990"/>
              <a:chOff x="4860881" y="5033265"/>
              <a:chExt cx="360000" cy="1090990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7AE4E62-59B0-90E9-89DB-4B399BD50627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532585E-5D68-7C6A-F5ED-210530FDFEB6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9CE045C9-B32B-3547-396A-5C90151DFECB}"/>
                </a:ext>
              </a:extLst>
            </p:cNvPr>
            <p:cNvGrpSpPr/>
            <p:nvPr/>
          </p:nvGrpSpPr>
          <p:grpSpPr>
            <a:xfrm>
              <a:off x="7004641" y="5023105"/>
              <a:ext cx="360000" cy="1090990"/>
              <a:chOff x="4860881" y="5033265"/>
              <a:chExt cx="360000" cy="1090990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F2B9B69-4950-E93C-0E2C-CA9FDA9356D9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BF88DBD-E9B6-03AA-D1AB-1D65D8843D98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9A2953DF-0DA4-927D-0296-82CBB77E14FD}"/>
              </a:ext>
            </a:extLst>
          </p:cNvPr>
          <p:cNvSpPr txBox="1"/>
          <p:nvPr/>
        </p:nvSpPr>
        <p:spPr>
          <a:xfrm>
            <a:off x="3368041" y="3818779"/>
            <a:ext cx="490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41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1B83-0EEC-DA8B-C00E-B5C141637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5B0428B-3E96-E649-4CE9-AD9E4DDCCA6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卡诺图的构成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80251D-7631-9894-ED3D-70080E463009}"/>
              </a:ext>
            </a:extLst>
          </p:cNvPr>
          <p:cNvSpPr txBox="1"/>
          <p:nvPr/>
        </p:nvSpPr>
        <p:spPr>
          <a:xfrm>
            <a:off x="348748" y="1277890"/>
            <a:ext cx="7565835" cy="4556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卡诺图是一种包含一些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小方块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的几何图形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图中每个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小方块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称为一个单元，每个单元对应一个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</a:t>
            </a:r>
            <a:endParaRPr lang="en-US" altLang="zh-CN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2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endParaRPr lang="en-US" altLang="zh-CN" sz="22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相邻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的最小项在卡诺图中也必须是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相邻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的。卡诺图中相邻的含义：</a:t>
            </a:r>
            <a:endParaRPr lang="en-US" altLang="zh-CN" sz="22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几何相邻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：卡诺图中左右紧挨着或者上下相接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对称相邻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：卡诺图中对称位置的单元是相邻的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FBB261-0B9F-A815-F549-2AEAFE74B32A}"/>
              </a:ext>
            </a:extLst>
          </p:cNvPr>
          <p:cNvGrpSpPr/>
          <p:nvPr/>
        </p:nvGrpSpPr>
        <p:grpSpPr>
          <a:xfrm>
            <a:off x="8106945" y="1280738"/>
            <a:ext cx="3667759" cy="2185789"/>
            <a:chOff x="7934961" y="4083400"/>
            <a:chExt cx="3667759" cy="218578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2706995-4501-293F-D89E-F4E6211C17EC}"/>
                </a:ext>
              </a:extLst>
            </p:cNvPr>
            <p:cNvSpPr/>
            <p:nvPr/>
          </p:nvSpPr>
          <p:spPr>
            <a:xfrm>
              <a:off x="8727440" y="4854092"/>
              <a:ext cx="2875280" cy="1415097"/>
            </a:xfrm>
            <a:prstGeom prst="rect">
              <a:avLst/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9EBD0921-655E-A6E5-5BF6-57E86EAA84BC}"/>
                </a:ext>
              </a:extLst>
            </p:cNvPr>
            <p:cNvCxnSpPr>
              <a:stCxn id="4" idx="1"/>
              <a:endCxn id="4" idx="3"/>
            </p:cNvCxnSpPr>
            <p:nvPr/>
          </p:nvCxnSpPr>
          <p:spPr>
            <a:xfrm>
              <a:off x="8727440" y="5561641"/>
              <a:ext cx="2875280" cy="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D969A2D-09BA-E3D1-6185-1FD237128E4E}"/>
                </a:ext>
              </a:extLst>
            </p:cNvPr>
            <p:cNvCxnSpPr>
              <a:cxnSpLocks/>
              <a:stCxn id="4" idx="0"/>
              <a:endCxn id="4" idx="2"/>
            </p:cNvCxnSpPr>
            <p:nvPr/>
          </p:nvCxnSpPr>
          <p:spPr>
            <a:xfrm>
              <a:off x="10165080" y="4854092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9DE78B1-DF6B-CFC3-1C11-C0D00B9A2B44}"/>
                </a:ext>
              </a:extLst>
            </p:cNvPr>
            <p:cNvCxnSpPr>
              <a:cxnSpLocks/>
            </p:cNvCxnSpPr>
            <p:nvPr/>
          </p:nvCxnSpPr>
          <p:spPr>
            <a:xfrm>
              <a:off x="9443720" y="4854092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E523D0F-0C73-85A7-DBB3-F24E0C0AC9E9}"/>
                </a:ext>
              </a:extLst>
            </p:cNvPr>
            <p:cNvCxnSpPr>
              <a:cxnSpLocks/>
            </p:cNvCxnSpPr>
            <p:nvPr/>
          </p:nvCxnSpPr>
          <p:spPr>
            <a:xfrm>
              <a:off x="10866120" y="4854092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DD729E5-ACAB-1A7F-3956-14538A07C258}"/>
                </a:ext>
              </a:extLst>
            </p:cNvPr>
            <p:cNvCxnSpPr>
              <a:cxnSpLocks/>
            </p:cNvCxnSpPr>
            <p:nvPr/>
          </p:nvCxnSpPr>
          <p:spPr>
            <a:xfrm>
              <a:off x="7995920" y="4130892"/>
              <a:ext cx="736601" cy="73336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EC6D185-3EE0-3BDC-E7D0-16FE93FC6CA8}"/>
                </a:ext>
              </a:extLst>
            </p:cNvPr>
            <p:cNvSpPr txBox="1"/>
            <p:nvPr/>
          </p:nvSpPr>
          <p:spPr>
            <a:xfrm>
              <a:off x="7934961" y="4497572"/>
              <a:ext cx="441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5C17379-2471-07A2-62AD-51C41628314B}"/>
                </a:ext>
              </a:extLst>
            </p:cNvPr>
            <p:cNvSpPr txBox="1"/>
            <p:nvPr/>
          </p:nvSpPr>
          <p:spPr>
            <a:xfrm>
              <a:off x="8376921" y="4083400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22ADE8B-95C6-8D9E-E8FB-FD6C84CB7D1F}"/>
                </a:ext>
              </a:extLst>
            </p:cNvPr>
            <p:cNvSpPr txBox="1"/>
            <p:nvPr/>
          </p:nvSpPr>
          <p:spPr>
            <a:xfrm>
              <a:off x="8714740" y="4443822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517FF2B-6BCA-DE09-DC59-11C2624BD64C}"/>
                </a:ext>
              </a:extLst>
            </p:cNvPr>
            <p:cNvSpPr txBox="1"/>
            <p:nvPr/>
          </p:nvSpPr>
          <p:spPr>
            <a:xfrm>
              <a:off x="9446260" y="4443822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41D4753-E08A-1185-E220-8CBCD0E88C83}"/>
                </a:ext>
              </a:extLst>
            </p:cNvPr>
            <p:cNvSpPr txBox="1"/>
            <p:nvPr/>
          </p:nvSpPr>
          <p:spPr>
            <a:xfrm>
              <a:off x="10157460" y="4443822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0A21AA4-E18A-5593-AD28-7C52CAA2CE11}"/>
                </a:ext>
              </a:extLst>
            </p:cNvPr>
            <p:cNvSpPr txBox="1"/>
            <p:nvPr/>
          </p:nvSpPr>
          <p:spPr>
            <a:xfrm>
              <a:off x="10858500" y="4443822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20D2FAE-FD58-9BAD-A2C2-42ABC49E0AB4}"/>
                </a:ext>
              </a:extLst>
            </p:cNvPr>
            <p:cNvSpPr txBox="1"/>
            <p:nvPr/>
          </p:nvSpPr>
          <p:spPr>
            <a:xfrm>
              <a:off x="8354061" y="5030877"/>
              <a:ext cx="36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5915FC8-9307-99F1-9190-322ABEEA92AF}"/>
                </a:ext>
              </a:extLst>
            </p:cNvPr>
            <p:cNvSpPr txBox="1"/>
            <p:nvPr/>
          </p:nvSpPr>
          <p:spPr>
            <a:xfrm>
              <a:off x="8354061" y="5721757"/>
              <a:ext cx="36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781B2F9A-51E8-BB51-C2DC-6BD03C9383A4}"/>
                </a:ext>
              </a:extLst>
            </p:cNvPr>
            <p:cNvGrpSpPr/>
            <p:nvPr/>
          </p:nvGrpSpPr>
          <p:grpSpPr>
            <a:xfrm>
              <a:off x="8924881" y="5020717"/>
              <a:ext cx="360000" cy="1091695"/>
              <a:chOff x="8924881" y="5020717"/>
              <a:chExt cx="360000" cy="10916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766891EF-2BB4-18EA-F864-BBEB6B637C10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zh-CN" alt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e>
                          </m:acc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766891EF-2BB4-18EA-F864-BBEB6B637C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7458" r="-305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8AC2E196-72EA-AA9B-F228-F7BD4DDA84F1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zh-CN" altLang="en-US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</m:t>
                          </m:r>
                        </m:oMath>
                      </m:oMathPara>
                    </a14:m>
                    <a:endPara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8AC2E196-72EA-AA9B-F228-F7BD4DDA84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7458" r="-305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6AA337F-D877-3385-2A44-009F7F1B14D8}"/>
                </a:ext>
              </a:extLst>
            </p:cNvPr>
            <p:cNvGrpSpPr/>
            <p:nvPr/>
          </p:nvGrpSpPr>
          <p:grpSpPr>
            <a:xfrm>
              <a:off x="9636421" y="5020717"/>
              <a:ext cx="360000" cy="1091695"/>
              <a:chOff x="8924881" y="5020717"/>
              <a:chExt cx="360000" cy="10916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F7315508-6E96-522C-5823-6356CF1F8078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zh-CN" alt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  <m:acc>
                            <m:accPr>
                              <m:chr m:val="̅"/>
                              <m:ctrlP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e>
                          </m:acc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F7315508-6E96-522C-5823-6356CF1F80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9153" r="-288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D35150FA-32C9-410C-7299-B0052B0CEDCF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zh-CN" alt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BC</m:t>
                          </m:r>
                        </m:oMath>
                      </m:oMathPara>
                    </a14:m>
                    <a:endPara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D35150FA-32C9-410C-7299-B0052B0CED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9153" r="-288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D0B4080-9FEB-5CDF-27CD-D9D121E2634B}"/>
                </a:ext>
              </a:extLst>
            </p:cNvPr>
            <p:cNvGrpSpPr/>
            <p:nvPr/>
          </p:nvGrpSpPr>
          <p:grpSpPr>
            <a:xfrm>
              <a:off x="10347961" y="5020717"/>
              <a:ext cx="360000" cy="1091695"/>
              <a:chOff x="8924881" y="5020717"/>
              <a:chExt cx="360000" cy="10916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050D07C0-EC78-0C50-5C58-F7A854291676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  <m:acc>
                            <m:accPr>
                              <m:chr m:val="̅"/>
                              <m:ctrlP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e>
                          </m:acc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050D07C0-EC78-0C50-5C58-F7A85429167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9153" r="-288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69CED035-2D4E-3545-4054-655923C17EE5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altLang="zh-CN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BC</m:t>
                          </m:r>
                        </m:oMath>
                      </m:oMathPara>
                    </a14:m>
                    <a:endPara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5" name="文本框 24">
                    <a:extLst>
                      <a:ext uri="{FF2B5EF4-FFF2-40B4-BE49-F238E27FC236}">
                        <a16:creationId xmlns:a16="http://schemas.microsoft.com/office/drawing/2014/main" id="{69CED035-2D4E-3545-4054-655923C17E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9153" r="-288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1E739036-217D-513B-C3EC-36D14A7F1D06}"/>
                </a:ext>
              </a:extLst>
            </p:cNvPr>
            <p:cNvGrpSpPr/>
            <p:nvPr/>
          </p:nvGrpSpPr>
          <p:grpSpPr>
            <a:xfrm>
              <a:off x="11059501" y="5020717"/>
              <a:ext cx="360000" cy="1091695"/>
              <a:chOff x="8924881" y="5020717"/>
              <a:chExt cx="360000" cy="10916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D29E6DCE-2739-A889-23A9-A773417D2AA8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acc>
                            <m:accPr>
                              <m:chr m:val="̅"/>
                              <m:ctrlPr>
                                <a:rPr lang="zh-CN" altLang="en-U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zh-CN" alt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</m:t>
                              </m:r>
                            </m:e>
                          </m:acc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D29E6DCE-2739-A889-23A9-A773417D2A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020717"/>
                    <a:ext cx="360000" cy="40081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7458" r="-305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BBEAF077-C455-122B-4BF1-19FC08632BE9}"/>
                      </a:ext>
                    </a:extLst>
                  </p:cNvPr>
                  <p:cNvSpPr txBox="1"/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acc>
                            <m:accPr>
                              <m:chr m:val="̅"/>
                              <m:ctrlPr>
                                <a:rPr lang="zh-CN" altLang="en-US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B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C</m:t>
                          </m:r>
                        </m:oMath>
                      </m:oMathPara>
                    </a14:m>
                    <a:endParaRPr lang="zh-CN" altLang="en-US" sz="18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 xmlns=""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BBEAF077-C455-122B-4BF1-19FC08632B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4881" y="5711597"/>
                    <a:ext cx="360000" cy="40081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7458" r="-305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5311B617-AC57-BAB9-3263-E01BB2938C76}"/>
              </a:ext>
            </a:extLst>
          </p:cNvPr>
          <p:cNvGrpSpPr/>
          <p:nvPr/>
        </p:nvGrpSpPr>
        <p:grpSpPr>
          <a:xfrm>
            <a:off x="8884630" y="3633152"/>
            <a:ext cx="2852670" cy="2620903"/>
            <a:chOff x="347730" y="3900058"/>
            <a:chExt cx="2852670" cy="2620903"/>
          </a:xfrm>
        </p:grpSpPr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B105BF67-ACD7-01A7-A926-C94E434078B8}"/>
                </a:ext>
              </a:extLst>
            </p:cNvPr>
            <p:cNvCxnSpPr>
              <a:cxnSpLocks/>
            </p:cNvCxnSpPr>
            <p:nvPr/>
          </p:nvCxnSpPr>
          <p:spPr>
            <a:xfrm>
              <a:off x="347730" y="4286138"/>
              <a:ext cx="2852670" cy="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38780A73-BE6B-A96B-92CD-9962B424CCE0}"/>
                </a:ext>
              </a:extLst>
            </p:cNvPr>
            <p:cNvCxnSpPr>
              <a:cxnSpLocks/>
            </p:cNvCxnSpPr>
            <p:nvPr/>
          </p:nvCxnSpPr>
          <p:spPr>
            <a:xfrm>
              <a:off x="2513205" y="3920379"/>
              <a:ext cx="0" cy="2510901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370463B8-FF81-9B89-4F18-B7A86A8C9D41}"/>
                </a:ext>
              </a:extLst>
            </p:cNvPr>
            <p:cNvSpPr txBox="1"/>
            <p:nvPr/>
          </p:nvSpPr>
          <p:spPr>
            <a:xfrm>
              <a:off x="2606041" y="3920379"/>
              <a:ext cx="4902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A8851081-E614-2A8A-C3F7-E5D5F7A48186}"/>
                </a:ext>
              </a:extLst>
            </p:cNvPr>
            <p:cNvGrpSpPr/>
            <p:nvPr/>
          </p:nvGrpSpPr>
          <p:grpSpPr>
            <a:xfrm>
              <a:off x="523114" y="3900058"/>
              <a:ext cx="1832484" cy="461665"/>
              <a:chOff x="523114" y="3900058"/>
              <a:chExt cx="1832484" cy="461665"/>
            </a:xfrm>
          </p:grpSpPr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50A6939-5909-CF8C-6014-2FAA392C67BC}"/>
                  </a:ext>
                </a:extLst>
              </p:cNvPr>
              <p:cNvSpPr txBox="1"/>
              <p:nvPr/>
            </p:nvSpPr>
            <p:spPr>
              <a:xfrm>
                <a:off x="523114" y="3900058"/>
                <a:ext cx="4902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6EEE614-5581-34EC-66D1-D31B099A92C2}"/>
                  </a:ext>
                </a:extLst>
              </p:cNvPr>
              <p:cNvSpPr txBox="1"/>
              <p:nvPr/>
            </p:nvSpPr>
            <p:spPr>
              <a:xfrm>
                <a:off x="1865376" y="3900058"/>
                <a:ext cx="4902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1A86AFC0-5E6D-BCCB-8011-49C2D450C730}"/>
                  </a:ext>
                </a:extLst>
              </p:cNvPr>
              <p:cNvSpPr txBox="1"/>
              <p:nvPr/>
            </p:nvSpPr>
            <p:spPr>
              <a:xfrm>
                <a:off x="1194245" y="3900058"/>
                <a:ext cx="4902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</p:txBody>
          </p: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BF923768-6E2A-CAE6-5DC2-3FA8E18DA692}"/>
                </a:ext>
              </a:extLst>
            </p:cNvPr>
            <p:cNvGrpSpPr/>
            <p:nvPr/>
          </p:nvGrpSpPr>
          <p:grpSpPr>
            <a:xfrm>
              <a:off x="523114" y="4286138"/>
              <a:ext cx="2583307" cy="400110"/>
              <a:chOff x="523114" y="4286138"/>
              <a:chExt cx="2583307" cy="400110"/>
            </a:xfrm>
          </p:grpSpPr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3628CAA0-C58F-FA93-AA7D-A8F5F787E3FF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1B453710-4875-3FC3-4897-88D4F7C7F0E2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493DB6E8-AB21-61A7-2502-43CDC992520E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45DF26C6-651F-5303-5D76-5F81B9963FC7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</p:grp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9D48397E-CE4B-2345-F365-B119DE302502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0E68AF3C-9BC0-7E75-266A-56E306BB1548}"/>
                </a:ext>
              </a:extLst>
            </p:cNvPr>
            <p:cNvGrpSpPr/>
            <p:nvPr/>
          </p:nvGrpSpPr>
          <p:grpSpPr>
            <a:xfrm>
              <a:off x="523114" y="4548240"/>
              <a:ext cx="2583307" cy="400110"/>
              <a:chOff x="523114" y="4286138"/>
              <a:chExt cx="2583307" cy="400110"/>
            </a:xfrm>
          </p:grpSpPr>
          <p:grpSp>
            <p:nvGrpSpPr>
              <p:cNvPr id="167" name="组合 166">
                <a:extLst>
                  <a:ext uri="{FF2B5EF4-FFF2-40B4-BE49-F238E27FC236}">
                    <a16:creationId xmlns:a16="http://schemas.microsoft.com/office/drawing/2014/main" id="{24E7A777-196E-0764-12EE-7C3E72BF42B4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435AEF47-AAD1-0481-E8E5-50DB48966887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9EF28E26-7AEF-2CF6-01CF-0B473E67D449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A235DF47-E1DA-0D62-A75B-FC095479F127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</p:grp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FC0937F7-A3B2-B3CE-54BF-F92DE3B1DE8D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E05D95EB-43A4-0AF3-9D3D-68A97D8F141C}"/>
                </a:ext>
              </a:extLst>
            </p:cNvPr>
            <p:cNvGrpSpPr/>
            <p:nvPr/>
          </p:nvGrpSpPr>
          <p:grpSpPr>
            <a:xfrm>
              <a:off x="523114" y="4810342"/>
              <a:ext cx="2583307" cy="400110"/>
              <a:chOff x="523114" y="4286138"/>
              <a:chExt cx="2583307" cy="400110"/>
            </a:xfrm>
          </p:grpSpPr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56C441A0-816B-047B-9383-0D0F259EDFAC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D6FDCEC1-FE43-BE04-CAC2-E603A4314673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1C008E69-D91D-E614-FC9D-525653DE3F07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2B332B0D-24D3-840B-AAA1-5EB565BA5413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</p:grp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B1F1C98A-74EE-F55B-1623-F5EB51EDEDFF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A071FD5-76FA-7FD9-025C-BCBFE3933E27}"/>
                </a:ext>
              </a:extLst>
            </p:cNvPr>
            <p:cNvGrpSpPr/>
            <p:nvPr/>
          </p:nvGrpSpPr>
          <p:grpSpPr>
            <a:xfrm>
              <a:off x="523114" y="5072444"/>
              <a:ext cx="2583307" cy="400110"/>
              <a:chOff x="523114" y="4286138"/>
              <a:chExt cx="2583307" cy="400110"/>
            </a:xfrm>
          </p:grpSpPr>
          <p:grpSp>
            <p:nvGrpSpPr>
              <p:cNvPr id="180" name="组合 179">
                <a:extLst>
                  <a:ext uri="{FF2B5EF4-FFF2-40B4-BE49-F238E27FC236}">
                    <a16:creationId xmlns:a16="http://schemas.microsoft.com/office/drawing/2014/main" id="{3362AD19-7A27-9C25-DBA7-5892870B208D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D2BAB926-09DA-10AB-A47C-D618E687CC19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86CDFD18-DC0A-37CB-0792-8944E1588FD2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70A63FC5-B8A1-3EE5-DDB5-5C5D33052557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</p:grp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849CC6B2-908E-6D1D-CB35-63D10D2386E7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  <p:grpSp>
          <p:nvGrpSpPr>
            <p:cNvPr id="185" name="组合 184">
              <a:extLst>
                <a:ext uri="{FF2B5EF4-FFF2-40B4-BE49-F238E27FC236}">
                  <a16:creationId xmlns:a16="http://schemas.microsoft.com/office/drawing/2014/main" id="{B13A8F53-F7B2-2DC9-0CBE-0086CCE1F002}"/>
                </a:ext>
              </a:extLst>
            </p:cNvPr>
            <p:cNvGrpSpPr/>
            <p:nvPr/>
          </p:nvGrpSpPr>
          <p:grpSpPr>
            <a:xfrm>
              <a:off x="523114" y="5334546"/>
              <a:ext cx="2583307" cy="400110"/>
              <a:chOff x="523114" y="4286138"/>
              <a:chExt cx="2583307" cy="400110"/>
            </a:xfrm>
          </p:grpSpPr>
          <p:grpSp>
            <p:nvGrpSpPr>
              <p:cNvPr id="186" name="组合 185">
                <a:extLst>
                  <a:ext uri="{FF2B5EF4-FFF2-40B4-BE49-F238E27FC236}">
                    <a16:creationId xmlns:a16="http://schemas.microsoft.com/office/drawing/2014/main" id="{319CBB92-49F1-8629-0D15-1B9414137CD7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188" name="文本框 187">
                  <a:extLst>
                    <a:ext uri="{FF2B5EF4-FFF2-40B4-BE49-F238E27FC236}">
                      <a16:creationId xmlns:a16="http://schemas.microsoft.com/office/drawing/2014/main" id="{90CAF7F3-3E73-55DE-3338-3B05A9853161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FC9D2B21-AFF1-9F65-A75F-4A8D69F37D28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62D06128-DFA5-BF0D-B3F7-B5154DCC3D01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</p:grp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DB76EB5F-A3AE-4046-E29B-86C0A26DC29D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51A9C9E4-99F3-7412-F331-4A81D1754BD1}"/>
                </a:ext>
              </a:extLst>
            </p:cNvPr>
            <p:cNvGrpSpPr/>
            <p:nvPr/>
          </p:nvGrpSpPr>
          <p:grpSpPr>
            <a:xfrm>
              <a:off x="523114" y="5596648"/>
              <a:ext cx="2583307" cy="400110"/>
              <a:chOff x="523114" y="4286138"/>
              <a:chExt cx="2583307" cy="400110"/>
            </a:xfrm>
          </p:grpSpPr>
          <p:grpSp>
            <p:nvGrpSpPr>
              <p:cNvPr id="192" name="组合 191">
                <a:extLst>
                  <a:ext uri="{FF2B5EF4-FFF2-40B4-BE49-F238E27FC236}">
                    <a16:creationId xmlns:a16="http://schemas.microsoft.com/office/drawing/2014/main" id="{5DCF69BF-33A9-A9B4-2C7B-8995813A6594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24B29F41-E7FA-F06B-E009-9966C9E05C22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775E673B-AE7E-FD83-E21F-4B132215764F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B3002CD4-06C6-9CF0-A689-D735D730CF84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</p:grpSp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6BDF1BBB-E141-E85E-0367-F8993715C1FC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04DE3A92-5E3F-3448-7750-2B471FCB0EC1}"/>
                </a:ext>
              </a:extLst>
            </p:cNvPr>
            <p:cNvGrpSpPr/>
            <p:nvPr/>
          </p:nvGrpSpPr>
          <p:grpSpPr>
            <a:xfrm>
              <a:off x="523114" y="5858750"/>
              <a:ext cx="2583307" cy="400110"/>
              <a:chOff x="523114" y="4286138"/>
              <a:chExt cx="2583307" cy="400110"/>
            </a:xfrm>
          </p:grpSpPr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0268C54A-D6BD-3D3A-F34C-51F951DDFCE8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92C6EADC-F73B-B6EE-228D-95926AB0CA81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文本框 200">
                  <a:extLst>
                    <a:ext uri="{FF2B5EF4-FFF2-40B4-BE49-F238E27FC236}">
                      <a16:creationId xmlns:a16="http://schemas.microsoft.com/office/drawing/2014/main" id="{E3B5CAA7-023F-D11A-27BE-4AC13FE4B1FF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</a:p>
              </p:txBody>
            </p:sp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2488F728-B631-5AE4-37F6-320A02244068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</p:grpSp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F9ACAAA8-9796-D65D-A33A-6096E90225F8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3AD2603C-CB77-ED70-CFC3-0787DCCB7606}"/>
                </a:ext>
              </a:extLst>
            </p:cNvPr>
            <p:cNvGrpSpPr/>
            <p:nvPr/>
          </p:nvGrpSpPr>
          <p:grpSpPr>
            <a:xfrm>
              <a:off x="523114" y="6120851"/>
              <a:ext cx="2583307" cy="400110"/>
              <a:chOff x="523114" y="4286138"/>
              <a:chExt cx="2583307" cy="400110"/>
            </a:xfrm>
          </p:grpSpPr>
          <p:grpSp>
            <p:nvGrpSpPr>
              <p:cNvPr id="204" name="组合 203">
                <a:extLst>
                  <a:ext uri="{FF2B5EF4-FFF2-40B4-BE49-F238E27FC236}">
                    <a16:creationId xmlns:a16="http://schemas.microsoft.com/office/drawing/2014/main" id="{61C77F81-06D3-2B36-6F8A-0A613D8D424C}"/>
                  </a:ext>
                </a:extLst>
              </p:cNvPr>
              <p:cNvGrpSpPr/>
              <p:nvPr/>
            </p:nvGrpSpPr>
            <p:grpSpPr>
              <a:xfrm>
                <a:off x="523114" y="4286138"/>
                <a:ext cx="1832484" cy="400110"/>
                <a:chOff x="482474" y="4580778"/>
                <a:chExt cx="1832484" cy="400110"/>
              </a:xfrm>
            </p:grpSpPr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BDE3A70F-7CC5-C993-CBC9-9F82759F5E78}"/>
                    </a:ext>
                  </a:extLst>
                </p:cNvPr>
                <p:cNvSpPr txBox="1"/>
                <p:nvPr/>
              </p:nvSpPr>
              <p:spPr>
                <a:xfrm>
                  <a:off x="482474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79C13C60-C47A-37A8-FEE5-CA35949FAA68}"/>
                    </a:ext>
                  </a:extLst>
                </p:cNvPr>
                <p:cNvSpPr txBox="1"/>
                <p:nvPr/>
              </p:nvSpPr>
              <p:spPr>
                <a:xfrm>
                  <a:off x="1824736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A2366296-6E8D-EC74-02EE-35196FFE0BF5}"/>
                    </a:ext>
                  </a:extLst>
                </p:cNvPr>
                <p:cNvSpPr txBox="1"/>
                <p:nvPr/>
              </p:nvSpPr>
              <p:spPr>
                <a:xfrm>
                  <a:off x="1153605" y="4580778"/>
                  <a:ext cx="49022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</a:p>
              </p:txBody>
            </p:sp>
          </p:grp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F055F5CA-9D00-7CE9-83B3-4D95B85DE3DA}"/>
                  </a:ext>
                </a:extLst>
              </p:cNvPr>
              <p:cNvSpPr txBox="1"/>
              <p:nvPr/>
            </p:nvSpPr>
            <p:spPr>
              <a:xfrm>
                <a:off x="2616199" y="4286138"/>
                <a:ext cx="4902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640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46C18-2878-C5F4-F24F-DC68CC2F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6822207-7914-AB91-1260-7C67E849138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三变量卡诺图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2" name="Group 57">
            <a:extLst>
              <a:ext uri="{FF2B5EF4-FFF2-40B4-BE49-F238E27FC236}">
                <a16:creationId xmlns:a16="http://schemas.microsoft.com/office/drawing/2014/main" id="{5395671D-6EC1-E0DE-E39B-0E1711BD5F09}"/>
              </a:ext>
            </a:extLst>
          </p:cNvPr>
          <p:cNvGrpSpPr>
            <a:grpSpLocks/>
          </p:cNvGrpSpPr>
          <p:nvPr/>
        </p:nvGrpSpPr>
        <p:grpSpPr bwMode="auto">
          <a:xfrm>
            <a:off x="793056" y="1626850"/>
            <a:ext cx="3376225" cy="1570899"/>
            <a:chOff x="2330" y="1934"/>
            <a:chExt cx="2794" cy="1300"/>
          </a:xfrm>
        </p:grpSpPr>
        <p:grpSp>
          <p:nvGrpSpPr>
            <p:cNvPr id="3" name="Group 5">
              <a:extLst>
                <a:ext uri="{FF2B5EF4-FFF2-40B4-BE49-F238E27FC236}">
                  <a16:creationId xmlns:a16="http://schemas.microsoft.com/office/drawing/2014/main" id="{CBF9081C-2E62-4595-9852-D81FDC92BE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0" y="1934"/>
              <a:ext cx="2794" cy="1282"/>
              <a:chOff x="2330" y="2954"/>
              <a:chExt cx="2794" cy="1282"/>
            </a:xfrm>
          </p:grpSpPr>
          <p:grpSp>
            <p:nvGrpSpPr>
              <p:cNvPr id="41" name="Group 6">
                <a:extLst>
                  <a:ext uri="{FF2B5EF4-FFF2-40B4-BE49-F238E27FC236}">
                    <a16:creationId xmlns:a16="http://schemas.microsoft.com/office/drawing/2014/main" id="{7DE769C8-A7DC-07FD-C6A5-E78C9CB67E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0" y="2954"/>
                <a:ext cx="2794" cy="1282"/>
                <a:chOff x="2330" y="2954"/>
                <a:chExt cx="2794" cy="1282"/>
              </a:xfrm>
            </p:grpSpPr>
            <p:sp>
              <p:nvSpPr>
                <p:cNvPr id="48" name="Rectangle 7">
                  <a:extLst>
                    <a:ext uri="{FF2B5EF4-FFF2-40B4-BE49-F238E27FC236}">
                      <a16:creationId xmlns:a16="http://schemas.microsoft.com/office/drawing/2014/main" id="{D1DFB402-781B-7DFB-7576-6B92D400BE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6" y="3324"/>
                  <a:ext cx="2448" cy="91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 sz="2000"/>
                </a:p>
              </p:txBody>
            </p:sp>
            <p:sp>
              <p:nvSpPr>
                <p:cNvPr id="49" name="Line 8">
                  <a:extLst>
                    <a:ext uri="{FF2B5EF4-FFF2-40B4-BE49-F238E27FC236}">
                      <a16:creationId xmlns:a16="http://schemas.microsoft.com/office/drawing/2014/main" id="{BB995DFF-516E-27D0-90ED-7CCF9CDD5D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804"/>
                  <a:ext cx="244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50" name="Line 9">
                  <a:extLst>
                    <a:ext uri="{FF2B5EF4-FFF2-40B4-BE49-F238E27FC236}">
                      <a16:creationId xmlns:a16="http://schemas.microsoft.com/office/drawing/2014/main" id="{8E85ADF0-CAE2-AC0D-B9E7-20C57B8384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88" y="3324"/>
                  <a:ext cx="0" cy="91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51" name="Line 10">
                  <a:extLst>
                    <a:ext uri="{FF2B5EF4-FFF2-40B4-BE49-F238E27FC236}">
                      <a16:creationId xmlns:a16="http://schemas.microsoft.com/office/drawing/2014/main" id="{0E16310E-9724-86EE-D825-B2B22FEAA6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3324"/>
                  <a:ext cx="0" cy="91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52" name="Line 11">
                  <a:extLst>
                    <a:ext uri="{FF2B5EF4-FFF2-40B4-BE49-F238E27FC236}">
                      <a16:creationId xmlns:a16="http://schemas.microsoft.com/office/drawing/2014/main" id="{3CEFD5D1-EB6E-8A84-0CAB-0BEFD22F0E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324"/>
                  <a:ext cx="0" cy="91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53" name="Line 12">
                  <a:extLst>
                    <a:ext uri="{FF2B5EF4-FFF2-40B4-BE49-F238E27FC236}">
                      <a16:creationId xmlns:a16="http://schemas.microsoft.com/office/drawing/2014/main" id="{A1028DE1-AB8F-F1D9-8759-F586EE540F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40" y="3084"/>
                  <a:ext cx="336" cy="24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400"/>
                </a:p>
              </p:txBody>
            </p:sp>
            <p:sp>
              <p:nvSpPr>
                <p:cNvPr id="54" name="Text Box 13">
                  <a:extLst>
                    <a:ext uri="{FF2B5EF4-FFF2-40B4-BE49-F238E27FC236}">
                      <a16:creationId xmlns:a16="http://schemas.microsoft.com/office/drawing/2014/main" id="{C7C090A9-3225-7029-C43F-F31FB03AA5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30" y="3134"/>
                  <a:ext cx="291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800">
                      <a:latin typeface="Times New Roman" panose="02020603050405020304" pitchFamily="18" charset="0"/>
                      <a:ea typeface="楷体_GB2312" pitchFamily="49" charset="-122"/>
                    </a:rPr>
                    <a:t>A</a:t>
                  </a:r>
                  <a:endParaRPr lang="en-US" altLang="zh-CN" sz="18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55" name="Text Box 14">
                  <a:extLst>
                    <a:ext uri="{FF2B5EF4-FFF2-40B4-BE49-F238E27FC236}">
                      <a16:creationId xmlns:a16="http://schemas.microsoft.com/office/drawing/2014/main" id="{3960CAB8-D6AD-8FC0-B190-40E3A2B227D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38" y="2954"/>
                  <a:ext cx="418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800">
                      <a:latin typeface="Times New Roman" panose="02020603050405020304" pitchFamily="18" charset="0"/>
                      <a:ea typeface="楷体_GB2312" pitchFamily="49" charset="-122"/>
                    </a:rPr>
                    <a:t>BC</a:t>
                  </a:r>
                </a:p>
              </p:txBody>
            </p:sp>
          </p:grpSp>
          <p:sp>
            <p:nvSpPr>
              <p:cNvPr id="42" name="Text Box 15">
                <a:extLst>
                  <a:ext uri="{FF2B5EF4-FFF2-40B4-BE49-F238E27FC236}">
                    <a16:creationId xmlns:a16="http://schemas.microsoft.com/office/drawing/2014/main" id="{457338AA-7CFF-732E-E97A-AB8A55CEA9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0" y="3422"/>
                <a:ext cx="248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43" name="Text Box 16">
                <a:extLst>
                  <a:ext uri="{FF2B5EF4-FFF2-40B4-BE49-F238E27FC236}">
                    <a16:creationId xmlns:a16="http://schemas.microsoft.com/office/drawing/2014/main" id="{51E79F55-6614-F39E-E4C0-80A402B4D1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864"/>
                <a:ext cx="248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44" name="Text Box 17">
                <a:extLst>
                  <a:ext uri="{FF2B5EF4-FFF2-40B4-BE49-F238E27FC236}">
                    <a16:creationId xmlns:a16="http://schemas.microsoft.com/office/drawing/2014/main" id="{404DB0C4-DBDD-B019-6CB9-E3C6AD1C09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6" y="3084"/>
                <a:ext cx="344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00</a:t>
                </a:r>
              </a:p>
            </p:txBody>
          </p:sp>
          <p:sp>
            <p:nvSpPr>
              <p:cNvPr id="45" name="Text Box 18">
                <a:extLst>
                  <a:ext uri="{FF2B5EF4-FFF2-40B4-BE49-F238E27FC236}">
                    <a16:creationId xmlns:a16="http://schemas.microsoft.com/office/drawing/2014/main" id="{BF72FE7F-2349-354B-32FA-C8383383CB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3084"/>
                <a:ext cx="344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01</a:t>
                </a:r>
              </a:p>
            </p:txBody>
          </p:sp>
          <p:sp>
            <p:nvSpPr>
              <p:cNvPr id="46" name="Text Box 19">
                <a:extLst>
                  <a:ext uri="{FF2B5EF4-FFF2-40B4-BE49-F238E27FC236}">
                    <a16:creationId xmlns:a16="http://schemas.microsoft.com/office/drawing/2014/main" id="{14148C54-AC3D-AB53-914C-34D66B95A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084"/>
                <a:ext cx="333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11</a:t>
                </a:r>
              </a:p>
            </p:txBody>
          </p:sp>
          <p:sp>
            <p:nvSpPr>
              <p:cNvPr id="47" name="Text Box 20">
                <a:extLst>
                  <a:ext uri="{FF2B5EF4-FFF2-40B4-BE49-F238E27FC236}">
                    <a16:creationId xmlns:a16="http://schemas.microsoft.com/office/drawing/2014/main" id="{3FF4F6B1-9934-3C9F-FBFB-836A589661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3072"/>
                <a:ext cx="344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10</a:t>
                </a:r>
              </a:p>
            </p:txBody>
          </p:sp>
        </p:grpSp>
        <p:grpSp>
          <p:nvGrpSpPr>
            <p:cNvPr id="4" name="Group 21">
              <a:extLst>
                <a:ext uri="{FF2B5EF4-FFF2-40B4-BE49-F238E27FC236}">
                  <a16:creationId xmlns:a16="http://schemas.microsoft.com/office/drawing/2014/main" id="{AF67AC03-A0F8-34BF-9D14-FF63EA8B53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4" y="2318"/>
              <a:ext cx="556" cy="462"/>
              <a:chOff x="566" y="3338"/>
              <a:chExt cx="556" cy="462"/>
            </a:xfrm>
          </p:grpSpPr>
          <p:sp>
            <p:nvSpPr>
              <p:cNvPr id="36" name="Text Box 22">
                <a:extLst>
                  <a:ext uri="{FF2B5EF4-FFF2-40B4-BE49-F238E27FC236}">
                    <a16:creationId xmlns:a16="http://schemas.microsoft.com/office/drawing/2014/main" id="{C0AF2DDA-F327-072F-51B7-DDFF561D9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6" y="3338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 dirty="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37" name="Line 23">
                <a:extLst>
                  <a:ext uri="{FF2B5EF4-FFF2-40B4-BE49-F238E27FC236}">
                    <a16:creationId xmlns:a16="http://schemas.microsoft.com/office/drawing/2014/main" id="{A5EFF02F-A3C8-F77C-12AB-053818CC8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338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38" name="Line 24">
                <a:extLst>
                  <a:ext uri="{FF2B5EF4-FFF2-40B4-BE49-F238E27FC236}">
                    <a16:creationId xmlns:a16="http://schemas.microsoft.com/office/drawing/2014/main" id="{D82FBBB5-C6E8-32B5-C4AD-EAC07AF9D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0" y="338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39" name="Line 25">
                <a:extLst>
                  <a:ext uri="{FF2B5EF4-FFF2-40B4-BE49-F238E27FC236}">
                    <a16:creationId xmlns:a16="http://schemas.microsoft.com/office/drawing/2014/main" id="{9C991D48-A972-43F9-179F-DA7ADFEC9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338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40" name="Text Box 26">
                <a:extLst>
                  <a:ext uri="{FF2B5EF4-FFF2-40B4-BE49-F238E27FC236}">
                    <a16:creationId xmlns:a16="http://schemas.microsoft.com/office/drawing/2014/main" id="{2F2D49CA-7E69-052C-E93A-E12DE5B668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6" y="3494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solidFill>
                      <a:srgbClr val="00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>
                    <a:solidFill>
                      <a:srgbClr val="0099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  <a:endParaRPr lang="en-US" altLang="zh-CN" sz="1800">
                  <a:solidFill>
                    <a:srgbClr val="0099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5" name="Group 27">
              <a:extLst>
                <a:ext uri="{FF2B5EF4-FFF2-40B4-BE49-F238E27FC236}">
                  <a16:creationId xmlns:a16="http://schemas.microsoft.com/office/drawing/2014/main" id="{F84649FE-3BD7-B0E9-04A7-97B79C43C9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2328"/>
              <a:ext cx="556" cy="462"/>
              <a:chOff x="1104" y="3504"/>
              <a:chExt cx="556" cy="462"/>
            </a:xfrm>
          </p:grpSpPr>
          <p:sp>
            <p:nvSpPr>
              <p:cNvPr id="32" name="Text Box 28">
                <a:extLst>
                  <a:ext uri="{FF2B5EF4-FFF2-40B4-BE49-F238E27FC236}">
                    <a16:creationId xmlns:a16="http://schemas.microsoft.com/office/drawing/2014/main" id="{6B499B1B-5C3B-05C1-648D-701EFF5C1A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504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33" name="Line 29">
                <a:extLst>
                  <a:ext uri="{FF2B5EF4-FFF2-40B4-BE49-F238E27FC236}">
                    <a16:creationId xmlns:a16="http://schemas.microsoft.com/office/drawing/2014/main" id="{B78D15A5-CD91-62B3-C43D-C9AE09A57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2" y="3550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34" name="Line 30">
                <a:extLst>
                  <a:ext uri="{FF2B5EF4-FFF2-40B4-BE49-F238E27FC236}">
                    <a16:creationId xmlns:a16="http://schemas.microsoft.com/office/drawing/2014/main" id="{D2B75C49-50A6-B145-3408-9FD156BDF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8" y="3550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35" name="Text Box 31">
                <a:extLst>
                  <a:ext uri="{FF2B5EF4-FFF2-40B4-BE49-F238E27FC236}">
                    <a16:creationId xmlns:a16="http://schemas.microsoft.com/office/drawing/2014/main" id="{ECC76DDE-2419-C698-5D53-62BDE27CFE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4" y="3660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6" name="Group 32">
              <a:extLst>
                <a:ext uri="{FF2B5EF4-FFF2-40B4-BE49-F238E27FC236}">
                  <a16:creationId xmlns:a16="http://schemas.microsoft.com/office/drawing/2014/main" id="{6CD1BC58-BF85-6409-D7A5-89ED18E86D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2316"/>
              <a:ext cx="556" cy="462"/>
              <a:chOff x="768" y="3552"/>
              <a:chExt cx="556" cy="462"/>
            </a:xfrm>
          </p:grpSpPr>
          <p:sp>
            <p:nvSpPr>
              <p:cNvPr id="28" name="Text Box 33">
                <a:extLst>
                  <a:ext uri="{FF2B5EF4-FFF2-40B4-BE49-F238E27FC236}">
                    <a16:creationId xmlns:a16="http://schemas.microsoft.com/office/drawing/2014/main" id="{906CC43B-C1C7-D19D-2E4E-78B894A949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3552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29" name="Line 34">
                <a:extLst>
                  <a:ext uri="{FF2B5EF4-FFF2-40B4-BE49-F238E27FC236}">
                    <a16:creationId xmlns:a16="http://schemas.microsoft.com/office/drawing/2014/main" id="{BC556645-C8E9-6F82-6A71-304661884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8" y="359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30" name="Line 35">
                <a:extLst>
                  <a:ext uri="{FF2B5EF4-FFF2-40B4-BE49-F238E27FC236}">
                    <a16:creationId xmlns:a16="http://schemas.microsoft.com/office/drawing/2014/main" id="{5E2EEE83-AC3F-A1C5-90DC-7A9537E84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2" y="359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31" name="Text Box 36">
                <a:extLst>
                  <a:ext uri="{FF2B5EF4-FFF2-40B4-BE49-F238E27FC236}">
                    <a16:creationId xmlns:a16="http://schemas.microsoft.com/office/drawing/2014/main" id="{F3E3FB20-3653-20C5-D3AD-A16E8C579D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" y="3708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7" name="Group 37">
              <a:extLst>
                <a:ext uri="{FF2B5EF4-FFF2-40B4-BE49-F238E27FC236}">
                  <a16:creationId xmlns:a16="http://schemas.microsoft.com/office/drawing/2014/main" id="{29CE98FB-D7DC-E1A1-22AD-A98B5B060C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0" y="2328"/>
              <a:ext cx="556" cy="462"/>
              <a:chOff x="912" y="3552"/>
              <a:chExt cx="556" cy="462"/>
            </a:xfrm>
          </p:grpSpPr>
          <p:sp>
            <p:nvSpPr>
              <p:cNvPr id="24" name="Text Box 38">
                <a:extLst>
                  <a:ext uri="{FF2B5EF4-FFF2-40B4-BE49-F238E27FC236}">
                    <a16:creationId xmlns:a16="http://schemas.microsoft.com/office/drawing/2014/main" id="{05AF89CD-6F38-3A6A-1DEF-0A5DB91557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3552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25" name="Line 39">
                <a:extLst>
                  <a:ext uri="{FF2B5EF4-FFF2-40B4-BE49-F238E27FC236}">
                    <a16:creationId xmlns:a16="http://schemas.microsoft.com/office/drawing/2014/main" id="{2D3941B9-067C-1A76-E602-89D326CFC3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2" y="359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26" name="Text Box 40">
                <a:extLst>
                  <a:ext uri="{FF2B5EF4-FFF2-40B4-BE49-F238E27FC236}">
                    <a16:creationId xmlns:a16="http://schemas.microsoft.com/office/drawing/2014/main" id="{1D3E3934-ABBB-9405-5A18-0C29C0E108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2" y="3708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  <a:endPara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8" name="Group 41">
              <a:extLst>
                <a:ext uri="{FF2B5EF4-FFF2-40B4-BE49-F238E27FC236}">
                  <a16:creationId xmlns:a16="http://schemas.microsoft.com/office/drawing/2014/main" id="{C528BE21-C130-34A3-966B-14AEF4AB96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2772"/>
              <a:ext cx="556" cy="462"/>
              <a:chOff x="1200" y="3552"/>
              <a:chExt cx="556" cy="462"/>
            </a:xfrm>
          </p:grpSpPr>
          <p:sp>
            <p:nvSpPr>
              <p:cNvPr id="20" name="Text Box 42">
                <a:extLst>
                  <a:ext uri="{FF2B5EF4-FFF2-40B4-BE49-F238E27FC236}">
                    <a16:creationId xmlns:a16="http://schemas.microsoft.com/office/drawing/2014/main" id="{833D605A-2500-24DF-0131-2758423FBA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3552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21" name="Line 43">
                <a:extLst>
                  <a:ext uri="{FF2B5EF4-FFF2-40B4-BE49-F238E27FC236}">
                    <a16:creationId xmlns:a16="http://schemas.microsoft.com/office/drawing/2014/main" id="{61C4DD83-0AE4-C6C3-9512-0EB0643F9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4" y="359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22" name="Line 44">
                <a:extLst>
                  <a:ext uri="{FF2B5EF4-FFF2-40B4-BE49-F238E27FC236}">
                    <a16:creationId xmlns:a16="http://schemas.microsoft.com/office/drawing/2014/main" id="{E5884A00-56C3-D6AF-360D-912C998F3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46" y="359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23" name="Text Box 45">
                <a:extLst>
                  <a:ext uri="{FF2B5EF4-FFF2-40B4-BE49-F238E27FC236}">
                    <a16:creationId xmlns:a16="http://schemas.microsoft.com/office/drawing/2014/main" id="{08F3D094-6651-470F-6949-370DFA7A00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" y="3708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>
                    <a:solidFill>
                      <a:srgbClr val="CC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  <a:endParaRPr lang="en-US" altLang="zh-CN" sz="1800">
                  <a:solidFill>
                    <a:srgbClr val="CC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9" name="Group 46">
              <a:extLst>
                <a:ext uri="{FF2B5EF4-FFF2-40B4-BE49-F238E27FC236}">
                  <a16:creationId xmlns:a16="http://schemas.microsoft.com/office/drawing/2014/main" id="{8B57C00E-7E82-99F8-538B-FC1A82F947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" y="2772"/>
              <a:ext cx="556" cy="462"/>
              <a:chOff x="1008" y="3648"/>
              <a:chExt cx="556" cy="462"/>
            </a:xfrm>
          </p:grpSpPr>
          <p:sp>
            <p:nvSpPr>
              <p:cNvPr id="17" name="Text Box 47">
                <a:extLst>
                  <a:ext uri="{FF2B5EF4-FFF2-40B4-BE49-F238E27FC236}">
                    <a16:creationId xmlns:a16="http://schemas.microsoft.com/office/drawing/2014/main" id="{05A0C87F-EBD5-B81E-2E49-94E64DC94A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3648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18" name="Line 48">
                <a:extLst>
                  <a:ext uri="{FF2B5EF4-FFF2-40B4-BE49-F238E27FC236}">
                    <a16:creationId xmlns:a16="http://schemas.microsoft.com/office/drawing/2014/main" id="{089C5D2C-ECF0-2625-2AD7-CCF8C364A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22" y="3694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19" name="Text Box 49">
                <a:extLst>
                  <a:ext uri="{FF2B5EF4-FFF2-40B4-BE49-F238E27FC236}">
                    <a16:creationId xmlns:a16="http://schemas.microsoft.com/office/drawing/2014/main" id="{C7285B91-4ED1-4BB1-3219-B0D15EC07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8" y="3804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  <a:endPara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0" name="Group 50">
              <a:extLst>
                <a:ext uri="{FF2B5EF4-FFF2-40B4-BE49-F238E27FC236}">
                  <a16:creationId xmlns:a16="http://schemas.microsoft.com/office/drawing/2014/main" id="{BF372AB2-187F-89CE-4528-E17E2F63E9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4" y="2772"/>
              <a:ext cx="556" cy="462"/>
              <a:chOff x="1248" y="3552"/>
              <a:chExt cx="556" cy="462"/>
            </a:xfrm>
          </p:grpSpPr>
          <p:sp>
            <p:nvSpPr>
              <p:cNvPr id="14" name="Text Box 51">
                <a:extLst>
                  <a:ext uri="{FF2B5EF4-FFF2-40B4-BE49-F238E27FC236}">
                    <a16:creationId xmlns:a16="http://schemas.microsoft.com/office/drawing/2014/main" id="{FF1E56BE-5269-6005-7811-1269466A74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3552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15" name="Line 52">
                <a:extLst>
                  <a:ext uri="{FF2B5EF4-FFF2-40B4-BE49-F238E27FC236}">
                    <a16:creationId xmlns:a16="http://schemas.microsoft.com/office/drawing/2014/main" id="{59064A8B-5824-997A-DFF1-F22296E64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4" y="3598"/>
                <a:ext cx="9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16" name="Text Box 53">
                <a:extLst>
                  <a:ext uri="{FF2B5EF4-FFF2-40B4-BE49-F238E27FC236}">
                    <a16:creationId xmlns:a16="http://schemas.microsoft.com/office/drawing/2014/main" id="{6E668AE4-3E6F-6802-9947-BE129904E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8" y="3708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  <a:endParaRPr lang="en-US" altLang="zh-CN" sz="180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1" name="Group 54">
              <a:extLst>
                <a:ext uri="{FF2B5EF4-FFF2-40B4-BE49-F238E27FC236}">
                  <a16:creationId xmlns:a16="http://schemas.microsoft.com/office/drawing/2014/main" id="{380D9DA8-5A76-D472-9F8B-A2DC0E7A9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2" y="2760"/>
              <a:ext cx="556" cy="462"/>
              <a:chOff x="1152" y="3648"/>
              <a:chExt cx="556" cy="462"/>
            </a:xfrm>
          </p:grpSpPr>
          <p:sp>
            <p:nvSpPr>
              <p:cNvPr id="12" name="Text Box 55">
                <a:extLst>
                  <a:ext uri="{FF2B5EF4-FFF2-40B4-BE49-F238E27FC236}">
                    <a16:creationId xmlns:a16="http://schemas.microsoft.com/office/drawing/2014/main" id="{70F01339-A8D5-9D9F-0DA2-F3FC8AD137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3648"/>
                <a:ext cx="55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latin typeface="Times New Roman" panose="02020603050405020304" pitchFamily="18" charset="0"/>
                    <a:ea typeface="楷体_GB2312" pitchFamily="49" charset="-122"/>
                  </a:rPr>
                  <a:t>ABC</a:t>
                </a:r>
              </a:p>
            </p:txBody>
          </p:sp>
          <p:sp>
            <p:nvSpPr>
              <p:cNvPr id="13" name="Text Box 56">
                <a:extLst>
                  <a:ext uri="{FF2B5EF4-FFF2-40B4-BE49-F238E27FC236}">
                    <a16:creationId xmlns:a16="http://schemas.microsoft.com/office/drawing/2014/main" id="{E639E1C6-15A6-8262-DCE4-CBA032874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2" y="3804"/>
                <a:ext cx="376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8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r>
                  <a:rPr lang="en-US" altLang="zh-CN" sz="1800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7</a:t>
                </a:r>
                <a:endParaRPr lang="en-US" altLang="zh-CN" sz="18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grpSp>
        <p:nvGrpSpPr>
          <p:cNvPr id="56" name="Group 117">
            <a:extLst>
              <a:ext uri="{FF2B5EF4-FFF2-40B4-BE49-F238E27FC236}">
                <a16:creationId xmlns:a16="http://schemas.microsoft.com/office/drawing/2014/main" id="{3F56F691-1015-D35F-2848-FBA9378194E1}"/>
              </a:ext>
            </a:extLst>
          </p:cNvPr>
          <p:cNvGrpSpPr>
            <a:grpSpLocks/>
          </p:cNvGrpSpPr>
          <p:nvPr/>
        </p:nvGrpSpPr>
        <p:grpSpPr bwMode="auto">
          <a:xfrm>
            <a:off x="4812721" y="1790454"/>
            <a:ext cx="2576275" cy="1615609"/>
            <a:chOff x="3379" y="1008"/>
            <a:chExt cx="2132" cy="1337"/>
          </a:xfrm>
        </p:grpSpPr>
        <p:sp>
          <p:nvSpPr>
            <p:cNvPr id="57" name="Text Box 95">
              <a:extLst>
                <a:ext uri="{FF2B5EF4-FFF2-40B4-BE49-F238E27FC236}">
                  <a16:creationId xmlns:a16="http://schemas.microsoft.com/office/drawing/2014/main" id="{464C7659-52CD-6CF3-5495-145D96409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008"/>
              <a:ext cx="2055" cy="1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几何相邻性规则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</a:t>
              </a:r>
              <a:r>
                <a:rPr lang="en-US" altLang="zh-CN" sz="18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8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</a:t>
              </a:r>
              <a:r>
                <a:rPr lang="en-US" altLang="zh-CN" sz="18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en-US" altLang="zh-CN" sz="18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 </a:t>
              </a:r>
              <a:r>
                <a:rPr lang="en-US" altLang="zh-CN" sz="18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80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spcBef>
                  <a:spcPct val="50000"/>
                </a:spcBef>
              </a:pPr>
              <a:endParaRPr lang="en-US" altLang="zh-CN" sz="18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sz="180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8" name="Group 103">
              <a:extLst>
                <a:ext uri="{FF2B5EF4-FFF2-40B4-BE49-F238E27FC236}">
                  <a16:creationId xmlns:a16="http://schemas.microsoft.com/office/drawing/2014/main" id="{8770D0D4-CA54-4B56-6DE2-22AAE9DDE7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9" y="1480"/>
              <a:ext cx="1739" cy="548"/>
              <a:chOff x="3456" y="1468"/>
              <a:chExt cx="1584" cy="548"/>
            </a:xfrm>
          </p:grpSpPr>
          <p:sp>
            <p:nvSpPr>
              <p:cNvPr id="59" name="Text Box 96">
                <a:extLst>
                  <a:ext uri="{FF2B5EF4-FFF2-40B4-BE49-F238E27FC236}">
                    <a16:creationId xmlns:a16="http://schemas.microsoft.com/office/drawing/2014/main" id="{097CBF20-ADCC-9985-B6BA-0D0B187E69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1468"/>
                <a:ext cx="1584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zh-CN" sz="2000"/>
              </a:p>
            </p:txBody>
          </p:sp>
          <p:sp>
            <p:nvSpPr>
              <p:cNvPr id="60" name="Line 100">
                <a:extLst>
                  <a:ext uri="{FF2B5EF4-FFF2-40B4-BE49-F238E27FC236}">
                    <a16:creationId xmlns:a16="http://schemas.microsoft.com/office/drawing/2014/main" id="{B93C189F-F734-3126-DB51-71333CD4D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51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61" name="Line 101">
                <a:extLst>
                  <a:ext uri="{FF2B5EF4-FFF2-40B4-BE49-F238E27FC236}">
                    <a16:creationId xmlns:a16="http://schemas.microsoft.com/office/drawing/2014/main" id="{EDC8CCDC-229A-A694-670D-A36300BD54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4" y="163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62" name="Line 102">
                <a:extLst>
                  <a:ext uri="{FF2B5EF4-FFF2-40B4-BE49-F238E27FC236}">
                    <a16:creationId xmlns:a16="http://schemas.microsoft.com/office/drawing/2014/main" id="{D86CC6E8-A3EB-BCFB-9342-3167FB006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12" y="151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</p:grpSp>
      </p:grpSp>
      <p:grpSp>
        <p:nvGrpSpPr>
          <p:cNvPr id="63" name="Group 105">
            <a:extLst>
              <a:ext uri="{FF2B5EF4-FFF2-40B4-BE49-F238E27FC236}">
                <a16:creationId xmlns:a16="http://schemas.microsoft.com/office/drawing/2014/main" id="{1B31E437-7B36-8B7B-2014-E7B26F13D011}"/>
              </a:ext>
            </a:extLst>
          </p:cNvPr>
          <p:cNvGrpSpPr>
            <a:grpSpLocks/>
          </p:cNvGrpSpPr>
          <p:nvPr/>
        </p:nvGrpSpPr>
        <p:grpSpPr bwMode="auto">
          <a:xfrm>
            <a:off x="1533275" y="3747503"/>
            <a:ext cx="2262095" cy="1477854"/>
            <a:chOff x="3456" y="1008"/>
            <a:chExt cx="1872" cy="1223"/>
          </a:xfrm>
        </p:grpSpPr>
        <p:sp>
          <p:nvSpPr>
            <p:cNvPr id="64" name="Text Box 106">
              <a:extLst>
                <a:ext uri="{FF2B5EF4-FFF2-40B4-BE49-F238E27FC236}">
                  <a16:creationId xmlns:a16="http://schemas.microsoft.com/office/drawing/2014/main" id="{EF9617E3-01D8-003D-3575-041AE322F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008"/>
              <a:ext cx="1872" cy="1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对称相邻性规则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</a:t>
              </a:r>
              <a:r>
                <a:rPr lang="en-US" altLang="zh-CN" sz="18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18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18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lang="en-US" altLang="zh-CN" sz="1800" dirty="0" err="1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 err="1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1800" baseline="-25000" dirty="0">
                  <a:solidFill>
                    <a:srgbClr val="00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18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</a:t>
              </a:r>
              <a:r>
                <a:rPr lang="en-US" altLang="zh-CN" sz="18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 err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8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1800" baseline="-25000" dirty="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（对称）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1800" baseline="-25000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         </a:t>
              </a:r>
              <a:r>
                <a:rPr lang="en-US" altLang="zh-CN" sz="18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sz="1800" baseline="-250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grpSp>
          <p:nvGrpSpPr>
            <p:cNvPr id="65" name="Group 107">
              <a:extLst>
                <a:ext uri="{FF2B5EF4-FFF2-40B4-BE49-F238E27FC236}">
                  <a16:creationId xmlns:a16="http://schemas.microsoft.com/office/drawing/2014/main" id="{35222C92-6565-B960-90A5-689FBB01F4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468"/>
              <a:ext cx="1584" cy="540"/>
              <a:chOff x="3456" y="1468"/>
              <a:chExt cx="1584" cy="540"/>
            </a:xfrm>
          </p:grpSpPr>
          <p:sp>
            <p:nvSpPr>
              <p:cNvPr id="66" name="Text Box 108">
                <a:extLst>
                  <a:ext uri="{FF2B5EF4-FFF2-40B4-BE49-F238E27FC236}">
                    <a16:creationId xmlns:a16="http://schemas.microsoft.com/office/drawing/2014/main" id="{F70A445E-F12E-6749-1E2E-65048CC41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1468"/>
                <a:ext cx="1584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0" lang="zh-CN" altLang="zh-CN" sz="2000" dirty="0"/>
              </a:p>
            </p:txBody>
          </p:sp>
          <p:sp>
            <p:nvSpPr>
              <p:cNvPr id="67" name="Line 109">
                <a:extLst>
                  <a:ext uri="{FF2B5EF4-FFF2-40B4-BE49-F238E27FC236}">
                    <a16:creationId xmlns:a16="http://schemas.microsoft.com/office/drawing/2014/main" id="{CAD30BAF-F10D-935B-E9FB-4C8223F3D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2" y="151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68" name="Line 110">
                <a:extLst>
                  <a:ext uri="{FF2B5EF4-FFF2-40B4-BE49-F238E27FC236}">
                    <a16:creationId xmlns:a16="http://schemas.microsoft.com/office/drawing/2014/main" id="{256E75E9-5E10-B5E4-4CA4-E104EFA2B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4" y="1624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69" name="Line 111">
                <a:extLst>
                  <a:ext uri="{FF2B5EF4-FFF2-40B4-BE49-F238E27FC236}">
                    <a16:creationId xmlns:a16="http://schemas.microsoft.com/office/drawing/2014/main" id="{AC43E97B-7071-8E30-B1C9-80C35AF09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88" y="1512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</p:grpSp>
      </p:grpSp>
      <p:sp>
        <p:nvSpPr>
          <p:cNvPr id="70" name="Text Box 116">
            <a:extLst>
              <a:ext uri="{FF2B5EF4-FFF2-40B4-BE49-F238E27FC236}">
                <a16:creationId xmlns:a16="http://schemas.microsoft.com/office/drawing/2014/main" id="{9429F4BD-11E7-3631-A06D-C7D4A3996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960" y="3747503"/>
            <a:ext cx="1740073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对称相邻：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 err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800" baseline="-25000" dirty="0" err="1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8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800" baseline="-25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800" baseline="-25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800" baseline="-25000" dirty="0" err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</p:txBody>
      </p:sp>
      <p:sp>
        <p:nvSpPr>
          <p:cNvPr id="71" name="Line 119">
            <a:extLst>
              <a:ext uri="{FF2B5EF4-FFF2-40B4-BE49-F238E27FC236}">
                <a16:creationId xmlns:a16="http://schemas.microsoft.com/office/drawing/2014/main" id="{18B3E3E3-220E-7E8F-8829-3D05E5CD1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8540" y="2424603"/>
            <a:ext cx="438644" cy="1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72" name="Line 120">
            <a:extLst>
              <a:ext uri="{FF2B5EF4-FFF2-40B4-BE49-F238E27FC236}">
                <a16:creationId xmlns:a16="http://schemas.microsoft.com/office/drawing/2014/main" id="{EBA56D84-2842-0D4E-F3B0-92DD0D7C4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0748" y="2428624"/>
            <a:ext cx="438644" cy="1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73" name="Line 121">
            <a:extLst>
              <a:ext uri="{FF2B5EF4-FFF2-40B4-BE49-F238E27FC236}">
                <a16:creationId xmlns:a16="http://schemas.microsoft.com/office/drawing/2014/main" id="{219AD861-5553-5673-A1CB-A8A5C5391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4113" y="2431825"/>
            <a:ext cx="438644" cy="1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74" name="Line 122">
            <a:extLst>
              <a:ext uri="{FF2B5EF4-FFF2-40B4-BE49-F238E27FC236}">
                <a16:creationId xmlns:a16="http://schemas.microsoft.com/office/drawing/2014/main" id="{A88BB568-1EB6-0BC9-17FE-FC08EEC5B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6864" y="2945961"/>
            <a:ext cx="438644" cy="1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75" name="Line 123">
            <a:extLst>
              <a:ext uri="{FF2B5EF4-FFF2-40B4-BE49-F238E27FC236}">
                <a16:creationId xmlns:a16="http://schemas.microsoft.com/office/drawing/2014/main" id="{CA48BBF5-B56E-44CD-F594-BD0D9F719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0687" y="2944278"/>
            <a:ext cx="438643" cy="1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76" name="Line 124">
            <a:extLst>
              <a:ext uri="{FF2B5EF4-FFF2-40B4-BE49-F238E27FC236}">
                <a16:creationId xmlns:a16="http://schemas.microsoft.com/office/drawing/2014/main" id="{6CC3FB23-7EFD-A192-C7F1-675AE12BF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4493" y="2946598"/>
            <a:ext cx="438643" cy="1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77" name="Text Box 125">
            <a:extLst>
              <a:ext uri="{FF2B5EF4-FFF2-40B4-BE49-F238E27FC236}">
                <a16:creationId xmlns:a16="http://schemas.microsoft.com/office/drawing/2014/main" id="{9A069AEF-CD95-E803-A07A-39530020C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154" y="1528451"/>
            <a:ext cx="15346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rgbClr val="FF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左右相邻</a:t>
            </a:r>
          </a:p>
        </p:txBody>
      </p:sp>
      <p:sp>
        <p:nvSpPr>
          <p:cNvPr id="78" name="Line 126">
            <a:extLst>
              <a:ext uri="{FF2B5EF4-FFF2-40B4-BE49-F238E27FC236}">
                <a16:creationId xmlns:a16="http://schemas.microsoft.com/office/drawing/2014/main" id="{A4BA7599-D11A-B157-C77D-D153A734B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5794" y="2538474"/>
            <a:ext cx="1" cy="245503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79" name="Line 127">
            <a:extLst>
              <a:ext uri="{FF2B5EF4-FFF2-40B4-BE49-F238E27FC236}">
                <a16:creationId xmlns:a16="http://schemas.microsoft.com/office/drawing/2014/main" id="{E2F178E8-D79D-A7E5-B92A-4E940A6F4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1886" y="2541497"/>
            <a:ext cx="1" cy="245503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80" name="Line 128">
            <a:extLst>
              <a:ext uri="{FF2B5EF4-FFF2-40B4-BE49-F238E27FC236}">
                <a16:creationId xmlns:a16="http://schemas.microsoft.com/office/drawing/2014/main" id="{84A5B108-D948-8AC0-F056-7FE279A13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6803" y="2552914"/>
            <a:ext cx="1" cy="245502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81" name="Line 129">
            <a:extLst>
              <a:ext uri="{FF2B5EF4-FFF2-40B4-BE49-F238E27FC236}">
                <a16:creationId xmlns:a16="http://schemas.microsoft.com/office/drawing/2014/main" id="{8BE9B862-FE58-74AF-C12D-1654A8420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3682" y="2520533"/>
            <a:ext cx="1" cy="245502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zh-CN" altLang="en-US" sz="1400"/>
          </a:p>
        </p:txBody>
      </p:sp>
      <p:sp>
        <p:nvSpPr>
          <p:cNvPr id="82" name="Text Box 130">
            <a:extLst>
              <a:ext uri="{FF2B5EF4-FFF2-40B4-BE49-F238E27FC236}">
                <a16:creationId xmlns:a16="http://schemas.microsoft.com/office/drawing/2014/main" id="{9594D2DA-24CC-CEBF-8411-13D3EC786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004" y="2049036"/>
            <a:ext cx="46522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上下相邻</a:t>
            </a:r>
          </a:p>
        </p:txBody>
      </p:sp>
      <p:grpSp>
        <p:nvGrpSpPr>
          <p:cNvPr id="83" name="Group 136">
            <a:extLst>
              <a:ext uri="{FF2B5EF4-FFF2-40B4-BE49-F238E27FC236}">
                <a16:creationId xmlns:a16="http://schemas.microsoft.com/office/drawing/2014/main" id="{7AD1D42E-C792-8DFA-B7CE-14761C9A2979}"/>
              </a:ext>
            </a:extLst>
          </p:cNvPr>
          <p:cNvGrpSpPr>
            <a:grpSpLocks/>
          </p:cNvGrpSpPr>
          <p:nvPr/>
        </p:nvGrpSpPr>
        <p:grpSpPr bwMode="auto">
          <a:xfrm>
            <a:off x="1585754" y="1508966"/>
            <a:ext cx="2247594" cy="383058"/>
            <a:chOff x="884" y="1480"/>
            <a:chExt cx="1860" cy="317"/>
          </a:xfrm>
        </p:grpSpPr>
        <p:sp>
          <p:nvSpPr>
            <p:cNvPr id="84" name="Line 133">
              <a:extLst>
                <a:ext uri="{FF2B5EF4-FFF2-40B4-BE49-F238E27FC236}">
                  <a16:creationId xmlns:a16="http://schemas.microsoft.com/office/drawing/2014/main" id="{E6B2005A-5128-613F-1A21-106C4FFE6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480"/>
              <a:ext cx="0" cy="31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85" name="Line 134">
              <a:extLst>
                <a:ext uri="{FF2B5EF4-FFF2-40B4-BE49-F238E27FC236}">
                  <a16:creationId xmlns:a16="http://schemas.microsoft.com/office/drawing/2014/main" id="{850432E7-CAA5-645D-5B29-5AF95CD5F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480"/>
              <a:ext cx="186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86" name="Line 135">
              <a:extLst>
                <a:ext uri="{FF2B5EF4-FFF2-40B4-BE49-F238E27FC236}">
                  <a16:creationId xmlns:a16="http://schemas.microsoft.com/office/drawing/2014/main" id="{1BD5DAAC-829E-84E2-2BE6-A20277A30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480"/>
              <a:ext cx="0" cy="31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grpSp>
        <p:nvGrpSpPr>
          <p:cNvPr id="87" name="Group 140">
            <a:extLst>
              <a:ext uri="{FF2B5EF4-FFF2-40B4-BE49-F238E27FC236}">
                <a16:creationId xmlns:a16="http://schemas.microsoft.com/office/drawing/2014/main" id="{C6209230-9209-30E9-1711-E824EA58BCFE}"/>
              </a:ext>
            </a:extLst>
          </p:cNvPr>
          <p:cNvGrpSpPr>
            <a:grpSpLocks/>
          </p:cNvGrpSpPr>
          <p:nvPr/>
        </p:nvGrpSpPr>
        <p:grpSpPr bwMode="auto">
          <a:xfrm>
            <a:off x="1527752" y="3183248"/>
            <a:ext cx="2253636" cy="391818"/>
            <a:chOff x="925" y="2478"/>
            <a:chExt cx="1865" cy="271"/>
          </a:xfrm>
        </p:grpSpPr>
        <p:sp>
          <p:nvSpPr>
            <p:cNvPr id="88" name="Line 137">
              <a:extLst>
                <a:ext uri="{FF2B5EF4-FFF2-40B4-BE49-F238E27FC236}">
                  <a16:creationId xmlns:a16="http://schemas.microsoft.com/office/drawing/2014/main" id="{485B45AA-E68B-5E1D-20EA-39285EDE88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25" y="2489"/>
              <a:ext cx="5" cy="26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89" name="Line 138">
              <a:extLst>
                <a:ext uri="{FF2B5EF4-FFF2-40B4-BE49-F238E27FC236}">
                  <a16:creationId xmlns:a16="http://schemas.microsoft.com/office/drawing/2014/main" id="{A1437BD4-FF42-1149-D8C4-8F3A2872C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2749"/>
              <a:ext cx="186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  <p:sp>
          <p:nvSpPr>
            <p:cNvPr id="90" name="Line 139">
              <a:extLst>
                <a:ext uri="{FF2B5EF4-FFF2-40B4-BE49-F238E27FC236}">
                  <a16:creationId xmlns:a16="http://schemas.microsoft.com/office/drawing/2014/main" id="{88B86C54-DFED-075E-E28B-E3550A617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89" y="2478"/>
              <a:ext cx="1" cy="271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1400"/>
            </a:p>
          </p:txBody>
        </p:sp>
      </p:grpSp>
      <p:sp>
        <p:nvSpPr>
          <p:cNvPr id="91" name="Text Box 141">
            <a:extLst>
              <a:ext uri="{FF2B5EF4-FFF2-40B4-BE49-F238E27FC236}">
                <a16:creationId xmlns:a16="http://schemas.microsoft.com/office/drawing/2014/main" id="{307ABF24-63DE-60FE-E405-C35230B94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9790" y="3206821"/>
            <a:ext cx="11515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 dirty="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对称相邻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15CBEDE0-29DB-6FFE-E9FD-C8ADA7DC6B33}"/>
              </a:ext>
            </a:extLst>
          </p:cNvPr>
          <p:cNvSpPr txBox="1"/>
          <p:nvPr/>
        </p:nvSpPr>
        <p:spPr>
          <a:xfrm>
            <a:off x="7421293" y="1663144"/>
            <a:ext cx="4410350" cy="2063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特点：任何两组相邻，只有</a:t>
            </a:r>
            <a:r>
              <a:rPr lang="en-US" altLang="zh-CN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位变量取值不同。即符合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格雷码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排列规则。如</a:t>
            </a:r>
            <a:r>
              <a:rPr lang="en-US" altLang="zh-CN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的取值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00 · · · </a:t>
            </a:r>
            <a:endParaRPr lang="zh-CN" altLang="en-US" sz="22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Line 109">
            <a:extLst>
              <a:ext uri="{FF2B5EF4-FFF2-40B4-BE49-F238E27FC236}">
                <a16:creationId xmlns:a16="http://schemas.microsoft.com/office/drawing/2014/main" id="{F4A41073-83F6-D6FF-D50B-62F21412E9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2704" y="3481515"/>
            <a:ext cx="464019" cy="0"/>
          </a:xfrm>
          <a:prstGeom prst="line">
            <a:avLst/>
          </a:prstGeom>
          <a:noFill/>
          <a:ln w="28575">
            <a:solidFill>
              <a:srgbClr val="034A9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32880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uild="p" autoUpdateAnimBg="0"/>
      <p:bldP spid="77" grpId="0"/>
      <p:bldP spid="82" grpId="0"/>
      <p:bldP spid="91" grpId="0"/>
      <p:bldP spid="92" grpId="0"/>
      <p:bldP spid="9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702D-0579-C041-0FC9-69E3B3FA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664720D-4E3E-9DD0-A332-2697D6A9B29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二变量、四变量卡诺图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77" name="Group 1095">
            <a:extLst>
              <a:ext uri="{FF2B5EF4-FFF2-40B4-BE49-F238E27FC236}">
                <a16:creationId xmlns:a16="http://schemas.microsoft.com/office/drawing/2014/main" id="{4A5C7380-4429-F7D0-053F-DC32658F4E9F}"/>
              </a:ext>
            </a:extLst>
          </p:cNvPr>
          <p:cNvGrpSpPr>
            <a:grpSpLocks/>
          </p:cNvGrpSpPr>
          <p:nvPr/>
        </p:nvGrpSpPr>
        <p:grpSpPr bwMode="auto">
          <a:xfrm>
            <a:off x="9326167" y="2329703"/>
            <a:ext cx="2454275" cy="2246313"/>
            <a:chOff x="854" y="2706"/>
            <a:chExt cx="1546" cy="1415"/>
          </a:xfrm>
        </p:grpSpPr>
        <p:sp>
          <p:nvSpPr>
            <p:cNvPr id="78" name="Text Box 1088">
              <a:extLst>
                <a:ext uri="{FF2B5EF4-FFF2-40B4-BE49-F238E27FC236}">
                  <a16:creationId xmlns:a16="http://schemas.microsoft.com/office/drawing/2014/main" id="{505AFAE1-11B8-7AA5-2576-F9615B153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" y="2716"/>
              <a:ext cx="13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0" lang="zh-CN" altLang="zh-CN"/>
            </a:p>
          </p:txBody>
        </p:sp>
        <p:sp>
          <p:nvSpPr>
            <p:cNvPr id="79" name="Text Box 1089">
              <a:extLst>
                <a:ext uri="{FF2B5EF4-FFF2-40B4-BE49-F238E27FC236}">
                  <a16:creationId xmlns:a16="http://schemas.microsoft.com/office/drawing/2014/main" id="{12A3B7E7-88ED-C540-661C-79358D85D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706"/>
              <a:ext cx="1440" cy="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sz="1800" dirty="0">
                  <a:solidFill>
                    <a:srgbClr val="FF3300"/>
                  </a:solidFill>
                </a:rPr>
                <a:t>   </a:t>
              </a:r>
              <a:r>
                <a:rPr kumimoji="0" lang="zh-CN" altLang="en-US" sz="1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相邻性规则</a:t>
              </a:r>
              <a:endParaRPr kumimoji="0" lang="en-US" altLang="zh-CN" sz="18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/>
              <a:endParaRPr kumimoji="0" lang="zh-CN" altLang="en-US" sz="2000" dirty="0">
                <a:solidFill>
                  <a:srgbClr val="FF3300"/>
                </a:solidFill>
              </a:endParaRPr>
            </a:p>
            <a:p>
              <a:r>
                <a:rPr kumimoji="0" lang="zh-CN" altLang="en-US" sz="2000" dirty="0">
                  <a:solidFill>
                    <a:srgbClr val="FF3300"/>
                  </a:solidFill>
                </a:rPr>
                <a:t>      </a:t>
              </a:r>
              <a:r>
                <a:rPr kumimoji="0"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kumimoji="0" lang="en-US" altLang="zh-CN" sz="2000" baseline="-25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endParaRPr kumimoji="0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0" lang="en-US" altLang="zh-CN" sz="2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kumimoji="0" lang="en-US" altLang="zh-CN" sz="2000" baseline="-25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kumimoji="0"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kumimoji="0" lang="en-US" altLang="zh-CN" sz="2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kumimoji="0" lang="en-US" altLang="zh-CN" sz="2000" baseline="-25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kumimoji="0"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kumimoji="0" lang="en-US" altLang="zh-CN" sz="2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kumimoji="0" lang="en-US" altLang="zh-CN" sz="2000" baseline="-25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en-US" altLang="zh-CN" sz="2000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kumimoji="0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kumimoji="0"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</a:t>
              </a:r>
              <a:r>
                <a:rPr kumimoji="0" lang="en-US" altLang="zh-CN" sz="2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kumimoji="0" lang="en-US" altLang="zh-CN" sz="2000" baseline="-250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r>
                <a:rPr kumimoji="0"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  <p:sp>
          <p:nvSpPr>
            <p:cNvPr id="80" name="Line 1090">
              <a:extLst>
                <a:ext uri="{FF2B5EF4-FFF2-40B4-BE49-F238E27FC236}">
                  <a16:creationId xmlns:a16="http://schemas.microsoft.com/office/drawing/2014/main" id="{46E95D3A-E001-9345-4F26-B1B925B98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3" y="3592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091">
              <a:extLst>
                <a:ext uri="{FF2B5EF4-FFF2-40B4-BE49-F238E27FC236}">
                  <a16:creationId xmlns:a16="http://schemas.microsoft.com/office/drawing/2014/main" id="{569FF1AE-6A56-547A-5EDD-71C4F8B584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7" y="3701"/>
              <a:ext cx="0" cy="1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093">
              <a:extLst>
                <a:ext uri="{FF2B5EF4-FFF2-40B4-BE49-F238E27FC236}">
                  <a16:creationId xmlns:a16="http://schemas.microsoft.com/office/drawing/2014/main" id="{E0B647F6-08FE-1088-873E-AA421FE710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93" y="3316"/>
              <a:ext cx="0" cy="1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094">
              <a:extLst>
                <a:ext uri="{FF2B5EF4-FFF2-40B4-BE49-F238E27FC236}">
                  <a16:creationId xmlns:a16="http://schemas.microsoft.com/office/drawing/2014/main" id="{AF0C0542-ABA2-410A-39E0-C6E26FACD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3592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F4D20D6A-2358-1ABD-C454-6B6DCEDD2AAF}"/>
              </a:ext>
            </a:extLst>
          </p:cNvPr>
          <p:cNvGrpSpPr/>
          <p:nvPr/>
        </p:nvGrpSpPr>
        <p:grpSpPr>
          <a:xfrm>
            <a:off x="259631" y="1052101"/>
            <a:ext cx="3213648" cy="3500163"/>
            <a:chOff x="259631" y="1052101"/>
            <a:chExt cx="3213648" cy="3500163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183A03D6-FCA9-E7E9-4A08-A0ACBF8AC45D}"/>
                </a:ext>
              </a:extLst>
            </p:cNvPr>
            <p:cNvGrpSpPr/>
            <p:nvPr/>
          </p:nvGrpSpPr>
          <p:grpSpPr>
            <a:xfrm>
              <a:off x="465871" y="1064483"/>
              <a:ext cx="3007408" cy="2979673"/>
              <a:chOff x="465871" y="1064483"/>
              <a:chExt cx="3007408" cy="2979673"/>
            </a:xfrm>
          </p:grpSpPr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FEC8C25A-0760-B449-EDEA-2FAADD9D82F5}"/>
                  </a:ext>
                </a:extLst>
              </p:cNvPr>
              <p:cNvGrpSpPr/>
              <p:nvPr/>
            </p:nvGrpSpPr>
            <p:grpSpPr>
              <a:xfrm>
                <a:off x="1204038" y="1797843"/>
                <a:ext cx="2269241" cy="2246313"/>
                <a:chOff x="1051638" y="2005885"/>
                <a:chExt cx="2269241" cy="2246313"/>
              </a:xfrm>
            </p:grpSpPr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E9F0FFBB-64C3-B89E-E9D4-B3437C70F87C}"/>
                    </a:ext>
                  </a:extLst>
                </p:cNvPr>
                <p:cNvSpPr/>
                <p:nvPr/>
              </p:nvSpPr>
              <p:spPr>
                <a:xfrm>
                  <a:off x="1051638" y="2005885"/>
                  <a:ext cx="2269241" cy="2246313"/>
                </a:xfrm>
                <a:prstGeom prst="rect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848B7D4A-45A4-50B0-0A8A-2AAC753B87D2}"/>
                    </a:ext>
                  </a:extLst>
                </p:cNvPr>
                <p:cNvCxnSpPr>
                  <a:stCxn id="45" idx="1"/>
                  <a:endCxn id="45" idx="3"/>
                </p:cNvCxnSpPr>
                <p:nvPr/>
              </p:nvCxnSpPr>
              <p:spPr>
                <a:xfrm>
                  <a:off x="1051638" y="3129042"/>
                  <a:ext cx="2269241" cy="0"/>
                </a:xfrm>
                <a:prstGeom prst="line">
                  <a:avLst/>
                </a:prstGeom>
                <a:ln w="28575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906EC0D8-62AF-7646-5405-45791B08FA4A}"/>
                    </a:ext>
                  </a:extLst>
                </p:cNvPr>
                <p:cNvCxnSpPr>
                  <a:cxnSpLocks/>
                  <a:stCxn id="45" idx="0"/>
                  <a:endCxn id="45" idx="2"/>
                </p:cNvCxnSpPr>
                <p:nvPr/>
              </p:nvCxnSpPr>
              <p:spPr>
                <a:xfrm>
                  <a:off x="2186259" y="2005885"/>
                  <a:ext cx="0" cy="2246313"/>
                </a:xfrm>
                <a:prstGeom prst="line">
                  <a:avLst/>
                </a:prstGeom>
                <a:ln w="28575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6D5DFD8F-52B9-8A4E-1644-15E8E6A6B4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871" y="1064483"/>
                <a:ext cx="736601" cy="73336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032E18A-4AFA-5942-3389-D74C23324254}"/>
                </a:ext>
              </a:extLst>
            </p:cNvPr>
            <p:cNvSpPr txBox="1"/>
            <p:nvPr/>
          </p:nvSpPr>
          <p:spPr>
            <a:xfrm>
              <a:off x="1261563" y="4152154"/>
              <a:ext cx="21423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二变量卡诺图</a:t>
              </a:r>
            </a:p>
          </p:txBody>
        </p: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0BBBA082-5E42-E0C8-FBD7-8777693C373A}"/>
                </a:ext>
              </a:extLst>
            </p:cNvPr>
            <p:cNvGrpSpPr/>
            <p:nvPr/>
          </p:nvGrpSpPr>
          <p:grpSpPr>
            <a:xfrm>
              <a:off x="259631" y="1052101"/>
              <a:ext cx="1198774" cy="840727"/>
              <a:chOff x="3500671" y="1052101"/>
              <a:chExt cx="1198774" cy="840727"/>
            </a:xfrm>
          </p:grpSpPr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93188CA0-9D04-A14D-EDDA-A9A61AB204DD}"/>
                  </a:ext>
                </a:extLst>
              </p:cNvPr>
              <p:cNvSpPr txBox="1"/>
              <p:nvPr/>
            </p:nvSpPr>
            <p:spPr>
              <a:xfrm>
                <a:off x="3500671" y="1431163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1222EC3-B8B2-AC77-142C-8DCB3BBD0ED6}"/>
                  </a:ext>
                </a:extLst>
              </p:cNvPr>
              <p:cNvSpPr txBox="1"/>
              <p:nvPr/>
            </p:nvSpPr>
            <p:spPr>
              <a:xfrm>
                <a:off x="3962846" y="1052101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170BB998-D7C9-9D65-F042-70FB208AA2E7}"/>
                </a:ext>
              </a:extLst>
            </p:cNvPr>
            <p:cNvGrpSpPr/>
            <p:nvPr/>
          </p:nvGrpSpPr>
          <p:grpSpPr>
            <a:xfrm>
              <a:off x="1412977" y="1336178"/>
              <a:ext cx="1854199" cy="461665"/>
              <a:chOff x="1412977" y="1336178"/>
              <a:chExt cx="1854199" cy="461665"/>
            </a:xfrm>
          </p:grpSpPr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D185C354-7AC2-9162-1BF5-50DA7BBF78E2}"/>
                  </a:ext>
                </a:extLst>
              </p:cNvPr>
              <p:cNvSpPr txBox="1"/>
              <p:nvPr/>
            </p:nvSpPr>
            <p:spPr>
              <a:xfrm>
                <a:off x="1412977" y="1336178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97DFAAB0-9DC1-A5D1-50CD-7AE8FB574FB8}"/>
                  </a:ext>
                </a:extLst>
              </p:cNvPr>
              <p:cNvSpPr txBox="1"/>
              <p:nvPr/>
            </p:nvSpPr>
            <p:spPr>
              <a:xfrm>
                <a:off x="2530577" y="1336178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D1153888-B3FD-9671-892B-6491DBEA80F5}"/>
                </a:ext>
              </a:extLst>
            </p:cNvPr>
            <p:cNvSpPr txBox="1"/>
            <p:nvPr/>
          </p:nvSpPr>
          <p:spPr>
            <a:xfrm>
              <a:off x="674664" y="2159443"/>
              <a:ext cx="5336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EFDE2125-B6CA-0737-5CD1-B025E022C008}"/>
                </a:ext>
              </a:extLst>
            </p:cNvPr>
            <p:cNvSpPr txBox="1"/>
            <p:nvPr/>
          </p:nvSpPr>
          <p:spPr>
            <a:xfrm>
              <a:off x="674664" y="3294786"/>
              <a:ext cx="5336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A9B42171-896C-5F9B-5144-240680AFBC00}"/>
                </a:ext>
              </a:extLst>
            </p:cNvPr>
            <p:cNvGrpSpPr/>
            <p:nvPr/>
          </p:nvGrpSpPr>
          <p:grpSpPr>
            <a:xfrm>
              <a:off x="1412977" y="2159443"/>
              <a:ext cx="1854199" cy="461665"/>
              <a:chOff x="1412977" y="1336178"/>
              <a:chExt cx="1854199" cy="461665"/>
            </a:xfrm>
          </p:grpSpPr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4089F698-2C3E-CF76-5F3A-C4F87E801C9E}"/>
                  </a:ext>
                </a:extLst>
              </p:cNvPr>
              <p:cNvSpPr txBox="1"/>
              <p:nvPr/>
            </p:nvSpPr>
            <p:spPr>
              <a:xfrm>
                <a:off x="1412977" y="1336178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FE2A4F21-837B-70AD-DB76-A69EFD06ABA5}"/>
                  </a:ext>
                </a:extLst>
              </p:cNvPr>
              <p:cNvSpPr txBox="1"/>
              <p:nvPr/>
            </p:nvSpPr>
            <p:spPr>
              <a:xfrm>
                <a:off x="2530577" y="1336178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01312201-C4F3-8741-9805-952B91225399}"/>
                </a:ext>
              </a:extLst>
            </p:cNvPr>
            <p:cNvGrpSpPr/>
            <p:nvPr/>
          </p:nvGrpSpPr>
          <p:grpSpPr>
            <a:xfrm>
              <a:off x="1412977" y="3294786"/>
              <a:ext cx="1854199" cy="461665"/>
              <a:chOff x="1412977" y="1336178"/>
              <a:chExt cx="1854199" cy="461665"/>
            </a:xfrm>
          </p:grpSpPr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CA8CAEC4-342D-357A-4204-49B151957ACC}"/>
                  </a:ext>
                </a:extLst>
              </p:cNvPr>
              <p:cNvSpPr txBox="1"/>
              <p:nvPr/>
            </p:nvSpPr>
            <p:spPr>
              <a:xfrm>
                <a:off x="1412977" y="1336178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BC403C4A-99FB-F36C-6336-C31D11493FDA}"/>
                  </a:ext>
                </a:extLst>
              </p:cNvPr>
              <p:cNvSpPr txBox="1"/>
              <p:nvPr/>
            </p:nvSpPr>
            <p:spPr>
              <a:xfrm>
                <a:off x="2530577" y="1336178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3DD258D4-A860-DDD1-1BD3-AF3D2E0710F5}"/>
              </a:ext>
            </a:extLst>
          </p:cNvPr>
          <p:cNvGrpSpPr/>
          <p:nvPr/>
        </p:nvGrpSpPr>
        <p:grpSpPr>
          <a:xfrm>
            <a:off x="3683551" y="1052101"/>
            <a:ext cx="5464397" cy="5731630"/>
            <a:chOff x="3500671" y="1052101"/>
            <a:chExt cx="5464397" cy="5731630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9A8D8078-9616-8472-AEB7-EB37E1B464B9}"/>
                </a:ext>
              </a:extLst>
            </p:cNvPr>
            <p:cNvGrpSpPr/>
            <p:nvPr/>
          </p:nvGrpSpPr>
          <p:grpSpPr>
            <a:xfrm>
              <a:off x="3688419" y="1070039"/>
              <a:ext cx="5276649" cy="5229637"/>
              <a:chOff x="3688419" y="1070039"/>
              <a:chExt cx="5276649" cy="5229637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8B2A8327-0254-8ACE-3532-17E48B9074CE}"/>
                  </a:ext>
                </a:extLst>
              </p:cNvPr>
              <p:cNvGrpSpPr/>
              <p:nvPr/>
            </p:nvGrpSpPr>
            <p:grpSpPr>
              <a:xfrm>
                <a:off x="4425020" y="1797843"/>
                <a:ext cx="4540048" cy="4501833"/>
                <a:chOff x="3650104" y="2005884"/>
                <a:chExt cx="4540048" cy="4501833"/>
              </a:xfrm>
            </p:grpSpPr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2E99DF32-BB40-2861-6AEC-C3C5E1C0C037}"/>
                    </a:ext>
                  </a:extLst>
                </p:cNvPr>
                <p:cNvSpPr/>
                <p:nvPr/>
              </p:nvSpPr>
              <p:spPr>
                <a:xfrm>
                  <a:off x="3650104" y="2005884"/>
                  <a:ext cx="2269241" cy="2246313"/>
                </a:xfrm>
                <a:prstGeom prst="rect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DA96C0F6-7033-E881-25A0-C4C450807D08}"/>
                    </a:ext>
                  </a:extLst>
                </p:cNvPr>
                <p:cNvSpPr/>
                <p:nvPr/>
              </p:nvSpPr>
              <p:spPr>
                <a:xfrm>
                  <a:off x="5920911" y="2005884"/>
                  <a:ext cx="2269241" cy="2246313"/>
                </a:xfrm>
                <a:prstGeom prst="rect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AB6F7A32-0B9E-9E4E-A030-9E8616C893A5}"/>
                    </a:ext>
                  </a:extLst>
                </p:cNvPr>
                <p:cNvSpPr/>
                <p:nvPr/>
              </p:nvSpPr>
              <p:spPr>
                <a:xfrm>
                  <a:off x="3650104" y="4261404"/>
                  <a:ext cx="2269241" cy="2246313"/>
                </a:xfrm>
                <a:prstGeom prst="rect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E4815893-A2A5-8C68-CEAF-127B248DB64D}"/>
                    </a:ext>
                  </a:extLst>
                </p:cNvPr>
                <p:cNvSpPr/>
                <p:nvPr/>
              </p:nvSpPr>
              <p:spPr>
                <a:xfrm>
                  <a:off x="5920911" y="4261404"/>
                  <a:ext cx="2269241" cy="2246313"/>
                </a:xfrm>
                <a:prstGeom prst="rect">
                  <a:avLst/>
                </a:prstGeom>
                <a:noFill/>
                <a:ln w="28575">
                  <a:solidFill>
                    <a:srgbClr val="034A9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C5D55470-D30C-413F-A008-BB12283477A6}"/>
                    </a:ext>
                  </a:extLst>
                </p:cNvPr>
                <p:cNvCxnSpPr>
                  <a:cxnSpLocks/>
                  <a:stCxn id="53" idx="1"/>
                  <a:endCxn id="54" idx="3"/>
                </p:cNvCxnSpPr>
                <p:nvPr/>
              </p:nvCxnSpPr>
              <p:spPr>
                <a:xfrm>
                  <a:off x="3650104" y="3129041"/>
                  <a:ext cx="4540048" cy="0"/>
                </a:xfrm>
                <a:prstGeom prst="line">
                  <a:avLst/>
                </a:prstGeom>
                <a:ln w="28575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C020F00B-D557-0DBE-A7C8-72C6EBC1B19E}"/>
                    </a:ext>
                  </a:extLst>
                </p:cNvPr>
                <p:cNvCxnSpPr>
                  <a:cxnSpLocks/>
                  <a:stCxn id="55" idx="1"/>
                  <a:endCxn id="56" idx="3"/>
                </p:cNvCxnSpPr>
                <p:nvPr/>
              </p:nvCxnSpPr>
              <p:spPr>
                <a:xfrm>
                  <a:off x="3650104" y="5384561"/>
                  <a:ext cx="4540048" cy="0"/>
                </a:xfrm>
                <a:prstGeom prst="line">
                  <a:avLst/>
                </a:prstGeom>
                <a:ln w="28575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9FD7CD09-80B2-FFD7-F362-9D9E2E4126F2}"/>
                    </a:ext>
                  </a:extLst>
                </p:cNvPr>
                <p:cNvCxnSpPr>
                  <a:cxnSpLocks/>
                  <a:stCxn id="53" idx="0"/>
                  <a:endCxn id="55" idx="2"/>
                </p:cNvCxnSpPr>
                <p:nvPr/>
              </p:nvCxnSpPr>
              <p:spPr>
                <a:xfrm>
                  <a:off x="4784725" y="2005884"/>
                  <a:ext cx="0" cy="4501833"/>
                </a:xfrm>
                <a:prstGeom prst="line">
                  <a:avLst/>
                </a:prstGeom>
                <a:ln w="28575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>
                  <a:extLst>
                    <a:ext uri="{FF2B5EF4-FFF2-40B4-BE49-F238E27FC236}">
                      <a16:creationId xmlns:a16="http://schemas.microsoft.com/office/drawing/2014/main" id="{7391E693-E2D4-4BC5-A38C-6F0D2F924CBE}"/>
                    </a:ext>
                  </a:extLst>
                </p:cNvPr>
                <p:cNvCxnSpPr>
                  <a:cxnSpLocks/>
                  <a:stCxn id="54" idx="0"/>
                  <a:endCxn id="56" idx="2"/>
                </p:cNvCxnSpPr>
                <p:nvPr/>
              </p:nvCxnSpPr>
              <p:spPr>
                <a:xfrm>
                  <a:off x="7055532" y="2005884"/>
                  <a:ext cx="0" cy="4501833"/>
                </a:xfrm>
                <a:prstGeom prst="line">
                  <a:avLst/>
                </a:prstGeom>
                <a:ln w="28575">
                  <a:solidFill>
                    <a:srgbClr val="034A9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D27D9A63-7E37-21F1-D33C-62006C9FB2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88419" y="1070039"/>
                <a:ext cx="736601" cy="73336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65D4B4FE-445F-7528-69B5-B30459E65BA2}"/>
                </a:ext>
              </a:extLst>
            </p:cNvPr>
            <p:cNvSpPr txBox="1"/>
            <p:nvPr/>
          </p:nvSpPr>
          <p:spPr>
            <a:xfrm>
              <a:off x="5627171" y="6383621"/>
              <a:ext cx="21423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四变量卡诺图</a:t>
              </a:r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DBF10F3E-CA0B-7B8C-A24A-97D8DC92E5BE}"/>
                </a:ext>
              </a:extLst>
            </p:cNvPr>
            <p:cNvGrpSpPr/>
            <p:nvPr/>
          </p:nvGrpSpPr>
          <p:grpSpPr>
            <a:xfrm>
              <a:off x="3500671" y="1052101"/>
              <a:ext cx="1198774" cy="840727"/>
              <a:chOff x="3500671" y="1052101"/>
              <a:chExt cx="1198774" cy="840727"/>
            </a:xfrm>
          </p:grpSpPr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345AE979-BEDC-EE04-E827-40B02FA19094}"/>
                  </a:ext>
                </a:extLst>
              </p:cNvPr>
              <p:cNvSpPr txBox="1"/>
              <p:nvPr/>
            </p:nvSpPr>
            <p:spPr>
              <a:xfrm>
                <a:off x="3500671" y="1431163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A0F1BEB5-54C2-437D-1515-AE4250EE7557}"/>
                  </a:ext>
                </a:extLst>
              </p:cNvPr>
              <p:cNvSpPr txBox="1"/>
              <p:nvPr/>
            </p:nvSpPr>
            <p:spPr>
              <a:xfrm>
                <a:off x="3962846" y="1052101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CD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40410D8D-10AE-85CC-D601-03AA0A571F13}"/>
                </a:ext>
              </a:extLst>
            </p:cNvPr>
            <p:cNvGrpSpPr/>
            <p:nvPr/>
          </p:nvGrpSpPr>
          <p:grpSpPr>
            <a:xfrm>
              <a:off x="4633199" y="2159443"/>
              <a:ext cx="4130846" cy="461665"/>
              <a:chOff x="4633199" y="2159443"/>
              <a:chExt cx="4130846" cy="461665"/>
            </a:xfrm>
          </p:grpSpPr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87C414C8-A95C-C959-7C3C-56AB34D69BF8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83E1E331-C3F6-FA51-CA92-6EF2025FCB0F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38038F62-1E45-F1E4-F3E5-B7A24B1DD176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187C98C8-C03C-2816-E89B-5F6C9B2BF3D5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66E8C9E6-E286-F5E6-3A19-7E6C142C20F7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  <a:endParaRPr lang="zh-CN" altLang="en-US" sz="2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8FEC01AB-F810-00D7-4F17-F28B62DAA481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9899B001-0281-E286-D59D-9B6E9D0358CE}"/>
                </a:ext>
              </a:extLst>
            </p:cNvPr>
            <p:cNvGrpSpPr/>
            <p:nvPr/>
          </p:nvGrpSpPr>
          <p:grpSpPr>
            <a:xfrm>
              <a:off x="4633199" y="3278101"/>
              <a:ext cx="4130846" cy="461665"/>
              <a:chOff x="4633199" y="2159443"/>
              <a:chExt cx="4130846" cy="461665"/>
            </a:xfrm>
          </p:grpSpPr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BAB061D0-814E-F4DC-F414-8B51FED82441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5C1E58E5-54FE-68AA-5DB4-EAB7AF3483D4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C848EBC9-B5CC-0110-0A92-9C3E5FF751A8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  <a:endPara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AE2EEBA0-977B-369D-B123-BEF05DBAD0AC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79026BE7-2798-C77B-AA37-74BE3A11B1D9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7</a:t>
                  </a:r>
                  <a:endPara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F1583B52-3198-F76F-C720-E0624AF41D63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6</a:t>
                  </a:r>
                  <a:endPara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AFD3DF0D-A23A-CAF5-3951-7038D2F05FE7}"/>
                </a:ext>
              </a:extLst>
            </p:cNvPr>
            <p:cNvGrpSpPr/>
            <p:nvPr/>
          </p:nvGrpSpPr>
          <p:grpSpPr>
            <a:xfrm>
              <a:off x="4633200" y="4396759"/>
              <a:ext cx="4130846" cy="461665"/>
              <a:chOff x="4633199" y="2159443"/>
              <a:chExt cx="4130846" cy="461665"/>
            </a:xfrm>
          </p:grpSpPr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EC20A58F-F6FA-65F3-0AC0-C69740D7CB94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E185C9B7-C9B2-5FD9-465D-1E44B8E91346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12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A7F56695-0E9D-22D7-A225-45FAF19CFFE1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13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35" name="组合 134">
                <a:extLst>
                  <a:ext uri="{FF2B5EF4-FFF2-40B4-BE49-F238E27FC236}">
                    <a16:creationId xmlns:a16="http://schemas.microsoft.com/office/drawing/2014/main" id="{AAFBC0DF-AC14-9A8E-0952-12AF6EB52D74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B1A50DA1-3EFD-1D3A-D87F-936D97E1518B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15</a:t>
                  </a:r>
                  <a:endPara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136A11C5-3FCF-CAFE-08F9-3DE42102998F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14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8B30E9C3-2202-6590-D98C-AC2F4E5FEF8F}"/>
                </a:ext>
              </a:extLst>
            </p:cNvPr>
            <p:cNvGrpSpPr/>
            <p:nvPr/>
          </p:nvGrpSpPr>
          <p:grpSpPr>
            <a:xfrm>
              <a:off x="4633200" y="5515416"/>
              <a:ext cx="4130846" cy="461665"/>
              <a:chOff x="4633199" y="2159443"/>
              <a:chExt cx="4130846" cy="461665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65FAEFE1-0CC8-4AA4-8D9D-1F0E891E3551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5376FCC0-EBD6-854B-E1D6-332EDDD6805A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8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8A2AB0D3-E39A-777E-52FA-B0DE4B49826F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9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D3CAEFB7-5D4F-BC6A-7700-56C7E0483E0D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45449247-C44C-FF37-6D81-C05661843DFC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11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F5ADCD8E-63F7-60BF-6383-7C040CDE7D93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10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A3187C1C-4218-5157-AB29-F25D16D08E98}"/>
                </a:ext>
              </a:extLst>
            </p:cNvPr>
            <p:cNvSpPr txBox="1"/>
            <p:nvPr/>
          </p:nvSpPr>
          <p:spPr>
            <a:xfrm>
              <a:off x="4627228" y="1326018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499BF772-79BF-CDFE-AD44-530E12BD8C9F}"/>
                </a:ext>
              </a:extLst>
            </p:cNvPr>
            <p:cNvSpPr txBox="1"/>
            <p:nvPr/>
          </p:nvSpPr>
          <p:spPr>
            <a:xfrm>
              <a:off x="8051148" y="1326018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DEBB7F37-1D9A-CDEE-5DFD-C58F554E12F5}"/>
                </a:ext>
              </a:extLst>
            </p:cNvPr>
            <p:cNvSpPr txBox="1"/>
            <p:nvPr/>
          </p:nvSpPr>
          <p:spPr>
            <a:xfrm>
              <a:off x="5768535" y="1326018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6A51A5A1-28BA-A018-B709-5AB72460F8C3}"/>
                </a:ext>
              </a:extLst>
            </p:cNvPr>
            <p:cNvSpPr txBox="1"/>
            <p:nvPr/>
          </p:nvSpPr>
          <p:spPr>
            <a:xfrm>
              <a:off x="6909842" y="1326018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BC0CC936-EB5E-A94A-522F-3681EFCDCE2F}"/>
                </a:ext>
              </a:extLst>
            </p:cNvPr>
            <p:cNvSpPr txBox="1"/>
            <p:nvPr/>
          </p:nvSpPr>
          <p:spPr>
            <a:xfrm>
              <a:off x="3799058" y="2119190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E2ECEA2C-7AB9-20E8-E71F-D255F099E8FF}"/>
                </a:ext>
              </a:extLst>
            </p:cNvPr>
            <p:cNvSpPr txBox="1"/>
            <p:nvPr/>
          </p:nvSpPr>
          <p:spPr>
            <a:xfrm>
              <a:off x="3799058" y="3250337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333CE8D4-3387-034D-0B8B-675D1F406DDB}"/>
                </a:ext>
              </a:extLst>
            </p:cNvPr>
            <p:cNvSpPr txBox="1"/>
            <p:nvPr/>
          </p:nvSpPr>
          <p:spPr>
            <a:xfrm>
              <a:off x="3799058" y="4381484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A75CDE7A-A428-3C83-4E3B-E04AAB818240}"/>
                </a:ext>
              </a:extLst>
            </p:cNvPr>
            <p:cNvSpPr txBox="1"/>
            <p:nvPr/>
          </p:nvSpPr>
          <p:spPr>
            <a:xfrm>
              <a:off x="3799058" y="5512630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0482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6AEC0-5B08-0D82-8369-E2BB08DA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A52A621-F663-53BF-1E1C-F53BEDD907F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五变量卡诺图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D2F0D832-9D88-8247-2B15-A5C5BB14A6C5}"/>
              </a:ext>
            </a:extLst>
          </p:cNvPr>
          <p:cNvGrpSpPr/>
          <p:nvPr/>
        </p:nvGrpSpPr>
        <p:grpSpPr>
          <a:xfrm>
            <a:off x="1102911" y="1275621"/>
            <a:ext cx="9995757" cy="5247575"/>
            <a:chOff x="879391" y="1275621"/>
            <a:chExt cx="9995757" cy="5247575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1F12C6D-B658-3C37-C613-00AB69BAE396}"/>
                </a:ext>
              </a:extLst>
            </p:cNvPr>
            <p:cNvGrpSpPr/>
            <p:nvPr/>
          </p:nvGrpSpPr>
          <p:grpSpPr>
            <a:xfrm>
              <a:off x="1803740" y="2021363"/>
              <a:ext cx="4540048" cy="4501833"/>
              <a:chOff x="3650104" y="2005884"/>
              <a:chExt cx="4540048" cy="4501833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9294E30F-7397-9B98-D9C6-B2FFD3B63B53}"/>
                  </a:ext>
                </a:extLst>
              </p:cNvPr>
              <p:cNvSpPr/>
              <p:nvPr/>
            </p:nvSpPr>
            <p:spPr>
              <a:xfrm>
                <a:off x="3650104" y="200588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EFA58A3A-04F7-8424-06C9-D22255BC4FA9}"/>
                  </a:ext>
                </a:extLst>
              </p:cNvPr>
              <p:cNvSpPr/>
              <p:nvPr/>
            </p:nvSpPr>
            <p:spPr>
              <a:xfrm>
                <a:off x="5920911" y="200588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944B50B-BA7A-D487-C7DD-3D7444134F18}"/>
                  </a:ext>
                </a:extLst>
              </p:cNvPr>
              <p:cNvSpPr/>
              <p:nvPr/>
            </p:nvSpPr>
            <p:spPr>
              <a:xfrm>
                <a:off x="3650104" y="426140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A9D883DE-2A97-DE5B-C203-44E3738C2EE2}"/>
                  </a:ext>
                </a:extLst>
              </p:cNvPr>
              <p:cNvSpPr/>
              <p:nvPr/>
            </p:nvSpPr>
            <p:spPr>
              <a:xfrm>
                <a:off x="5920911" y="426140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0F872652-3EBD-876B-3FC2-A48271C6E490}"/>
                  </a:ext>
                </a:extLst>
              </p:cNvPr>
              <p:cNvCxnSpPr>
                <a:cxnSpLocks/>
                <a:stCxn id="47" idx="1"/>
                <a:endCxn id="48" idx="3"/>
              </p:cNvCxnSpPr>
              <p:nvPr/>
            </p:nvCxnSpPr>
            <p:spPr>
              <a:xfrm>
                <a:off x="3650104" y="3129041"/>
                <a:ext cx="4540048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A5A5CC42-C150-0434-5F85-A2C3960AA698}"/>
                  </a:ext>
                </a:extLst>
              </p:cNvPr>
              <p:cNvCxnSpPr>
                <a:cxnSpLocks/>
                <a:stCxn id="49" idx="1"/>
                <a:endCxn id="50" idx="3"/>
              </p:cNvCxnSpPr>
              <p:nvPr/>
            </p:nvCxnSpPr>
            <p:spPr>
              <a:xfrm>
                <a:off x="3650104" y="5384561"/>
                <a:ext cx="4540048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1FF2AADE-3F74-DFFE-9BE0-874D00228BF7}"/>
                  </a:ext>
                </a:extLst>
              </p:cNvPr>
              <p:cNvCxnSpPr>
                <a:cxnSpLocks/>
                <a:stCxn id="47" idx="0"/>
                <a:endCxn id="49" idx="2"/>
              </p:cNvCxnSpPr>
              <p:nvPr/>
            </p:nvCxnSpPr>
            <p:spPr>
              <a:xfrm>
                <a:off x="4784725" y="2005884"/>
                <a:ext cx="0" cy="4501833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27DD47F5-6706-1D8D-E87E-9158653B8ECB}"/>
                  </a:ext>
                </a:extLst>
              </p:cNvPr>
              <p:cNvCxnSpPr>
                <a:cxnSpLocks/>
                <a:stCxn id="48" idx="0"/>
                <a:endCxn id="50" idx="2"/>
              </p:cNvCxnSpPr>
              <p:nvPr/>
            </p:nvCxnSpPr>
            <p:spPr>
              <a:xfrm>
                <a:off x="7055532" y="2005884"/>
                <a:ext cx="0" cy="4501833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C02BC4E0-D589-C7B2-64CB-E0ACDA7B57EE}"/>
                </a:ext>
              </a:extLst>
            </p:cNvPr>
            <p:cNvCxnSpPr>
              <a:cxnSpLocks/>
            </p:cNvCxnSpPr>
            <p:nvPr/>
          </p:nvCxnSpPr>
          <p:spPr>
            <a:xfrm>
              <a:off x="1067139" y="1293559"/>
              <a:ext cx="736601" cy="73336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6B7008D-4BB7-0E8A-AC1E-93C2759DFD70}"/>
                </a:ext>
              </a:extLst>
            </p:cNvPr>
            <p:cNvSpPr txBox="1"/>
            <p:nvPr/>
          </p:nvSpPr>
          <p:spPr>
            <a:xfrm>
              <a:off x="879391" y="1654683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1128E4D-2D0F-3FD2-7C39-11699439CC12}"/>
                </a:ext>
              </a:extLst>
            </p:cNvPr>
            <p:cNvSpPr txBox="1"/>
            <p:nvPr/>
          </p:nvSpPr>
          <p:spPr>
            <a:xfrm>
              <a:off x="1341566" y="1275621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CDE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9C57002-0BAF-CAF9-DB01-8C3C3C3585A0}"/>
                </a:ext>
              </a:extLst>
            </p:cNvPr>
            <p:cNvGrpSpPr/>
            <p:nvPr/>
          </p:nvGrpSpPr>
          <p:grpSpPr>
            <a:xfrm>
              <a:off x="2011919" y="2382963"/>
              <a:ext cx="4130846" cy="461665"/>
              <a:chOff x="4633199" y="2159443"/>
              <a:chExt cx="4130846" cy="461665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837A427-0490-34A5-0088-33AE5BE50C72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C64CC1A5-33B4-2BB6-8326-7AEADF49F207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EDFE8BBD-4A0C-3791-2985-F9FB4B5DFD96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8F04D9B8-8670-17F6-0009-7FC3998255AF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FB8AD66B-B60D-662A-F592-357B281F8441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766B3EF8-8A5F-36C9-E50A-FE4C535F6770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3F460FA-E626-9734-0770-77F12134ED7B}"/>
                </a:ext>
              </a:extLst>
            </p:cNvPr>
            <p:cNvGrpSpPr/>
            <p:nvPr/>
          </p:nvGrpSpPr>
          <p:grpSpPr>
            <a:xfrm>
              <a:off x="2011919" y="3501621"/>
              <a:ext cx="4130846" cy="461665"/>
              <a:chOff x="4633199" y="2159443"/>
              <a:chExt cx="4130846" cy="461665"/>
            </a:xfrm>
          </p:grpSpPr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C6B49644-326F-6221-5F08-3D7F8DD52953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5D44931E-3DB0-FBB7-E2D8-2AB1935F0CA4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8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4E235E1-AB84-6775-6FAE-CC326F55BCD7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9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8F91BAC1-0DB4-B08F-38BB-20F16ED4E7F1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B7F8743-9C1E-CC38-A357-A98F1BC44B4A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11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5E6A120-EA8E-111E-9962-E770017CC39C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10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463B06D-06AA-2677-A235-80F583B3FCDA}"/>
                </a:ext>
              </a:extLst>
            </p:cNvPr>
            <p:cNvGrpSpPr/>
            <p:nvPr/>
          </p:nvGrpSpPr>
          <p:grpSpPr>
            <a:xfrm>
              <a:off x="2011920" y="4620279"/>
              <a:ext cx="4130846" cy="461665"/>
              <a:chOff x="4633199" y="2159443"/>
              <a:chExt cx="4130846" cy="461665"/>
            </a:xfrm>
          </p:grpSpPr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70596682-B674-22C9-78AC-2BD73B4324D9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FE522219-6204-BA6E-C035-88F011427A93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24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97CF4EA-BA93-1AC7-14C2-07BACC9056A9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25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3DB07F0F-57A2-B648-F6C4-8C786F0C7FAC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9D24320-8C7A-04DA-763C-39FA16DCDDFE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27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61AE65E-EA86-10F3-4017-55C1423601C9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26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DEB1F40-58CC-0713-9A37-C2CBCB2BFC65}"/>
                </a:ext>
              </a:extLst>
            </p:cNvPr>
            <p:cNvGrpSpPr/>
            <p:nvPr/>
          </p:nvGrpSpPr>
          <p:grpSpPr>
            <a:xfrm>
              <a:off x="2011920" y="5738936"/>
              <a:ext cx="4130846" cy="461665"/>
              <a:chOff x="4633199" y="2159443"/>
              <a:chExt cx="4130846" cy="461665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13BA1295-B3BA-D00B-2708-4FD292181679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806E9E6-C9EF-DF1C-BE08-905D18D02779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16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A077E77-02CA-9566-1152-7EC2DAA126E9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17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09939D53-0117-24FA-21AB-4C8A5D3DCFA0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7B00233-EF71-BCD6-44CC-7EE7722AA843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19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EEF058D-C97C-0DC8-3D30-07966B642582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18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EBE7454-9B02-43F3-A178-30DAA196B8CC}"/>
                </a:ext>
              </a:extLst>
            </p:cNvPr>
            <p:cNvSpPr txBox="1"/>
            <p:nvPr/>
          </p:nvSpPr>
          <p:spPr>
            <a:xfrm>
              <a:off x="1934828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35710B-8BE0-8491-7F5C-5990E3E35CC3}"/>
                </a:ext>
              </a:extLst>
            </p:cNvPr>
            <p:cNvSpPr txBox="1"/>
            <p:nvPr/>
          </p:nvSpPr>
          <p:spPr>
            <a:xfrm>
              <a:off x="1177778" y="2342710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5892DA0-C8E5-2888-ECE1-FB0C578FCD2B}"/>
                </a:ext>
              </a:extLst>
            </p:cNvPr>
            <p:cNvSpPr txBox="1"/>
            <p:nvPr/>
          </p:nvSpPr>
          <p:spPr>
            <a:xfrm>
              <a:off x="1177778" y="3473857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88AF448-C4E4-A0CB-D356-28DA72C73637}"/>
                </a:ext>
              </a:extLst>
            </p:cNvPr>
            <p:cNvSpPr txBox="1"/>
            <p:nvPr/>
          </p:nvSpPr>
          <p:spPr>
            <a:xfrm>
              <a:off x="1177778" y="4605004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AAD5543-6788-1A3C-896A-ABB338BC88DF}"/>
                </a:ext>
              </a:extLst>
            </p:cNvPr>
            <p:cNvSpPr txBox="1"/>
            <p:nvPr/>
          </p:nvSpPr>
          <p:spPr>
            <a:xfrm>
              <a:off x="1177778" y="5736150"/>
              <a:ext cx="617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AEC6A319-7A38-A2ED-7647-18962D3AA62B}"/>
                </a:ext>
              </a:extLst>
            </p:cNvPr>
            <p:cNvGrpSpPr/>
            <p:nvPr/>
          </p:nvGrpSpPr>
          <p:grpSpPr>
            <a:xfrm>
              <a:off x="6335100" y="2021363"/>
              <a:ext cx="4540048" cy="4501833"/>
              <a:chOff x="3650104" y="2005884"/>
              <a:chExt cx="4540048" cy="4501833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0F3DCA7A-5D58-F0F9-F0E5-3C33F0338DB8}"/>
                  </a:ext>
                </a:extLst>
              </p:cNvPr>
              <p:cNvSpPr/>
              <p:nvPr/>
            </p:nvSpPr>
            <p:spPr>
              <a:xfrm>
                <a:off x="3650104" y="200588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4D10D25-61F2-0F50-ADD1-77E37DDB2090}"/>
                  </a:ext>
                </a:extLst>
              </p:cNvPr>
              <p:cNvSpPr/>
              <p:nvPr/>
            </p:nvSpPr>
            <p:spPr>
              <a:xfrm>
                <a:off x="5920911" y="200588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5381AA2B-2E64-BB86-D9F5-6C1DC39FFC91}"/>
                  </a:ext>
                </a:extLst>
              </p:cNvPr>
              <p:cNvSpPr/>
              <p:nvPr/>
            </p:nvSpPr>
            <p:spPr>
              <a:xfrm>
                <a:off x="3650104" y="426140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E81EB2D2-4F54-C586-AC0C-E4F0F57396BB}"/>
                  </a:ext>
                </a:extLst>
              </p:cNvPr>
              <p:cNvSpPr/>
              <p:nvPr/>
            </p:nvSpPr>
            <p:spPr>
              <a:xfrm>
                <a:off x="5920911" y="4261404"/>
                <a:ext cx="2269241" cy="2246313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4B0B82D2-FC65-13BE-EAF8-0CC9E0EDE646}"/>
                  </a:ext>
                </a:extLst>
              </p:cNvPr>
              <p:cNvCxnSpPr>
                <a:cxnSpLocks/>
                <a:stCxn id="65" idx="1"/>
                <a:endCxn id="66" idx="3"/>
              </p:cNvCxnSpPr>
              <p:nvPr/>
            </p:nvCxnSpPr>
            <p:spPr>
              <a:xfrm>
                <a:off x="3650104" y="3129041"/>
                <a:ext cx="4540048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8823B988-E2AE-8E83-4BD6-3448E7C65D8E}"/>
                  </a:ext>
                </a:extLst>
              </p:cNvPr>
              <p:cNvCxnSpPr>
                <a:cxnSpLocks/>
                <a:stCxn id="67" idx="1"/>
                <a:endCxn id="68" idx="3"/>
              </p:cNvCxnSpPr>
              <p:nvPr/>
            </p:nvCxnSpPr>
            <p:spPr>
              <a:xfrm>
                <a:off x="3650104" y="5384561"/>
                <a:ext cx="4540048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7420A823-C4AD-14FF-B7FF-5CBF1C002558}"/>
                  </a:ext>
                </a:extLst>
              </p:cNvPr>
              <p:cNvCxnSpPr>
                <a:cxnSpLocks/>
                <a:stCxn id="65" idx="0"/>
                <a:endCxn id="67" idx="2"/>
              </p:cNvCxnSpPr>
              <p:nvPr/>
            </p:nvCxnSpPr>
            <p:spPr>
              <a:xfrm>
                <a:off x="4784725" y="2005884"/>
                <a:ext cx="0" cy="4501833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CA8F4282-85C5-63C7-B3E8-11003C48A742}"/>
                  </a:ext>
                </a:extLst>
              </p:cNvPr>
              <p:cNvCxnSpPr>
                <a:cxnSpLocks/>
                <a:stCxn id="66" idx="0"/>
                <a:endCxn id="68" idx="2"/>
              </p:cNvCxnSpPr>
              <p:nvPr/>
            </p:nvCxnSpPr>
            <p:spPr>
              <a:xfrm>
                <a:off x="7055532" y="2005884"/>
                <a:ext cx="0" cy="4501833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E2BEA46D-0843-8033-F032-256F028610D1}"/>
                </a:ext>
              </a:extLst>
            </p:cNvPr>
            <p:cNvSpPr txBox="1"/>
            <p:nvPr/>
          </p:nvSpPr>
          <p:spPr>
            <a:xfrm>
              <a:off x="3067572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B59F7AF2-6BF7-88C6-FD49-53F9658C8052}"/>
                </a:ext>
              </a:extLst>
            </p:cNvPr>
            <p:cNvSpPr txBox="1"/>
            <p:nvPr/>
          </p:nvSpPr>
          <p:spPr>
            <a:xfrm>
              <a:off x="4200316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DCBE51A7-79E9-291B-8454-F76EFF3BD69D}"/>
                </a:ext>
              </a:extLst>
            </p:cNvPr>
            <p:cNvSpPr txBox="1"/>
            <p:nvPr/>
          </p:nvSpPr>
          <p:spPr>
            <a:xfrm>
              <a:off x="5333060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BDE30E58-88B3-1C86-FC32-6FC392E79488}"/>
                </a:ext>
              </a:extLst>
            </p:cNvPr>
            <p:cNvSpPr txBox="1"/>
            <p:nvPr/>
          </p:nvSpPr>
          <p:spPr>
            <a:xfrm>
              <a:off x="6465804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215C013F-987C-935D-63E9-6B9D6EBB81A6}"/>
                </a:ext>
              </a:extLst>
            </p:cNvPr>
            <p:cNvSpPr txBox="1"/>
            <p:nvPr/>
          </p:nvSpPr>
          <p:spPr>
            <a:xfrm>
              <a:off x="7598548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FB20574E-6604-A1B0-1B38-7889B53E8C9F}"/>
                </a:ext>
              </a:extLst>
            </p:cNvPr>
            <p:cNvSpPr txBox="1"/>
            <p:nvPr/>
          </p:nvSpPr>
          <p:spPr>
            <a:xfrm>
              <a:off x="8731292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172D760D-64B2-3003-E89D-02FF6520E9B0}"/>
                </a:ext>
              </a:extLst>
            </p:cNvPr>
            <p:cNvSpPr txBox="1"/>
            <p:nvPr/>
          </p:nvSpPr>
          <p:spPr>
            <a:xfrm>
              <a:off x="9864039" y="1549538"/>
              <a:ext cx="866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0DEAF2B2-A740-1258-2A1D-A48558754F47}"/>
                </a:ext>
              </a:extLst>
            </p:cNvPr>
            <p:cNvGrpSpPr/>
            <p:nvPr/>
          </p:nvGrpSpPr>
          <p:grpSpPr>
            <a:xfrm>
              <a:off x="6533119" y="2382963"/>
              <a:ext cx="4130846" cy="461665"/>
              <a:chOff x="4633199" y="2159443"/>
              <a:chExt cx="4130846" cy="461665"/>
            </a:xfrm>
          </p:grpSpPr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FB02B3D3-E394-12EE-A709-072784215D80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3C5E0D9E-B33D-FF2C-796C-904C8F46B10C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6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631FC1F0-B001-484A-0B49-2C5BAAD8F56B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7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0498EA22-3112-2FF9-4CE9-A6305E44AC82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43243A27-5C69-EC91-B48E-F3BCA2949842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C432FD7-6266-E808-834A-E395FC8B384D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4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4CEAFCCE-7547-31F4-6B47-3DED77B9756F}"/>
                </a:ext>
              </a:extLst>
            </p:cNvPr>
            <p:cNvGrpSpPr/>
            <p:nvPr/>
          </p:nvGrpSpPr>
          <p:grpSpPr>
            <a:xfrm>
              <a:off x="6533119" y="3501621"/>
              <a:ext cx="4130846" cy="461665"/>
              <a:chOff x="4633199" y="2159443"/>
              <a:chExt cx="4130846" cy="461665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204D4C1E-247A-3D86-D05B-5477A03D4D8A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7D532912-2A2F-466E-E4B0-B4D4AB79DD0D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14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A7EC75FC-CAEA-4BF1-B2E4-C7F437D05FFD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15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5F6C1A23-E63D-FAB3-D31B-5BDA8E41C56B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17849386-84B1-75DB-5332-5CCDA7F54BE8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13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FA487B5A-A6D1-AD46-3776-0E0F16CD979B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12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F27DEDE9-B329-440A-9AB9-CCA3078978CD}"/>
                </a:ext>
              </a:extLst>
            </p:cNvPr>
            <p:cNvGrpSpPr/>
            <p:nvPr/>
          </p:nvGrpSpPr>
          <p:grpSpPr>
            <a:xfrm>
              <a:off x="6533120" y="4620279"/>
              <a:ext cx="4130846" cy="461665"/>
              <a:chOff x="4633199" y="2159443"/>
              <a:chExt cx="4130846" cy="461665"/>
            </a:xfrm>
          </p:grpSpPr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3A7FF521-6C1B-7281-EE6D-43B6D69C9A42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40A0CB09-574D-9469-8293-BB5DCC9E4975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30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B64933AE-DBA8-2EC1-8F82-63C9F7D82A46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31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2228E0A7-A5E2-63BF-CEF4-A28E5B8F4229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1E171257-7729-8007-556E-D85CFC78A56E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29</a:t>
                  </a:r>
                  <a:endPara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F78447AB-23AF-CC50-E873-B045EC2BB207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28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7FB511FC-FD91-75C2-30DC-6277CFDE871E}"/>
                </a:ext>
              </a:extLst>
            </p:cNvPr>
            <p:cNvGrpSpPr/>
            <p:nvPr/>
          </p:nvGrpSpPr>
          <p:grpSpPr>
            <a:xfrm>
              <a:off x="6533120" y="5738936"/>
              <a:ext cx="4130846" cy="461665"/>
              <a:chOff x="4633199" y="2159443"/>
              <a:chExt cx="4130846" cy="461665"/>
            </a:xfrm>
          </p:grpSpPr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F38DE37D-5B85-CBD3-1348-D3A509961FA9}"/>
                  </a:ext>
                </a:extLst>
              </p:cNvPr>
              <p:cNvGrpSpPr/>
              <p:nvPr/>
            </p:nvGrpSpPr>
            <p:grpSpPr>
              <a:xfrm>
                <a:off x="4633199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BCC87DAA-E44F-5D70-92C4-85603F7655B2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22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DB873C8D-38EC-A374-06EB-73855C4E2543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23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2DD82727-69A0-5B8C-EF35-5D96FBC58906}"/>
                  </a:ext>
                </a:extLst>
              </p:cNvPr>
              <p:cNvGrpSpPr/>
              <p:nvPr/>
            </p:nvGrpSpPr>
            <p:grpSpPr>
              <a:xfrm>
                <a:off x="6909846" y="2159443"/>
                <a:ext cx="1854199" cy="461665"/>
                <a:chOff x="1412977" y="1336178"/>
                <a:chExt cx="1854199" cy="461665"/>
              </a:xfrm>
            </p:grpSpPr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594E5A51-DC70-B539-FB86-5BAE980D6759}"/>
                    </a:ext>
                  </a:extLst>
                </p:cNvPr>
                <p:cNvSpPr txBox="1"/>
                <p:nvPr/>
              </p:nvSpPr>
              <p:spPr>
                <a:xfrm>
                  <a:off x="14129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21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2B25FEF-5221-C442-7CDE-D5D05644B4F0}"/>
                    </a:ext>
                  </a:extLst>
                </p:cNvPr>
                <p:cNvSpPr txBox="1"/>
                <p:nvPr/>
              </p:nvSpPr>
              <p:spPr>
                <a:xfrm>
                  <a:off x="2530577" y="1336178"/>
                  <a:ext cx="7365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20</a:t>
                  </a:r>
                  <a:endParaRPr lang="zh-CN" altLang="en-US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10" name="AutoShape 73">
            <a:extLst>
              <a:ext uri="{FF2B5EF4-FFF2-40B4-BE49-F238E27FC236}">
                <a16:creationId xmlns:a16="http://schemas.microsoft.com/office/drawing/2014/main" id="{79899AF6-F9FF-1B73-AA93-62D9DCB61BA7}"/>
              </a:ext>
            </a:extLst>
          </p:cNvPr>
          <p:cNvSpPr>
            <a:spLocks/>
          </p:cNvSpPr>
          <p:nvPr/>
        </p:nvSpPr>
        <p:spPr bwMode="auto">
          <a:xfrm rot="16200000">
            <a:off x="6386470" y="-2650016"/>
            <a:ext cx="358775" cy="7920000"/>
          </a:xfrm>
          <a:prstGeom prst="rightBrace">
            <a:avLst>
              <a:gd name="adj1" fmla="val 1170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CCD0E87-CD55-EAEF-3799-C1337B6C89D3}"/>
              </a:ext>
            </a:extLst>
          </p:cNvPr>
          <p:cNvSpPr txBox="1"/>
          <p:nvPr/>
        </p:nvSpPr>
        <p:spPr>
          <a:xfrm>
            <a:off x="3517857" y="6689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取值排列符合相邻性规则</a:t>
            </a:r>
          </a:p>
        </p:txBody>
      </p:sp>
      <p:sp>
        <p:nvSpPr>
          <p:cNvPr id="113" name="AutoShape 75">
            <a:extLst>
              <a:ext uri="{FF2B5EF4-FFF2-40B4-BE49-F238E27FC236}">
                <a16:creationId xmlns:a16="http://schemas.microsoft.com/office/drawing/2014/main" id="{090A3566-A0CA-5372-A1A3-AD5E4451C580}"/>
              </a:ext>
            </a:extLst>
          </p:cNvPr>
          <p:cNvSpPr>
            <a:spLocks/>
          </p:cNvSpPr>
          <p:nvPr/>
        </p:nvSpPr>
        <p:spPr bwMode="auto">
          <a:xfrm>
            <a:off x="1099254" y="2548550"/>
            <a:ext cx="287337" cy="3420000"/>
          </a:xfrm>
          <a:prstGeom prst="leftBrace">
            <a:avLst>
              <a:gd name="adj1" fmla="val 56354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55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AABE4-68EE-6F9F-E73C-541E5AC4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4A06649-93CF-CDFA-E050-3723C24D9BC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用卡诺图表示逻辑函数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3EA7829-632D-3F13-1E83-11FABA796638}"/>
                  </a:ext>
                </a:extLst>
              </p:cNvPr>
              <p:cNvSpPr txBox="1"/>
              <p:nvPr/>
            </p:nvSpPr>
            <p:spPr>
              <a:xfrm>
                <a:off x="348748" y="1277890"/>
                <a:ext cx="11497812" cy="2355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把各组变量值所对应的逻辑函数的值，填在卡诺图对应的小方格中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卡诺图是真值表的一种变形</a:t>
                </a:r>
                <a:endParaRPr lang="en-US" altLang="zh-CN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endParaRPr lang="en-US" altLang="zh-CN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用卡诺图表示为：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3EA7829-632D-3F13-1E83-11FABA796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48" y="1277890"/>
                <a:ext cx="11497812" cy="2355645"/>
              </a:xfrm>
              <a:prstGeom prst="rect">
                <a:avLst/>
              </a:prstGeom>
              <a:blipFill>
                <a:blip r:embed="rId4"/>
                <a:stretch>
                  <a:fillRect l="-689" b="-51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组合 35">
            <a:extLst>
              <a:ext uri="{FF2B5EF4-FFF2-40B4-BE49-F238E27FC236}">
                <a16:creationId xmlns:a16="http://schemas.microsoft.com/office/drawing/2014/main" id="{F4905512-8349-D0F4-17A4-2A05A74BEC52}"/>
              </a:ext>
            </a:extLst>
          </p:cNvPr>
          <p:cNvGrpSpPr/>
          <p:nvPr/>
        </p:nvGrpSpPr>
        <p:grpSpPr>
          <a:xfrm>
            <a:off x="4490721" y="4042760"/>
            <a:ext cx="3667759" cy="2210726"/>
            <a:chOff x="4490721" y="4042760"/>
            <a:chExt cx="3667759" cy="2210726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233117A-E69C-A270-8125-215191898E60}"/>
                </a:ext>
              </a:extLst>
            </p:cNvPr>
            <p:cNvGrpSpPr/>
            <p:nvPr/>
          </p:nvGrpSpPr>
          <p:grpSpPr>
            <a:xfrm>
              <a:off x="4490721" y="4042760"/>
              <a:ext cx="3667759" cy="2185789"/>
              <a:chOff x="3881121" y="4085788"/>
              <a:chExt cx="3667759" cy="2185789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7F82F2D-352A-07CD-505D-AE92CDAF0A9F}"/>
                  </a:ext>
                </a:extLst>
              </p:cNvPr>
              <p:cNvSpPr/>
              <p:nvPr/>
            </p:nvSpPr>
            <p:spPr>
              <a:xfrm>
                <a:off x="4673600" y="4856480"/>
                <a:ext cx="2875280" cy="1415097"/>
              </a:xfrm>
              <a:prstGeom prst="rect">
                <a:avLst/>
              </a:prstGeom>
              <a:noFill/>
              <a:ln w="28575">
                <a:solidFill>
                  <a:srgbClr val="034A9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EF82337B-2DEF-F93D-D7B8-3F4DD785FA15}"/>
                  </a:ext>
                </a:extLst>
              </p:cNvPr>
              <p:cNvCxnSpPr>
                <a:stCxn id="4" idx="1"/>
                <a:endCxn id="4" idx="3"/>
              </p:cNvCxnSpPr>
              <p:nvPr/>
            </p:nvCxnSpPr>
            <p:spPr>
              <a:xfrm>
                <a:off x="4673600" y="5564029"/>
                <a:ext cx="2875280" cy="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7FE72DAB-4425-E662-2B8B-AAAD9B3738C6}"/>
                  </a:ext>
                </a:extLst>
              </p:cNvPr>
              <p:cNvCxnSpPr>
                <a:cxnSpLocks/>
                <a:stCxn id="4" idx="0"/>
                <a:endCxn id="4" idx="2"/>
              </p:cNvCxnSpPr>
              <p:nvPr/>
            </p:nvCxnSpPr>
            <p:spPr>
              <a:xfrm>
                <a:off x="6111240" y="4856480"/>
                <a:ext cx="0" cy="1415097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F9C3DFE4-F1FF-16FA-ACAC-CB78E7DC4F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9880" y="4856480"/>
                <a:ext cx="0" cy="1415097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F03A9411-2704-1E96-0317-700194809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2280" y="4856480"/>
                <a:ext cx="0" cy="1415097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D4ABF7F-9961-D41B-557E-0D3BCBADBC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2080" y="4133280"/>
                <a:ext cx="736601" cy="733360"/>
              </a:xfrm>
              <a:prstGeom prst="line">
                <a:avLst/>
              </a:prstGeom>
              <a:ln w="28575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3F1297E-30F2-9D02-4E59-83B73F3B3E6C}"/>
                  </a:ext>
                </a:extLst>
              </p:cNvPr>
              <p:cNvSpPr txBox="1"/>
              <p:nvPr/>
            </p:nvSpPr>
            <p:spPr>
              <a:xfrm>
                <a:off x="3881121" y="4499960"/>
                <a:ext cx="44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A6DE69F-701B-A73D-6BC4-217CABD1FE28}"/>
                  </a:ext>
                </a:extLst>
              </p:cNvPr>
              <p:cNvSpPr txBox="1"/>
              <p:nvPr/>
            </p:nvSpPr>
            <p:spPr>
              <a:xfrm>
                <a:off x="4323081" y="4085788"/>
                <a:ext cx="73659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8CE68BC-CF32-ACA3-7D95-018F5F3B1699}"/>
                  </a:ext>
                </a:extLst>
              </p:cNvPr>
              <p:cNvSpPr txBox="1"/>
              <p:nvPr/>
            </p:nvSpPr>
            <p:spPr>
              <a:xfrm>
                <a:off x="4660900" y="4446210"/>
                <a:ext cx="736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49414CC-DC5A-5004-399B-89F92674D07D}"/>
                  </a:ext>
                </a:extLst>
              </p:cNvPr>
              <p:cNvSpPr txBox="1"/>
              <p:nvPr/>
            </p:nvSpPr>
            <p:spPr>
              <a:xfrm>
                <a:off x="5392420" y="4446210"/>
                <a:ext cx="736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81A2291-34C8-824F-8EFA-7321039B79B0}"/>
                  </a:ext>
                </a:extLst>
              </p:cNvPr>
              <p:cNvSpPr txBox="1"/>
              <p:nvPr/>
            </p:nvSpPr>
            <p:spPr>
              <a:xfrm>
                <a:off x="6103620" y="4446210"/>
                <a:ext cx="736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FB9C780-65F3-CDC1-12BB-C77883F517CA}"/>
                  </a:ext>
                </a:extLst>
              </p:cNvPr>
              <p:cNvSpPr txBox="1"/>
              <p:nvPr/>
            </p:nvSpPr>
            <p:spPr>
              <a:xfrm>
                <a:off x="6804660" y="4446210"/>
                <a:ext cx="736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5BC514C-A30D-11CC-E45D-BA8D12A5AD17}"/>
                  </a:ext>
                </a:extLst>
              </p:cNvPr>
              <p:cNvSpPr txBox="1"/>
              <p:nvPr/>
            </p:nvSpPr>
            <p:spPr>
              <a:xfrm>
                <a:off x="430022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8B7DE4D-E406-6344-9C62-5480F8555DDD}"/>
                  </a:ext>
                </a:extLst>
              </p:cNvPr>
              <p:cNvSpPr txBox="1"/>
              <p:nvPr/>
            </p:nvSpPr>
            <p:spPr>
              <a:xfrm>
                <a:off x="430022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24EC6F34-2A92-EC1C-6D65-EF9390A65DC4}"/>
                  </a:ext>
                </a:extLst>
              </p:cNvPr>
              <p:cNvGrpSpPr/>
              <p:nvPr/>
            </p:nvGrpSpPr>
            <p:grpSpPr>
              <a:xfrm>
                <a:off x="4860881" y="5023105"/>
                <a:ext cx="360000" cy="1090990"/>
                <a:chOff x="4860881" y="5033265"/>
                <a:chExt cx="360000" cy="1090990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F4020047-2D72-8028-67FF-22B2692D8BAB}"/>
                    </a:ext>
                  </a:extLst>
                </p:cNvPr>
                <p:cNvSpPr txBox="1"/>
                <p:nvPr/>
              </p:nvSpPr>
              <p:spPr>
                <a:xfrm>
                  <a:off x="4860881" y="503326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A5931AB-8843-DFCE-64E4-6F05BB129321}"/>
                    </a:ext>
                  </a:extLst>
                </p:cNvPr>
                <p:cNvSpPr txBox="1"/>
                <p:nvPr/>
              </p:nvSpPr>
              <p:spPr>
                <a:xfrm>
                  <a:off x="4860881" y="572414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8F090AF0-CE27-D390-DC74-265FEAB9464E}"/>
                  </a:ext>
                </a:extLst>
              </p:cNvPr>
              <p:cNvGrpSpPr/>
              <p:nvPr/>
            </p:nvGrpSpPr>
            <p:grpSpPr>
              <a:xfrm>
                <a:off x="5575468" y="5023105"/>
                <a:ext cx="360000" cy="1090990"/>
                <a:chOff x="4860881" y="5033265"/>
                <a:chExt cx="360000" cy="1090990"/>
              </a:xfrm>
            </p:grpSpPr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AB60391-35CA-8F74-12AF-C8F576CF335C}"/>
                    </a:ext>
                  </a:extLst>
                </p:cNvPr>
                <p:cNvSpPr txBox="1"/>
                <p:nvPr/>
              </p:nvSpPr>
              <p:spPr>
                <a:xfrm>
                  <a:off x="4860881" y="503326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20DD0165-AE1E-A196-2D4D-FD0445D3C612}"/>
                    </a:ext>
                  </a:extLst>
                </p:cNvPr>
                <p:cNvSpPr txBox="1"/>
                <p:nvPr/>
              </p:nvSpPr>
              <p:spPr>
                <a:xfrm>
                  <a:off x="4860881" y="572414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211579E5-4226-244E-CC2B-8CF8A219B3EE}"/>
                  </a:ext>
                </a:extLst>
              </p:cNvPr>
              <p:cNvGrpSpPr/>
              <p:nvPr/>
            </p:nvGrpSpPr>
            <p:grpSpPr>
              <a:xfrm>
                <a:off x="6290055" y="5023105"/>
                <a:ext cx="360000" cy="1090990"/>
                <a:chOff x="4860881" y="5033265"/>
                <a:chExt cx="360000" cy="1090990"/>
              </a:xfrm>
            </p:grpSpPr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EE0FAE13-43A0-EBB3-7D77-79381A6BCEE8}"/>
                    </a:ext>
                  </a:extLst>
                </p:cNvPr>
                <p:cNvSpPr txBox="1"/>
                <p:nvPr/>
              </p:nvSpPr>
              <p:spPr>
                <a:xfrm>
                  <a:off x="4860881" y="503326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16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13A08A7-3834-0AF5-4805-6F1D6EAED917}"/>
                    </a:ext>
                  </a:extLst>
                </p:cNvPr>
                <p:cNvSpPr txBox="1"/>
                <p:nvPr/>
              </p:nvSpPr>
              <p:spPr>
                <a:xfrm>
                  <a:off x="4860881" y="572414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2632E694-8032-DAB2-26E2-6BCE5289F044}"/>
                  </a:ext>
                </a:extLst>
              </p:cNvPr>
              <p:cNvGrpSpPr/>
              <p:nvPr/>
            </p:nvGrpSpPr>
            <p:grpSpPr>
              <a:xfrm>
                <a:off x="7004641" y="5023105"/>
                <a:ext cx="360000" cy="1090990"/>
                <a:chOff x="4860881" y="5033265"/>
                <a:chExt cx="360000" cy="1090990"/>
              </a:xfrm>
            </p:grpSpPr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8B35DAA-B983-229F-BE2A-87B1F15758C2}"/>
                    </a:ext>
                  </a:extLst>
                </p:cNvPr>
                <p:cNvSpPr txBox="1"/>
                <p:nvPr/>
              </p:nvSpPr>
              <p:spPr>
                <a:xfrm>
                  <a:off x="4860881" y="503326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00DCEEE-D0AB-E38C-3E10-E0A3048345FA}"/>
                    </a:ext>
                  </a:extLst>
                </p:cNvPr>
                <p:cNvSpPr txBox="1"/>
                <p:nvPr/>
              </p:nvSpPr>
              <p:spPr>
                <a:xfrm>
                  <a:off x="4860881" y="5724145"/>
                  <a:ext cx="360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</a:t>
                  </a:r>
                  <a:endPara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1EE8ECF-D49F-8785-26B1-CA489CCD1474}"/>
                </a:ext>
              </a:extLst>
            </p:cNvPr>
            <p:cNvSpPr txBox="1"/>
            <p:nvPr/>
          </p:nvSpPr>
          <p:spPr>
            <a:xfrm>
              <a:off x="6968741" y="5172954"/>
              <a:ext cx="567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B435DD6-AC21-97D3-09E7-91CA48B0E9D3}"/>
                </a:ext>
              </a:extLst>
            </p:cNvPr>
            <p:cNvSpPr txBox="1"/>
            <p:nvPr/>
          </p:nvSpPr>
          <p:spPr>
            <a:xfrm>
              <a:off x="6968741" y="5884154"/>
              <a:ext cx="567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b="1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zh-CN" altLang="en-US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10ED2BE-8C81-8565-B5DF-2049216E7CDE}"/>
                </a:ext>
              </a:extLst>
            </p:cNvPr>
            <p:cNvSpPr txBox="1"/>
            <p:nvPr/>
          </p:nvSpPr>
          <p:spPr>
            <a:xfrm>
              <a:off x="6267701" y="5884154"/>
              <a:ext cx="5679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en-US" altLang="zh-CN" b="1" baseline="-25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4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626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4805-34B6-8A66-5CF9-4F0403368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F9D44DE-64F6-FD55-DF99-46FBC52B3F19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8B796F4-4CDC-961C-4919-9785ABCE18E9}"/>
              </a:ext>
            </a:extLst>
          </p:cNvPr>
          <p:cNvGrpSpPr/>
          <p:nvPr/>
        </p:nvGrpSpPr>
        <p:grpSpPr>
          <a:xfrm>
            <a:off x="4756382" y="1259972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3762B14A-F4C4-ACC2-432C-6E60056AE379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90F5953A-F94F-922A-19AC-BA848E69257E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代数法（自学）</a:t>
              </a:r>
            </a:p>
          </p:txBody>
        </p:sp>
      </p:grpSp>
      <p:sp>
        <p:nvSpPr>
          <p:cNvPr id="8" name="圆角矩形 5">
            <a:extLst>
              <a:ext uri="{FF2B5EF4-FFF2-40B4-BE49-F238E27FC236}">
                <a16:creationId xmlns:a16="http://schemas.microsoft.com/office/drawing/2014/main" id="{3EDEA978-49A2-2358-7BCE-603E296BD4F9}"/>
              </a:ext>
            </a:extLst>
          </p:cNvPr>
          <p:cNvSpPr/>
          <p:nvPr/>
        </p:nvSpPr>
        <p:spPr>
          <a:xfrm>
            <a:off x="4756382" y="2461587"/>
            <a:ext cx="807721" cy="761130"/>
          </a:xfrm>
          <a:prstGeom prst="round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lIns="72000" r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noProof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2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SubTitle_1">
            <a:extLst>
              <a:ext uri="{FF2B5EF4-FFF2-40B4-BE49-F238E27FC236}">
                <a16:creationId xmlns:a16="http://schemas.microsoft.com/office/drawing/2014/main" id="{FB5DF52E-683E-6021-84AC-936EA2C6216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2574190"/>
            <a:ext cx="4312318" cy="5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567769-2A42-7600-CC85-665C9C6C17AD}"/>
              </a:ext>
            </a:extLst>
          </p:cNvPr>
          <p:cNvSpPr/>
          <p:nvPr/>
        </p:nvSpPr>
        <p:spPr>
          <a:xfrm>
            <a:off x="1032931" y="618424"/>
            <a:ext cx="1902774" cy="560153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化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简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13F8886B-E1BE-0573-690C-B608C6A24DA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3459631"/>
            <a:ext cx="431231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卡诺图法的基本概念</a:t>
            </a: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5A411E56-274D-EB2A-3016-2F6D6D414419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6" y="4215592"/>
            <a:ext cx="453625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在卡诺图中合并最小项</a:t>
            </a:r>
          </a:p>
        </p:txBody>
      </p:sp>
      <p:sp>
        <p:nvSpPr>
          <p:cNvPr id="18" name="MH_SubTitle_1">
            <a:extLst>
              <a:ext uri="{FF2B5EF4-FFF2-40B4-BE49-F238E27FC236}">
                <a16:creationId xmlns:a16="http://schemas.microsoft.com/office/drawing/2014/main" id="{5BCDC1A0-B448-26C0-EC34-8D4C085A61B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87906" y="4971553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使用卡诺图化简表达式</a:t>
            </a:r>
          </a:p>
        </p:txBody>
      </p:sp>
      <p:sp>
        <p:nvSpPr>
          <p:cNvPr id="19" name="MH_SubTitle_1">
            <a:extLst>
              <a:ext uri="{FF2B5EF4-FFF2-40B4-BE49-F238E27FC236}">
                <a16:creationId xmlns:a16="http://schemas.microsoft.com/office/drawing/2014/main" id="{DB1E7787-63D2-6F75-58A9-B8A317E0F58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87907" y="5727514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使用无关项化简表达式</a:t>
            </a:r>
          </a:p>
        </p:txBody>
      </p:sp>
    </p:spTree>
    <p:extLst>
      <p:ext uri="{BB962C8B-B14F-4D97-AF65-F5344CB8AC3E}">
        <p14:creationId xmlns:p14="http://schemas.microsoft.com/office/powerpoint/2010/main" val="174700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44E89-AD1F-1116-FA28-6AAA230A0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731AFE8-A0EA-0313-4CCC-6BA3476610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合并最小项的规则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0228C7-2486-B686-7FFB-AEDE58D7D3BF}"/>
              </a:ext>
            </a:extLst>
          </p:cNvPr>
          <p:cNvSpPr txBox="1"/>
          <p:nvPr/>
        </p:nvSpPr>
        <p:spPr>
          <a:xfrm>
            <a:off x="348748" y="1277890"/>
            <a:ext cx="11497812" cy="3658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当卡诺图中有最小项相邻时（即：有标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的方格相邻），可利用最小项相邻的性质，对最小项合并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规则一：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卡诺图上任何两个标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方格相邻，可以合为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项，并可消去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个（取值相反的）变量。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19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C172E-8093-9C76-5988-71F362D2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E868AC5-9F83-F74A-0B66-D9DE2320F8E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例：三变量卡诺图，消去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1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个变量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0605A8-19B0-2433-1C33-D19A6679A2CC}"/>
                  </a:ext>
                </a:extLst>
              </p:cNvPr>
              <p:cNvSpPr txBox="1"/>
              <p:nvPr/>
            </p:nvSpPr>
            <p:spPr>
              <a:xfrm>
                <a:off x="4692073" y="1284623"/>
                <a:ext cx="34393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𝑩𝑪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𝑨𝑩𝑪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0605A8-19B0-2433-1C33-D19A6679A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073" y="1284623"/>
                <a:ext cx="3439339" cy="461665"/>
              </a:xfrm>
              <a:prstGeom prst="rect">
                <a:avLst/>
              </a:prstGeom>
              <a:blipFill>
                <a:blip r:embed="rId4"/>
                <a:stretch>
                  <a:fillRect r="-62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70">
            <a:extLst>
              <a:ext uri="{FF2B5EF4-FFF2-40B4-BE49-F238E27FC236}">
                <a16:creationId xmlns:a16="http://schemas.microsoft.com/office/drawing/2014/main" id="{244E7003-E112-7CAE-7B29-E925785D399B}"/>
              </a:ext>
            </a:extLst>
          </p:cNvPr>
          <p:cNvGrpSpPr>
            <a:grpSpLocks/>
          </p:cNvGrpSpPr>
          <p:nvPr/>
        </p:nvGrpSpPr>
        <p:grpSpPr bwMode="auto">
          <a:xfrm>
            <a:off x="2229729" y="2281020"/>
            <a:ext cx="3465533" cy="1708716"/>
            <a:chOff x="1151" y="2475"/>
            <a:chExt cx="2881" cy="1383"/>
          </a:xfrm>
        </p:grpSpPr>
        <p:sp>
          <p:nvSpPr>
            <p:cNvPr id="4" name="Text Box 59">
              <a:extLst>
                <a:ext uri="{FF2B5EF4-FFF2-40B4-BE49-F238E27FC236}">
                  <a16:creationId xmlns:a16="http://schemas.microsoft.com/office/drawing/2014/main" id="{D6810858-94E2-1948-78EA-D910FB9E5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9" y="2862"/>
              <a:ext cx="2202" cy="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200000"/>
                </a:lnSpc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        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                    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  <a:p>
              <a:pPr eaLnBrk="1" hangingPunct="1">
                <a:lnSpc>
                  <a:spcPct val="200000"/>
                </a:lnSpc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         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                     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6C8412B6-92E5-EF99-8F3B-48275C50D4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1" y="2475"/>
              <a:ext cx="2881" cy="1365"/>
              <a:chOff x="2243" y="2871"/>
              <a:chExt cx="2881" cy="1365"/>
            </a:xfrm>
          </p:grpSpPr>
          <p:grpSp>
            <p:nvGrpSpPr>
              <p:cNvPr id="12" name="Group 8">
                <a:extLst>
                  <a:ext uri="{FF2B5EF4-FFF2-40B4-BE49-F238E27FC236}">
                    <a16:creationId xmlns:a16="http://schemas.microsoft.com/office/drawing/2014/main" id="{79165E0F-50F3-3455-7CD1-BA288A361D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43" y="2871"/>
                <a:ext cx="2881" cy="1365"/>
                <a:chOff x="2243" y="2871"/>
                <a:chExt cx="2881" cy="1365"/>
              </a:xfrm>
            </p:grpSpPr>
            <p:sp>
              <p:nvSpPr>
                <p:cNvPr id="19" name="Rectangle 9">
                  <a:extLst>
                    <a:ext uri="{FF2B5EF4-FFF2-40B4-BE49-F238E27FC236}">
                      <a16:creationId xmlns:a16="http://schemas.microsoft.com/office/drawing/2014/main" id="{D012FA1F-1402-DD78-0A0A-44454B41F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6" y="3324"/>
                  <a:ext cx="2448" cy="91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58FF8AF3-B9C6-467D-DBD9-B2D9FE0DC5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804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BE72BC33-A864-65F7-C7DD-C3C41733A7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88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0D07088F-890D-EC10-4CEF-B9C1948FFE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2D20B942-4329-108D-FA00-B30358EE51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756929D4-D152-CCFC-DFF4-753A5D60A7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40" y="3084"/>
                  <a:ext cx="336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Text Box 15">
                  <a:extLst>
                    <a:ext uri="{FF2B5EF4-FFF2-40B4-BE49-F238E27FC236}">
                      <a16:creationId xmlns:a16="http://schemas.microsoft.com/office/drawing/2014/main" id="{7C3845C1-F99D-8753-0753-964B093F06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3" y="3116"/>
                  <a:ext cx="313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endPara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Text Box 16">
                  <a:extLst>
                    <a:ext uri="{FF2B5EF4-FFF2-40B4-BE49-F238E27FC236}">
                      <a16:creationId xmlns:a16="http://schemas.microsoft.com/office/drawing/2014/main" id="{37A5AAD2-B9E9-01B6-7D8D-8290C914AB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20" y="2871"/>
                  <a:ext cx="451" cy="3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BC</a:t>
                  </a:r>
                </a:p>
              </p:txBody>
            </p:sp>
          </p:grpSp>
          <p:sp>
            <p:nvSpPr>
              <p:cNvPr id="13" name="Text Box 17">
                <a:extLst>
                  <a:ext uri="{FF2B5EF4-FFF2-40B4-BE49-F238E27FC236}">
                    <a16:creationId xmlns:a16="http://schemas.microsoft.com/office/drawing/2014/main" id="{9FE5BCA3-5133-4352-5CBE-B612EF4DD6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0" y="3422"/>
                <a:ext cx="285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14" name="Text Box 18">
                <a:extLst>
                  <a:ext uri="{FF2B5EF4-FFF2-40B4-BE49-F238E27FC236}">
                    <a16:creationId xmlns:a16="http://schemas.microsoft.com/office/drawing/2014/main" id="{98E56881-A508-F052-4666-46F67F03A8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864"/>
                <a:ext cx="285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15" name="Text Box 19">
                <a:extLst>
                  <a:ext uri="{FF2B5EF4-FFF2-40B4-BE49-F238E27FC236}">
                    <a16:creationId xmlns:a16="http://schemas.microsoft.com/office/drawing/2014/main" id="{400EDDD7-679D-E510-004B-73022D28E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9" y="3018"/>
                <a:ext cx="417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16" name="Text Box 20">
                <a:extLst>
                  <a:ext uri="{FF2B5EF4-FFF2-40B4-BE49-F238E27FC236}">
                    <a16:creationId xmlns:a16="http://schemas.microsoft.com/office/drawing/2014/main" id="{433D7E95-3E19-35C9-E677-C18250E9CF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2" y="3013"/>
                <a:ext cx="417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17" name="Text Box 21">
                <a:extLst>
                  <a:ext uri="{FF2B5EF4-FFF2-40B4-BE49-F238E27FC236}">
                    <a16:creationId xmlns:a16="http://schemas.microsoft.com/office/drawing/2014/main" id="{063B5C4B-A7EA-5D6E-DE93-FBD9453618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6" y="3017"/>
                <a:ext cx="417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18" name="Text Box 22">
                <a:extLst>
                  <a:ext uri="{FF2B5EF4-FFF2-40B4-BE49-F238E27FC236}">
                    <a16:creationId xmlns:a16="http://schemas.microsoft.com/office/drawing/2014/main" id="{7E38B96D-83EC-F6F7-F540-1D555B2C59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3018"/>
                <a:ext cx="417" cy="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</p:grpSp>
        <p:sp>
          <p:nvSpPr>
            <p:cNvPr id="6" name="Text Box 40">
              <a:extLst>
                <a:ext uri="{FF2B5EF4-FFF2-40B4-BE49-F238E27FC236}">
                  <a16:creationId xmlns:a16="http://schemas.microsoft.com/office/drawing/2014/main" id="{06017F22-12AF-0C0B-D8E3-3E4CE96FC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8" y="2939"/>
              <a:ext cx="154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" name="Text Box 49">
              <a:extLst>
                <a:ext uri="{FF2B5EF4-FFF2-40B4-BE49-F238E27FC236}">
                  <a16:creationId xmlns:a16="http://schemas.microsoft.com/office/drawing/2014/main" id="{4B4E2D7A-8C10-464C-50D5-E3866CD46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" y="3383"/>
              <a:ext cx="154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" name="Text Box 57">
              <a:extLst>
                <a:ext uri="{FF2B5EF4-FFF2-40B4-BE49-F238E27FC236}">
                  <a16:creationId xmlns:a16="http://schemas.microsoft.com/office/drawing/2014/main" id="{477892D3-8285-5810-BFDC-5C8330990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0" y="3371"/>
              <a:ext cx="154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" name="Text Box 61">
              <a:extLst>
                <a:ext uri="{FF2B5EF4-FFF2-40B4-BE49-F238E27FC236}">
                  <a16:creationId xmlns:a16="http://schemas.microsoft.com/office/drawing/2014/main" id="{0EA064DA-1E8C-E536-5BC2-C02F32367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4" y="3038"/>
              <a:ext cx="285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0" name="Text Box 62">
              <a:extLst>
                <a:ext uri="{FF2B5EF4-FFF2-40B4-BE49-F238E27FC236}">
                  <a16:creationId xmlns:a16="http://schemas.microsoft.com/office/drawing/2014/main" id="{1E96B6A1-6B4C-063F-B416-D646A79DD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0" y="3448"/>
              <a:ext cx="285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" name="Text Box 63">
              <a:extLst>
                <a:ext uri="{FF2B5EF4-FFF2-40B4-BE49-F238E27FC236}">
                  <a16:creationId xmlns:a16="http://schemas.microsoft.com/office/drawing/2014/main" id="{65F52754-0B88-90F5-A27F-E96D8A7E7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" y="3448"/>
              <a:ext cx="285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CC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28" name="AutoShape 34">
            <a:extLst>
              <a:ext uri="{FF2B5EF4-FFF2-40B4-BE49-F238E27FC236}">
                <a16:creationId xmlns:a16="http://schemas.microsoft.com/office/drawing/2014/main" id="{85D218D9-7F19-D56E-C3C4-F5D0406FC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978" y="2896870"/>
            <a:ext cx="424565" cy="982902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" name="AutoShape 35">
            <a:extLst>
              <a:ext uri="{FF2B5EF4-FFF2-40B4-BE49-F238E27FC236}">
                <a16:creationId xmlns:a16="http://schemas.microsoft.com/office/drawing/2014/main" id="{4FE576F2-A7D5-531C-52C9-7491F2C9A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0317" y="3506648"/>
            <a:ext cx="1183675" cy="373124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12D18D3-E5B3-301E-BC51-B9FCB7A547FC}"/>
              </a:ext>
            </a:extLst>
          </p:cNvPr>
          <p:cNvSpPr txBox="1"/>
          <p:nvPr/>
        </p:nvSpPr>
        <p:spPr>
          <a:xfrm>
            <a:off x="4602797" y="1746306"/>
            <a:ext cx="3365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取值：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7C0ACF2-C21D-1503-306E-A55BB11FA321}"/>
              </a:ext>
            </a:extLst>
          </p:cNvPr>
          <p:cNvGrpSpPr/>
          <p:nvPr/>
        </p:nvGrpSpPr>
        <p:grpSpPr>
          <a:xfrm>
            <a:off x="4833992" y="2800772"/>
            <a:ext cx="4633727" cy="461665"/>
            <a:chOff x="3076312" y="4120661"/>
            <a:chExt cx="4633727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607A3BB-F2A3-7E50-5D04-989D0F9E0C61}"/>
                    </a:ext>
                  </a:extLst>
                </p:cNvPr>
                <p:cNvSpPr txBox="1"/>
                <p:nvPr/>
              </p:nvSpPr>
              <p:spPr>
                <a:xfrm>
                  <a:off x="5037513" y="4120661"/>
                  <a:ext cx="267252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𝑩𝑪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𝑩𝑪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𝑩𝑪</m:t>
                        </m:r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F607A3BB-F2A3-7E50-5D04-989D0F9E0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7513" y="4120661"/>
                  <a:ext cx="2672526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5ED7FF3A-5390-5A03-B7BC-13B4C09C9C6F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>
              <a:off x="3076312" y="4351494"/>
              <a:ext cx="196120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D56BA4D-997C-EAAD-1814-C8723E7AD9A0}"/>
              </a:ext>
            </a:extLst>
          </p:cNvPr>
          <p:cNvGrpSpPr/>
          <p:nvPr/>
        </p:nvGrpSpPr>
        <p:grpSpPr>
          <a:xfrm>
            <a:off x="6329680" y="3334449"/>
            <a:ext cx="2262158" cy="915531"/>
            <a:chOff x="4572000" y="4501938"/>
            <a:chExt cx="2262158" cy="915531"/>
          </a:xfrm>
        </p:grpSpPr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D4E76ABF-7E2F-17AA-F6EF-6D95A859B1BC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H="1" flipV="1">
              <a:off x="5261956" y="4501938"/>
              <a:ext cx="441123" cy="54619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D1A30A1-375F-6484-6F47-A1EBF13C3548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V="1">
              <a:off x="5703079" y="4501938"/>
              <a:ext cx="507062" cy="54619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941EA0F-6CB8-4564-2F79-11DF8804BBD1}"/>
                </a:ext>
              </a:extLst>
            </p:cNvPr>
            <p:cNvSpPr txBox="1"/>
            <p:nvPr/>
          </p:nvSpPr>
          <p:spPr>
            <a:xfrm>
              <a:off x="4572000" y="5048137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消去取值相反的变量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68997CB-2FE5-46F6-6553-FE2E45B4B816}"/>
              </a:ext>
            </a:extLst>
          </p:cNvPr>
          <p:cNvGrpSpPr/>
          <p:nvPr/>
        </p:nvGrpSpPr>
        <p:grpSpPr>
          <a:xfrm>
            <a:off x="3510344" y="4065314"/>
            <a:ext cx="2819336" cy="648926"/>
            <a:chOff x="2118423" y="4023763"/>
            <a:chExt cx="2819336" cy="648926"/>
          </a:xfrm>
        </p:grpSpPr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0168DCEB-98D4-69EC-67D2-7E6B7A0EE8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18423" y="4034833"/>
              <a:ext cx="2768537" cy="51623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B236D95-48BA-BABB-93E3-8D13C0407189}"/>
                </a:ext>
              </a:extLst>
            </p:cNvPr>
            <p:cNvCxnSpPr>
              <a:cxnSpLocks/>
              <a:stCxn id="37" idx="1"/>
            </p:cNvCxnSpPr>
            <p:nvPr/>
          </p:nvCxnSpPr>
          <p:spPr>
            <a:xfrm flipH="1">
              <a:off x="3006623" y="4023763"/>
              <a:ext cx="1931136" cy="64892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485B9B7-F4ED-0E4D-ACD9-ED7EDC271609}"/>
                  </a:ext>
                </a:extLst>
              </p:cNvPr>
              <p:cNvSpPr txBox="1"/>
              <p:nvPr/>
            </p:nvSpPr>
            <p:spPr>
              <a:xfrm>
                <a:off x="6329681" y="4812994"/>
                <a:ext cx="35060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34A90"/>
                    </a:solidFill>
                  </a:rPr>
                  <a:t>化简结果：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zh-CN" sz="2400" b="1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𝑨𝑪</m:t>
                    </m:r>
                    <m:r>
                      <a:rPr lang="en-US" altLang="zh-CN" sz="2400" b="1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endParaRPr lang="zh-CN" altLang="en-US" sz="2400" b="1" dirty="0">
                  <a:solidFill>
                    <a:srgbClr val="034A90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485B9B7-F4ED-0E4D-ACD9-ED7EDC271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681" y="4812994"/>
                <a:ext cx="3506088" cy="461665"/>
              </a:xfrm>
              <a:prstGeom prst="rect">
                <a:avLst/>
              </a:prstGeom>
              <a:blipFill>
                <a:blip r:embed="rId6"/>
                <a:stretch>
                  <a:fillRect l="-2609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7D02669E-9CF5-0E2A-B515-3754A3E2E0B2}"/>
              </a:ext>
            </a:extLst>
          </p:cNvPr>
          <p:cNvGrpSpPr/>
          <p:nvPr/>
        </p:nvGrpSpPr>
        <p:grpSpPr>
          <a:xfrm>
            <a:off x="2923407" y="3910252"/>
            <a:ext cx="2653290" cy="1163437"/>
            <a:chOff x="1165726" y="5047262"/>
            <a:chExt cx="2653290" cy="11634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8FB39B7-CA49-F7DB-BF98-4C6ED70CE445}"/>
                    </a:ext>
                  </a:extLst>
                </p:cNvPr>
                <p:cNvSpPr txBox="1"/>
                <p:nvPr/>
              </p:nvSpPr>
              <p:spPr>
                <a:xfrm>
                  <a:off x="1165726" y="5749034"/>
                  <a:ext cx="265329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𝑨</m:t>
                        </m:r>
                        <m:acc>
                          <m:accPr>
                            <m:chr m:val="̅"/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𝑨𝑩𝑪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𝑨𝑪</m:t>
                        </m:r>
                      </m:oMath>
                    </m:oMathPara>
                  </a14:m>
                  <a:endParaRPr lang="zh-CN" altLang="en-US" sz="2400" b="1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28FB39B7-CA49-F7DB-BF98-4C6ED70CE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726" y="5749034"/>
                  <a:ext cx="265329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C850F82-F242-1830-3967-5D4A217EB737}"/>
                </a:ext>
              </a:extLst>
            </p:cNvPr>
            <p:cNvCxnSpPr>
              <a:stCxn id="43" idx="0"/>
              <a:endCxn id="29" idx="2"/>
            </p:cNvCxnSpPr>
            <p:nvPr/>
          </p:nvCxnSpPr>
          <p:spPr>
            <a:xfrm flipH="1" flipV="1">
              <a:off x="2484474" y="5047262"/>
              <a:ext cx="7897" cy="70177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7442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/>
      <p:bldP spid="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992E8-2F88-D411-EF23-42E93D08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0760BBF-B629-192B-F17A-C63AA09FBC5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例：四变量卡诺图，消去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1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个变量</a:t>
            </a:r>
          </a:p>
        </p:txBody>
      </p:sp>
      <p:sp>
        <p:nvSpPr>
          <p:cNvPr id="2" name="Rectangle 36">
            <a:extLst>
              <a:ext uri="{FF2B5EF4-FFF2-40B4-BE49-F238E27FC236}">
                <a16:creationId xmlns:a16="http://schemas.microsoft.com/office/drawing/2014/main" id="{D5594F73-B894-B8F0-D3CA-8491E34BB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52" y="2535040"/>
            <a:ext cx="2971800" cy="2438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3" name="Line 37">
            <a:extLst>
              <a:ext uri="{FF2B5EF4-FFF2-40B4-BE49-F238E27FC236}">
                <a16:creationId xmlns:a16="http://schemas.microsoft.com/office/drawing/2014/main" id="{BB9ECF74-4AF1-0957-363A-5212B1D0E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4652" y="3754240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" name="Line 38">
            <a:extLst>
              <a:ext uri="{FF2B5EF4-FFF2-40B4-BE49-F238E27FC236}">
                <a16:creationId xmlns:a16="http://schemas.microsoft.com/office/drawing/2014/main" id="{ACA64798-F292-3AFA-10C1-2170F978E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1502" y="2535040"/>
            <a:ext cx="0" cy="2438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" name="Line 39">
            <a:extLst>
              <a:ext uri="{FF2B5EF4-FFF2-40B4-BE49-F238E27FC236}">
                <a16:creationId xmlns:a16="http://schemas.microsoft.com/office/drawing/2014/main" id="{AF257D15-7F6E-26CD-E26B-387A73ADD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7602" y="2535040"/>
            <a:ext cx="0" cy="2438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" name="Line 40">
            <a:extLst>
              <a:ext uri="{FF2B5EF4-FFF2-40B4-BE49-F238E27FC236}">
                <a16:creationId xmlns:a16="http://schemas.microsoft.com/office/drawing/2014/main" id="{C4D9A098-0019-87A9-8725-E7026EE1C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52" y="2535040"/>
            <a:ext cx="0" cy="2438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7" name="Line 41">
            <a:extLst>
              <a:ext uri="{FF2B5EF4-FFF2-40B4-BE49-F238E27FC236}">
                <a16:creationId xmlns:a16="http://schemas.microsoft.com/office/drawing/2014/main" id="{3C66B3BC-04A0-7C3F-B4EE-D45FF5D6A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4652" y="3201790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8" name="Line 42">
            <a:extLst>
              <a:ext uri="{FF2B5EF4-FFF2-40B4-BE49-F238E27FC236}">
                <a16:creationId xmlns:a16="http://schemas.microsoft.com/office/drawing/2014/main" id="{42BBFDFC-F9FB-BDFC-6FBA-746CADF70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4652" y="4363840"/>
            <a:ext cx="2971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" name="Line 43">
            <a:extLst>
              <a:ext uri="{FF2B5EF4-FFF2-40B4-BE49-F238E27FC236}">
                <a16:creationId xmlns:a16="http://schemas.microsoft.com/office/drawing/2014/main" id="{4B8103B1-0426-A5C6-EEAA-AD76963DFB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75052" y="1925440"/>
            <a:ext cx="6096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" name="Text Box 44">
            <a:extLst>
              <a:ext uri="{FF2B5EF4-FFF2-40B4-BE49-F238E27FC236}">
                <a16:creationId xmlns:a16="http://schemas.microsoft.com/office/drawing/2014/main" id="{D5B6318D-8FC6-94FD-F33D-6E67FF4CC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4377" y="2077840"/>
            <a:ext cx="5517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</a:p>
        </p:txBody>
      </p:sp>
      <p:sp>
        <p:nvSpPr>
          <p:cNvPr id="11" name="Text Box 45">
            <a:extLst>
              <a:ext uri="{FF2B5EF4-FFF2-40B4-BE49-F238E27FC236}">
                <a16:creationId xmlns:a16="http://schemas.microsoft.com/office/drawing/2014/main" id="{8C61757E-6B94-3A30-6F3A-037F539F9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7452" y="1773040"/>
            <a:ext cx="557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</a:p>
        </p:txBody>
      </p:sp>
      <p:sp>
        <p:nvSpPr>
          <p:cNvPr id="12" name="Text Box 46">
            <a:extLst>
              <a:ext uri="{FF2B5EF4-FFF2-40B4-BE49-F238E27FC236}">
                <a16:creationId xmlns:a16="http://schemas.microsoft.com/office/drawing/2014/main" id="{35C42C8B-F97C-E672-7074-17E5B8FF0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52" y="261124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13" name="Text Box 47">
            <a:extLst>
              <a:ext uri="{FF2B5EF4-FFF2-40B4-BE49-F238E27FC236}">
                <a16:creationId xmlns:a16="http://schemas.microsoft.com/office/drawing/2014/main" id="{DBADEEA2-5028-3DFC-D5F5-88F2B460E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52" y="327799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14" name="Text Box 48">
            <a:extLst>
              <a:ext uri="{FF2B5EF4-FFF2-40B4-BE49-F238E27FC236}">
                <a16:creationId xmlns:a16="http://schemas.microsoft.com/office/drawing/2014/main" id="{5CE063C2-243F-3FE4-39AA-939FEE1B8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52" y="390664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</a:p>
        </p:txBody>
      </p:sp>
      <p:sp>
        <p:nvSpPr>
          <p:cNvPr id="15" name="Text Box 49">
            <a:extLst>
              <a:ext uri="{FF2B5EF4-FFF2-40B4-BE49-F238E27FC236}">
                <a16:creationId xmlns:a16="http://schemas.microsoft.com/office/drawing/2014/main" id="{F934B7E6-7178-EE35-3968-5CD6EE3CD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52" y="445909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  <p:sp>
        <p:nvSpPr>
          <p:cNvPr id="16" name="Text Box 50">
            <a:extLst>
              <a:ext uri="{FF2B5EF4-FFF2-40B4-BE49-F238E27FC236}">
                <a16:creationId xmlns:a16="http://schemas.microsoft.com/office/drawing/2014/main" id="{7A36DF2B-A003-2CF4-F820-1875A1FFE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902" y="207784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7" name="Text Box 51">
            <a:extLst>
              <a:ext uri="{FF2B5EF4-FFF2-40B4-BE49-F238E27FC236}">
                <a16:creationId xmlns:a16="http://schemas.microsoft.com/office/drawing/2014/main" id="{9CCD02D9-20B9-5010-F40B-4A9CAFD61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202" y="207784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8" name="Text Box 52">
            <a:extLst>
              <a:ext uri="{FF2B5EF4-FFF2-40B4-BE49-F238E27FC236}">
                <a16:creationId xmlns:a16="http://schemas.microsoft.com/office/drawing/2014/main" id="{02CBD258-C90A-660B-920A-79E8C039D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8502" y="207784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" name="Text Box 53">
            <a:extLst>
              <a:ext uri="{FF2B5EF4-FFF2-40B4-BE49-F238E27FC236}">
                <a16:creationId xmlns:a16="http://schemas.microsoft.com/office/drawing/2014/main" id="{641E49D6-7570-A16C-86BD-4F885D9FD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802" y="2077840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0" name="Text Box 58">
            <a:extLst>
              <a:ext uri="{FF2B5EF4-FFF2-40B4-BE49-F238E27FC236}">
                <a16:creationId xmlns:a16="http://schemas.microsoft.com/office/drawing/2014/main" id="{9152D757-A8AC-F1DA-D2DF-325A6AF59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5467" y="2675375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1" name="Text Box 59">
            <a:extLst>
              <a:ext uri="{FF2B5EF4-FFF2-40B4-BE49-F238E27FC236}">
                <a16:creationId xmlns:a16="http://schemas.microsoft.com/office/drawing/2014/main" id="{32D59FC0-1A7B-51AA-390C-590C5043C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1147" y="2665215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2" name="Text Box 60">
            <a:extLst>
              <a:ext uri="{FF2B5EF4-FFF2-40B4-BE49-F238E27FC236}">
                <a16:creationId xmlns:a16="http://schemas.microsoft.com/office/drawing/2014/main" id="{D037CBFD-21A7-87F5-3B2B-006E5F975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7787" y="3864095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3" name="Text Box 61">
            <a:extLst>
              <a:ext uri="{FF2B5EF4-FFF2-40B4-BE49-F238E27FC236}">
                <a16:creationId xmlns:a16="http://schemas.microsoft.com/office/drawing/2014/main" id="{3FE714A6-A4E2-89FC-482E-1E20EFF01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227" y="3864095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4" name="AutoShape 62">
            <a:extLst>
              <a:ext uri="{FF2B5EF4-FFF2-40B4-BE49-F238E27FC236}">
                <a16:creationId xmlns:a16="http://schemas.microsoft.com/office/drawing/2014/main" id="{9A123631-1047-ECDA-ED10-03A804F04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02" y="3868540"/>
            <a:ext cx="1219200" cy="3810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25" name="AutoShape 65">
            <a:extLst>
              <a:ext uri="{FF2B5EF4-FFF2-40B4-BE49-F238E27FC236}">
                <a16:creationId xmlns:a16="http://schemas.microsoft.com/office/drawing/2014/main" id="{72540FCA-51C8-BAF6-926F-7E53B1B5D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52" y="2649340"/>
            <a:ext cx="609600" cy="381000"/>
          </a:xfrm>
          <a:prstGeom prst="flowChartDelay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26" name="AutoShape 66">
            <a:extLst>
              <a:ext uri="{FF2B5EF4-FFF2-40B4-BE49-F238E27FC236}">
                <a16:creationId xmlns:a16="http://schemas.microsoft.com/office/drawing/2014/main" id="{38FF6AEE-9B2F-8290-E0C0-5798EA02567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46852" y="2649340"/>
            <a:ext cx="609600" cy="381000"/>
          </a:xfrm>
          <a:prstGeom prst="flowChartDelay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grpSp>
        <p:nvGrpSpPr>
          <p:cNvPr id="28" name="Group 84">
            <a:extLst>
              <a:ext uri="{FF2B5EF4-FFF2-40B4-BE49-F238E27FC236}">
                <a16:creationId xmlns:a16="http://schemas.microsoft.com/office/drawing/2014/main" id="{BE9EBB73-6954-5682-9408-01136614D96A}"/>
              </a:ext>
            </a:extLst>
          </p:cNvPr>
          <p:cNvGrpSpPr>
            <a:grpSpLocks/>
          </p:cNvGrpSpPr>
          <p:nvPr/>
        </p:nvGrpSpPr>
        <p:grpSpPr bwMode="auto">
          <a:xfrm>
            <a:off x="5980578" y="3594935"/>
            <a:ext cx="2382838" cy="449263"/>
            <a:chOff x="2525" y="1280"/>
            <a:chExt cx="1501" cy="283"/>
          </a:xfrm>
        </p:grpSpPr>
        <p:sp>
          <p:nvSpPr>
            <p:cNvPr id="29" name="Line 63">
              <a:extLst>
                <a:ext uri="{FF2B5EF4-FFF2-40B4-BE49-F238E27FC236}">
                  <a16:creationId xmlns:a16="http://schemas.microsoft.com/office/drawing/2014/main" id="{505855A7-71B3-14FE-DA52-2CAE3B2D9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5" y="1405"/>
              <a:ext cx="996" cy="1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 Box 69">
                  <a:extLst>
                    <a:ext uri="{FF2B5EF4-FFF2-40B4-BE49-F238E27FC236}">
                      <a16:creationId xmlns:a16="http://schemas.microsoft.com/office/drawing/2014/main" id="{2C62E156-EE41-BBEC-6389-3A8A0DAEAF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4" y="1280"/>
                  <a:ext cx="502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𝑨𝑩𝑫</m:t>
                        </m:r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0" name="Text Box 69">
                  <a:extLst>
                    <a:ext uri="{FF2B5EF4-FFF2-40B4-BE49-F238E27FC236}">
                      <a16:creationId xmlns:a16="http://schemas.microsoft.com/office/drawing/2014/main" id="{2C62E156-EE41-BBEC-6389-3A8A0DAEA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4" y="1280"/>
                  <a:ext cx="502" cy="25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85">
            <a:extLst>
              <a:ext uri="{FF2B5EF4-FFF2-40B4-BE49-F238E27FC236}">
                <a16:creationId xmlns:a16="http://schemas.microsoft.com/office/drawing/2014/main" id="{E1A543BF-9D1C-D021-8559-DE6279599729}"/>
              </a:ext>
            </a:extLst>
          </p:cNvPr>
          <p:cNvGrpSpPr>
            <a:grpSpLocks/>
          </p:cNvGrpSpPr>
          <p:nvPr/>
        </p:nvGrpSpPr>
        <p:grpSpPr bwMode="auto">
          <a:xfrm>
            <a:off x="4526002" y="2128641"/>
            <a:ext cx="3819526" cy="787400"/>
            <a:chOff x="1608" y="416"/>
            <a:chExt cx="2406" cy="496"/>
          </a:xfrm>
        </p:grpSpPr>
        <p:sp>
          <p:nvSpPr>
            <p:cNvPr id="32" name="Line 67">
              <a:extLst>
                <a:ext uri="{FF2B5EF4-FFF2-40B4-BE49-F238E27FC236}">
                  <a16:creationId xmlns:a16="http://schemas.microsoft.com/office/drawing/2014/main" id="{38A57115-FF43-1F45-8B5E-217973486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528"/>
              <a:ext cx="528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 Box 68">
                  <a:extLst>
                    <a:ext uri="{FF2B5EF4-FFF2-40B4-BE49-F238E27FC236}">
                      <a16:creationId xmlns:a16="http://schemas.microsoft.com/office/drawing/2014/main" id="{8E9FAF25-CF3E-CE62-9D02-FCBD21704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12" y="416"/>
                  <a:ext cx="502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𝑨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𝑩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𝑫</m:t>
                            </m:r>
                          </m:e>
                        </m:acc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3" name="Text Box 68">
                  <a:extLst>
                    <a:ext uri="{FF2B5EF4-FFF2-40B4-BE49-F238E27FC236}">
                      <a16:creationId xmlns:a16="http://schemas.microsoft.com/office/drawing/2014/main" id="{8E9FAF25-CF3E-CE62-9D02-FCBD21704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2" y="416"/>
                  <a:ext cx="502" cy="252"/>
                </a:xfrm>
                <a:prstGeom prst="rect">
                  <a:avLst/>
                </a:prstGeom>
                <a:blipFill>
                  <a:blip r:embed="rId5"/>
                  <a:stretch>
                    <a:fillRect r="-4045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Line 82">
              <a:extLst>
                <a:ext uri="{FF2B5EF4-FFF2-40B4-BE49-F238E27FC236}">
                  <a16:creationId xmlns:a16="http://schemas.microsoft.com/office/drawing/2014/main" id="{76B9D9F1-423D-4540-0DA3-4D4F034A8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08" y="528"/>
              <a:ext cx="1896" cy="2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" name="Text Box 2">
            <a:extLst>
              <a:ext uri="{FF2B5EF4-FFF2-40B4-BE49-F238E27FC236}">
                <a16:creationId xmlns:a16="http://schemas.microsoft.com/office/drawing/2014/main" id="{EBDB8B15-1CEF-DF25-5955-81D388866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68" y="2122409"/>
            <a:ext cx="15030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消去</a:t>
            </a: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sp>
        <p:nvSpPr>
          <p:cNvPr id="36" name="Text Box 5">
            <a:extLst>
              <a:ext uri="{FF2B5EF4-FFF2-40B4-BE49-F238E27FC236}">
                <a16:creationId xmlns:a16="http://schemas.microsoft.com/office/drawing/2014/main" id="{D716A0DB-71A3-2B3D-A91D-B9C649687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4768" y="3580910"/>
            <a:ext cx="15811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消去</a:t>
            </a:r>
            <a:r>
              <a:rPr lang="en-US" altLang="zh-CN" sz="20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</p:spTree>
    <p:extLst>
      <p:ext uri="{BB962C8B-B14F-4D97-AF65-F5344CB8AC3E}">
        <p14:creationId xmlns:p14="http://schemas.microsoft.com/office/powerpoint/2010/main" val="32631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35" grpId="0"/>
      <p:bldP spid="3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6FD0-12FD-3CFB-355B-F46839BD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1879F74-34BF-D8E6-C560-3CB1C17A3C7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合并最小项的规则（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876963A-4BCC-33A0-89B0-450902F51B77}"/>
              </a:ext>
            </a:extLst>
          </p:cNvPr>
          <p:cNvSpPr txBox="1"/>
          <p:nvPr/>
        </p:nvSpPr>
        <p:spPr>
          <a:xfrm>
            <a:off x="348748" y="1277890"/>
            <a:ext cx="11497812" cy="418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规则二：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卡诺图上四个标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方格相邻，可合并为一项，并可消去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个变量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方格相邻的特点：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同在一行或一列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同在一个田字格中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18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B701-5295-7E34-2426-48823F80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4F8B7DB-4D70-58D7-232B-15187B9B0C1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例：四变量卡诺图，消去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个变量</a:t>
            </a:r>
          </a:p>
        </p:txBody>
      </p:sp>
      <p:grpSp>
        <p:nvGrpSpPr>
          <p:cNvPr id="2" name="Group 122">
            <a:extLst>
              <a:ext uri="{FF2B5EF4-FFF2-40B4-BE49-F238E27FC236}">
                <a16:creationId xmlns:a16="http://schemas.microsoft.com/office/drawing/2014/main" id="{F460301F-B193-5890-BD2B-C79CC42EE181}"/>
              </a:ext>
            </a:extLst>
          </p:cNvPr>
          <p:cNvGrpSpPr>
            <a:grpSpLocks/>
          </p:cNvGrpSpPr>
          <p:nvPr/>
        </p:nvGrpSpPr>
        <p:grpSpPr bwMode="auto">
          <a:xfrm>
            <a:off x="3999755" y="1926707"/>
            <a:ext cx="909638" cy="990600"/>
            <a:chOff x="2400" y="720"/>
            <a:chExt cx="573" cy="624"/>
          </a:xfrm>
        </p:grpSpPr>
        <p:sp>
          <p:nvSpPr>
            <p:cNvPr id="3" name="Line 38">
              <a:extLst>
                <a:ext uri="{FF2B5EF4-FFF2-40B4-BE49-F238E27FC236}">
                  <a16:creationId xmlns:a16="http://schemas.microsoft.com/office/drawing/2014/main" id="{84180652-6EAC-D840-C176-281AE8765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960"/>
              <a:ext cx="336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 Box 41">
                  <a:extLst>
                    <a:ext uri="{FF2B5EF4-FFF2-40B4-BE49-F238E27FC236}">
                      <a16:creationId xmlns:a16="http://schemas.microsoft.com/office/drawing/2014/main" id="{1348F071-BF9C-2911-60B1-4FC5EA208F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2" y="720"/>
                  <a:ext cx="381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𝑨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𝑩</m:t>
                            </m:r>
                          </m:e>
                        </m:acc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7" name="Text 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2" y="720"/>
                  <a:ext cx="381" cy="252"/>
                </a:xfrm>
                <a:prstGeom prst="rect">
                  <a:avLst/>
                </a:prstGeom>
                <a:blipFill>
                  <a:blip r:embed="rId4"/>
                  <a:stretch>
                    <a:fillRect r="-2626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 Box 136">
            <a:extLst>
              <a:ext uri="{FF2B5EF4-FFF2-40B4-BE49-F238E27FC236}">
                <a16:creationId xmlns:a16="http://schemas.microsoft.com/office/drawing/2014/main" id="{147C9877-5A8C-8B82-B0AA-2D6F66B28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522" y="1933580"/>
            <a:ext cx="11847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消去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</a:p>
        </p:txBody>
      </p:sp>
      <p:grpSp>
        <p:nvGrpSpPr>
          <p:cNvPr id="6" name="Group 121">
            <a:extLst>
              <a:ext uri="{FF2B5EF4-FFF2-40B4-BE49-F238E27FC236}">
                <a16:creationId xmlns:a16="http://schemas.microsoft.com/office/drawing/2014/main" id="{F5E9030C-9AEE-283E-087C-2061B993C25C}"/>
              </a:ext>
            </a:extLst>
          </p:cNvPr>
          <p:cNvGrpSpPr>
            <a:grpSpLocks/>
          </p:cNvGrpSpPr>
          <p:nvPr/>
        </p:nvGrpSpPr>
        <p:grpSpPr bwMode="auto">
          <a:xfrm>
            <a:off x="1972427" y="2232351"/>
            <a:ext cx="3584573" cy="2819460"/>
            <a:chOff x="48" y="720"/>
            <a:chExt cx="2458" cy="2016"/>
          </a:xfrm>
        </p:grpSpPr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52F93A7-FA3D-50BD-A4BE-736D9EFE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1200"/>
              <a:ext cx="1872" cy="15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B9CBCBF8-D2A3-C439-F077-E4AE22E68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1968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5A86A472-7965-2F46-6512-E0B8D29ED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120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DCBBB74B-41E9-1090-28B5-B855D8B41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120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44BB4247-3829-6F82-1E08-E2C000839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120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0CA14F02-432F-2314-05D9-3A29A7524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1620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5E0FDD90-E3FA-2FA5-9902-169769D787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352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1F37C7D6-8A02-19C2-625D-CC50060C3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" y="816"/>
              <a:ext cx="384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E6AEDB04-CC28-9807-3A78-28839884E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912"/>
              <a:ext cx="37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839F1AB7-EB55-F6B0-83A7-B68450E6C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720"/>
              <a:ext cx="38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C20A947B-D638-7DFE-E800-B39414C65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248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3F1AEAD4-0139-8913-6177-9CA67F6BC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636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2559D9D2-381A-C74A-16E5-562AB169F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024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F68CCB39-86C7-F6CC-09D5-96208B9CAD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412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A2F7649A-C998-D3A8-815F-18866248E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" y="912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3B321023-5A81-7050-D303-F13DBCEF71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912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2F4D734B-2464-15AC-284F-75B62A9FCF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912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FEA79E83-416E-37AD-69B2-1875CF429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0" y="912"/>
              <a:ext cx="3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FB074F25-16AC-695A-989E-F4E23B7A9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262"/>
              <a:ext cx="2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2CBE925F-EAB1-4B77-EC07-A210479D1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274"/>
              <a:ext cx="2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Text Box 27">
              <a:extLst>
                <a:ext uri="{FF2B5EF4-FFF2-40B4-BE49-F238E27FC236}">
                  <a16:creationId xmlns:a16="http://schemas.microsoft.com/office/drawing/2014/main" id="{CA3C392E-3598-5B58-26DA-484F917DD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" y="1656"/>
              <a:ext cx="2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9" name="Text Box 28">
              <a:extLst>
                <a:ext uri="{FF2B5EF4-FFF2-40B4-BE49-F238E27FC236}">
                  <a16:creationId xmlns:a16="http://schemas.microsoft.com/office/drawing/2014/main" id="{331D5817-AD7E-E61E-34D3-9AB8425A3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2018"/>
              <a:ext cx="2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0" name="Text Box 32">
              <a:extLst>
                <a:ext uri="{FF2B5EF4-FFF2-40B4-BE49-F238E27FC236}">
                  <a16:creationId xmlns:a16="http://schemas.microsoft.com/office/drawing/2014/main" id="{FAF2C3F7-78EA-8F45-CC7F-52607BD94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72"/>
              <a:ext cx="2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1" name="Text Box 33">
              <a:extLst>
                <a:ext uri="{FF2B5EF4-FFF2-40B4-BE49-F238E27FC236}">
                  <a16:creationId xmlns:a16="http://schemas.microsoft.com/office/drawing/2014/main" id="{D0AB079C-8A1D-0467-504F-089B818BC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272"/>
              <a:ext cx="2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2" name="Text Box 35">
              <a:extLst>
                <a:ext uri="{FF2B5EF4-FFF2-40B4-BE49-F238E27FC236}">
                  <a16:creationId xmlns:a16="http://schemas.microsoft.com/office/drawing/2014/main" id="{D9386815-EF98-FC59-00F8-2CD18CD85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2412"/>
              <a:ext cx="2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33" name="AutoShape 36">
            <a:extLst>
              <a:ext uri="{FF2B5EF4-FFF2-40B4-BE49-F238E27FC236}">
                <a16:creationId xmlns:a16="http://schemas.microsoft.com/office/drawing/2014/main" id="{AB226617-DA21-7291-124C-9DCDE872D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478" y="3002147"/>
            <a:ext cx="2568050" cy="40774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34" name="AutoShape 37">
            <a:extLst>
              <a:ext uri="{FF2B5EF4-FFF2-40B4-BE49-F238E27FC236}">
                <a16:creationId xmlns:a16="http://schemas.microsoft.com/office/drawing/2014/main" id="{AC2FDADA-93A5-F6DD-C5E3-0FBB0FCC4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436" y="2970417"/>
            <a:ext cx="425396" cy="201705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grpSp>
        <p:nvGrpSpPr>
          <p:cNvPr id="35" name="Group 120">
            <a:extLst>
              <a:ext uri="{FF2B5EF4-FFF2-40B4-BE49-F238E27FC236}">
                <a16:creationId xmlns:a16="http://schemas.microsoft.com/office/drawing/2014/main" id="{852E13C1-BB40-616C-E6D2-28BFC71FCB9D}"/>
              </a:ext>
            </a:extLst>
          </p:cNvPr>
          <p:cNvGrpSpPr>
            <a:grpSpLocks/>
          </p:cNvGrpSpPr>
          <p:nvPr/>
        </p:nvGrpSpPr>
        <p:grpSpPr bwMode="auto">
          <a:xfrm>
            <a:off x="3661527" y="5086172"/>
            <a:ext cx="838200" cy="781050"/>
            <a:chOff x="1200" y="2592"/>
            <a:chExt cx="528" cy="492"/>
          </a:xfrm>
        </p:grpSpPr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711F4E40-4F45-E84C-7D2D-703ACCC0C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592"/>
              <a:ext cx="336" cy="2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40">
                  <a:extLst>
                    <a:ext uri="{FF2B5EF4-FFF2-40B4-BE49-F238E27FC236}">
                      <a16:creationId xmlns:a16="http://schemas.microsoft.com/office/drawing/2014/main" id="{DAC69B4F-223B-A4BF-B901-FA2A39A6A0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0" y="2832"/>
                  <a:ext cx="379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𝑪𝑫</m:t>
                        </m:r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4" name="Text 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0" y="2832"/>
                  <a:ext cx="379" cy="25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134">
            <a:extLst>
              <a:ext uri="{FF2B5EF4-FFF2-40B4-BE49-F238E27FC236}">
                <a16:creationId xmlns:a16="http://schemas.microsoft.com/office/drawing/2014/main" id="{16EACDE9-B34E-5FC4-71EC-A7AFA89D2AA2}"/>
              </a:ext>
            </a:extLst>
          </p:cNvPr>
          <p:cNvGrpSpPr>
            <a:grpSpLocks/>
          </p:cNvGrpSpPr>
          <p:nvPr/>
        </p:nvGrpSpPr>
        <p:grpSpPr bwMode="auto">
          <a:xfrm>
            <a:off x="6523990" y="2145521"/>
            <a:ext cx="3529048" cy="2883833"/>
            <a:chOff x="3156" y="1702"/>
            <a:chExt cx="2446" cy="2016"/>
          </a:xfrm>
        </p:grpSpPr>
        <p:sp>
          <p:nvSpPr>
            <p:cNvPr id="39" name="Text Box 78">
              <a:extLst>
                <a:ext uri="{FF2B5EF4-FFF2-40B4-BE49-F238E27FC236}">
                  <a16:creationId xmlns:a16="http://schemas.microsoft.com/office/drawing/2014/main" id="{FABD37B2-C5C5-AE49-3AC8-6CE989D32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1894"/>
              <a:ext cx="38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grpSp>
          <p:nvGrpSpPr>
            <p:cNvPr id="40" name="Group 123">
              <a:extLst>
                <a:ext uri="{FF2B5EF4-FFF2-40B4-BE49-F238E27FC236}">
                  <a16:creationId xmlns:a16="http://schemas.microsoft.com/office/drawing/2014/main" id="{D02D6811-160C-1777-3A9C-D0F8964D80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6" y="1702"/>
              <a:ext cx="2256" cy="2016"/>
              <a:chOff x="3358" y="1702"/>
              <a:chExt cx="2256" cy="2016"/>
            </a:xfrm>
          </p:grpSpPr>
          <p:sp>
            <p:nvSpPr>
              <p:cNvPr id="41" name="Rectangle 70">
                <a:extLst>
                  <a:ext uri="{FF2B5EF4-FFF2-40B4-BE49-F238E27FC236}">
                    <a16:creationId xmlns:a16="http://schemas.microsoft.com/office/drawing/2014/main" id="{D7D27F85-DEBA-5444-52B7-56C6BC475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2" y="2182"/>
                <a:ext cx="1872" cy="1536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/>
              </a:p>
            </p:txBody>
          </p:sp>
          <p:sp>
            <p:nvSpPr>
              <p:cNvPr id="42" name="Line 71">
                <a:extLst>
                  <a:ext uri="{FF2B5EF4-FFF2-40B4-BE49-F238E27FC236}">
                    <a16:creationId xmlns:a16="http://schemas.microsoft.com/office/drawing/2014/main" id="{1FAC99C5-A2EF-9115-3131-C4A0B268A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2950"/>
                <a:ext cx="187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3" name="Line 72">
                <a:extLst>
                  <a:ext uri="{FF2B5EF4-FFF2-40B4-BE49-F238E27FC236}">
                    <a16:creationId xmlns:a16="http://schemas.microsoft.com/office/drawing/2014/main" id="{E6585332-7414-3B80-53D0-04DE25E7A1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6" y="2182"/>
                <a:ext cx="0" cy="15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4" name="Line 73">
                <a:extLst>
                  <a:ext uri="{FF2B5EF4-FFF2-40B4-BE49-F238E27FC236}">
                    <a16:creationId xmlns:a16="http://schemas.microsoft.com/office/drawing/2014/main" id="{10FE5FFE-08FA-70C3-A1A4-DEA45D3E0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10" y="2182"/>
                <a:ext cx="0" cy="15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5" name="Line 74">
                <a:extLst>
                  <a:ext uri="{FF2B5EF4-FFF2-40B4-BE49-F238E27FC236}">
                    <a16:creationId xmlns:a16="http://schemas.microsoft.com/office/drawing/2014/main" id="{1D5E64E2-890B-E7A4-C248-720FFB6EA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4" y="2182"/>
                <a:ext cx="0" cy="15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6" name="Line 75">
                <a:extLst>
                  <a:ext uri="{FF2B5EF4-FFF2-40B4-BE49-F238E27FC236}">
                    <a16:creationId xmlns:a16="http://schemas.microsoft.com/office/drawing/2014/main" id="{E6A738BC-F540-1D15-D129-BC66109B2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2602"/>
                <a:ext cx="187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7" name="Line 76">
                <a:extLst>
                  <a:ext uri="{FF2B5EF4-FFF2-40B4-BE49-F238E27FC236}">
                    <a16:creationId xmlns:a16="http://schemas.microsoft.com/office/drawing/2014/main" id="{1D8DE940-AE2F-6E83-A8AF-489E84AA5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3334"/>
                <a:ext cx="187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8" name="Line 77">
                <a:extLst>
                  <a:ext uri="{FF2B5EF4-FFF2-40B4-BE49-F238E27FC236}">
                    <a16:creationId xmlns:a16="http://schemas.microsoft.com/office/drawing/2014/main" id="{D5E069FE-74B9-E1D1-41EF-326482942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58" y="1798"/>
                <a:ext cx="384" cy="3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49" name="Text Box 79">
                <a:extLst>
                  <a:ext uri="{FF2B5EF4-FFF2-40B4-BE49-F238E27FC236}">
                    <a16:creationId xmlns:a16="http://schemas.microsoft.com/office/drawing/2014/main" id="{14F58005-82C0-B91A-7AE3-20F8A8E3E4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4" y="1702"/>
                <a:ext cx="38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CD</a:t>
                </a:r>
              </a:p>
            </p:txBody>
          </p:sp>
          <p:sp>
            <p:nvSpPr>
              <p:cNvPr id="50" name="Text Box 80">
                <a:extLst>
                  <a:ext uri="{FF2B5EF4-FFF2-40B4-BE49-F238E27FC236}">
                    <a16:creationId xmlns:a16="http://schemas.microsoft.com/office/drawing/2014/main" id="{2D59D6F7-32E4-F0D7-8BA9-9C9A3920B8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2230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51" name="Text Box 81">
                <a:extLst>
                  <a:ext uri="{FF2B5EF4-FFF2-40B4-BE49-F238E27FC236}">
                    <a16:creationId xmlns:a16="http://schemas.microsoft.com/office/drawing/2014/main" id="{4B741F06-9F71-53FA-6F43-E29EEB0BE7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2618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52" name="Text Box 82">
                <a:extLst>
                  <a:ext uri="{FF2B5EF4-FFF2-40B4-BE49-F238E27FC236}">
                    <a16:creationId xmlns:a16="http://schemas.microsoft.com/office/drawing/2014/main" id="{49648B34-275D-ABA8-90AE-ABF3CE7D52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3006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53" name="Text Box 83">
                <a:extLst>
                  <a:ext uri="{FF2B5EF4-FFF2-40B4-BE49-F238E27FC236}">
                    <a16:creationId xmlns:a16="http://schemas.microsoft.com/office/drawing/2014/main" id="{BB560558-195A-AD84-FC8D-7EF24346A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6" y="3394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54" name="Text Box 84">
                <a:extLst>
                  <a:ext uri="{FF2B5EF4-FFF2-40B4-BE49-F238E27FC236}">
                    <a16:creationId xmlns:a16="http://schemas.microsoft.com/office/drawing/2014/main" id="{2C8CFEBA-4778-5902-0216-EB86A1183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2" y="1894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55" name="Text Box 85">
                <a:extLst>
                  <a:ext uri="{FF2B5EF4-FFF2-40B4-BE49-F238E27FC236}">
                    <a16:creationId xmlns:a16="http://schemas.microsoft.com/office/drawing/2014/main" id="{C06CB18F-030F-715A-9CA7-BB57F1FEEB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4" y="1894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56" name="Text Box 86">
                <a:extLst>
                  <a:ext uri="{FF2B5EF4-FFF2-40B4-BE49-F238E27FC236}">
                    <a16:creationId xmlns:a16="http://schemas.microsoft.com/office/drawing/2014/main" id="{3896EB0A-1113-743F-E269-E7DC632C35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6" y="1894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57" name="Text Box 87">
                <a:extLst>
                  <a:ext uri="{FF2B5EF4-FFF2-40B4-BE49-F238E27FC236}">
                    <a16:creationId xmlns:a16="http://schemas.microsoft.com/office/drawing/2014/main" id="{C1213BA7-1CCF-DA24-E81A-12577A1C8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8" y="1894"/>
                <a:ext cx="34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58" name="Text Box 88">
                <a:extLst>
                  <a:ext uri="{FF2B5EF4-FFF2-40B4-BE49-F238E27FC236}">
                    <a16:creationId xmlns:a16="http://schemas.microsoft.com/office/drawing/2014/main" id="{CA400663-1C17-2439-71FE-80334BB8C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5" y="2278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59" name="Text Box 89">
                <a:extLst>
                  <a:ext uri="{FF2B5EF4-FFF2-40B4-BE49-F238E27FC236}">
                    <a16:creationId xmlns:a16="http://schemas.microsoft.com/office/drawing/2014/main" id="{54BACD70-FE60-584A-FAA3-0DDCD11A2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8" y="2278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60" name="Text Box 90">
                <a:extLst>
                  <a:ext uri="{FF2B5EF4-FFF2-40B4-BE49-F238E27FC236}">
                    <a16:creationId xmlns:a16="http://schemas.microsoft.com/office/drawing/2014/main" id="{4F508AF7-A179-AF2D-4F1A-DDB8FEDFA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4" y="3000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61" name="Text Box 91">
                <a:extLst>
                  <a:ext uri="{FF2B5EF4-FFF2-40B4-BE49-F238E27FC236}">
                    <a16:creationId xmlns:a16="http://schemas.microsoft.com/office/drawing/2014/main" id="{D5B146D6-7B77-3726-99A7-88CDF5AF2B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000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62" name="Text Box 95">
                <a:extLst>
                  <a:ext uri="{FF2B5EF4-FFF2-40B4-BE49-F238E27FC236}">
                    <a16:creationId xmlns:a16="http://schemas.microsoft.com/office/drawing/2014/main" id="{078F5A0C-0088-73E4-3A11-5C4AB0C984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4" y="2650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63" name="Text Box 96">
                <a:extLst>
                  <a:ext uri="{FF2B5EF4-FFF2-40B4-BE49-F238E27FC236}">
                    <a16:creationId xmlns:a16="http://schemas.microsoft.com/office/drawing/2014/main" id="{B0B8BC2B-A363-8F14-5D94-946F664EB4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8" y="2650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64" name="Text Box 97">
                <a:extLst>
                  <a:ext uri="{FF2B5EF4-FFF2-40B4-BE49-F238E27FC236}">
                    <a16:creationId xmlns:a16="http://schemas.microsoft.com/office/drawing/2014/main" id="{A90B94E0-2D1C-8498-3484-2610AA2351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6" y="3395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65" name="Text Box 98">
                <a:extLst>
                  <a:ext uri="{FF2B5EF4-FFF2-40B4-BE49-F238E27FC236}">
                    <a16:creationId xmlns:a16="http://schemas.microsoft.com/office/drawing/2014/main" id="{1BF31919-BE85-D957-B750-7FB7B3AA0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8" y="3395"/>
                <a:ext cx="238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p:grpSp>
      </p:grpSp>
      <p:grpSp>
        <p:nvGrpSpPr>
          <p:cNvPr id="67" name="Group 124">
            <a:extLst>
              <a:ext uri="{FF2B5EF4-FFF2-40B4-BE49-F238E27FC236}">
                <a16:creationId xmlns:a16="http://schemas.microsoft.com/office/drawing/2014/main" id="{22746390-D4C5-E578-AEBD-E9F93BCC0204}"/>
              </a:ext>
            </a:extLst>
          </p:cNvPr>
          <p:cNvGrpSpPr>
            <a:grpSpLocks/>
          </p:cNvGrpSpPr>
          <p:nvPr/>
        </p:nvGrpSpPr>
        <p:grpSpPr bwMode="auto">
          <a:xfrm>
            <a:off x="8860836" y="4496748"/>
            <a:ext cx="630238" cy="1220788"/>
            <a:chOff x="4728" y="3419"/>
            <a:chExt cx="397" cy="769"/>
          </a:xfrm>
        </p:grpSpPr>
        <p:sp>
          <p:nvSpPr>
            <p:cNvPr id="68" name="Line 107">
              <a:extLst>
                <a:ext uri="{FF2B5EF4-FFF2-40B4-BE49-F238E27FC236}">
                  <a16:creationId xmlns:a16="http://schemas.microsoft.com/office/drawing/2014/main" id="{0EE54E90-E6F3-DC2A-373A-FA9F1DFF24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28" y="3419"/>
              <a:ext cx="156" cy="5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 Box 108">
                  <a:extLst>
                    <a:ext uri="{FF2B5EF4-FFF2-40B4-BE49-F238E27FC236}">
                      <a16:creationId xmlns:a16="http://schemas.microsoft.com/office/drawing/2014/main" id="{FAE52EEF-167C-1CE6-24D2-55038FADE8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30" y="3936"/>
                  <a:ext cx="395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𝑩𝑫</m:t>
                        </m:r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71" name="Text 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30" y="3936"/>
                  <a:ext cx="395" cy="25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Text Box 117">
            <a:extLst>
              <a:ext uri="{FF2B5EF4-FFF2-40B4-BE49-F238E27FC236}">
                <a16:creationId xmlns:a16="http://schemas.microsoft.com/office/drawing/2014/main" id="{5F7E47DA-6BB3-9F24-2A01-B3314B8DC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0549" y="1564758"/>
            <a:ext cx="3527425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同在一行或一列</a:t>
            </a:r>
          </a:p>
        </p:txBody>
      </p:sp>
      <p:sp>
        <p:nvSpPr>
          <p:cNvPr id="71" name="Text Box 118">
            <a:extLst>
              <a:ext uri="{FF2B5EF4-FFF2-40B4-BE49-F238E27FC236}">
                <a16:creationId xmlns:a16="http://schemas.microsoft.com/office/drawing/2014/main" id="{D0D230EC-81F1-E655-EAC3-C5B8ABDB8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3172" y="1564758"/>
            <a:ext cx="3455988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2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同在一个田字格中</a:t>
            </a:r>
          </a:p>
        </p:txBody>
      </p:sp>
      <p:sp>
        <p:nvSpPr>
          <p:cNvPr id="72" name="AutoShape 99">
            <a:extLst>
              <a:ext uri="{FF2B5EF4-FFF2-40B4-BE49-F238E27FC236}">
                <a16:creationId xmlns:a16="http://schemas.microsoft.com/office/drawing/2014/main" id="{49284FD2-736B-5DC0-6DE9-6103479D3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0684" y="3509664"/>
            <a:ext cx="1102031" cy="91889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grpSp>
        <p:nvGrpSpPr>
          <p:cNvPr id="73" name="Group 129">
            <a:extLst>
              <a:ext uri="{FF2B5EF4-FFF2-40B4-BE49-F238E27FC236}">
                <a16:creationId xmlns:a16="http://schemas.microsoft.com/office/drawing/2014/main" id="{2786A17F-C646-7790-9426-2A5FE4A368E5}"/>
              </a:ext>
            </a:extLst>
          </p:cNvPr>
          <p:cNvGrpSpPr>
            <a:grpSpLocks/>
          </p:cNvGrpSpPr>
          <p:nvPr/>
        </p:nvGrpSpPr>
        <p:grpSpPr bwMode="auto">
          <a:xfrm>
            <a:off x="7400291" y="2876705"/>
            <a:ext cx="2605088" cy="2122488"/>
            <a:chOff x="3708" y="2362"/>
            <a:chExt cx="1641" cy="1337"/>
          </a:xfrm>
        </p:grpSpPr>
        <p:sp>
          <p:nvSpPr>
            <p:cNvPr id="74" name="Rectangle 106">
              <a:extLst>
                <a:ext uri="{FF2B5EF4-FFF2-40B4-BE49-F238E27FC236}">
                  <a16:creationId xmlns:a16="http://schemas.microsoft.com/office/drawing/2014/main" id="{394E9A65-4E8A-4163-4D01-A2D50D9F8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" y="2362"/>
              <a:ext cx="347" cy="3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75" name="Rectangle 125">
              <a:extLst>
                <a:ext uri="{FF2B5EF4-FFF2-40B4-BE49-F238E27FC236}">
                  <a16:creationId xmlns:a16="http://schemas.microsoft.com/office/drawing/2014/main" id="{F67DC6AF-8EE5-6008-9BAE-99057B047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0" y="2366"/>
              <a:ext cx="342" cy="3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76" name="Rectangle 126">
              <a:extLst>
                <a:ext uri="{FF2B5EF4-FFF2-40B4-BE49-F238E27FC236}">
                  <a16:creationId xmlns:a16="http://schemas.microsoft.com/office/drawing/2014/main" id="{26C542BE-76C6-FC3C-1D89-3C9D5ED59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5" y="3404"/>
              <a:ext cx="364" cy="29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77" name="Rectangle 127">
              <a:extLst>
                <a:ext uri="{FF2B5EF4-FFF2-40B4-BE49-F238E27FC236}">
                  <a16:creationId xmlns:a16="http://schemas.microsoft.com/office/drawing/2014/main" id="{CCCE9ED4-F810-2CB3-5610-8EA78FBEC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3393"/>
              <a:ext cx="357" cy="2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</p:grpSp>
      <p:grpSp>
        <p:nvGrpSpPr>
          <p:cNvPr id="78" name="Group 133">
            <a:extLst>
              <a:ext uri="{FF2B5EF4-FFF2-40B4-BE49-F238E27FC236}">
                <a16:creationId xmlns:a16="http://schemas.microsoft.com/office/drawing/2014/main" id="{C8FB937E-681B-EA41-4435-B2920DEB0C94}"/>
              </a:ext>
            </a:extLst>
          </p:cNvPr>
          <p:cNvGrpSpPr>
            <a:grpSpLocks/>
          </p:cNvGrpSpPr>
          <p:nvPr/>
        </p:nvGrpSpPr>
        <p:grpSpPr bwMode="auto">
          <a:xfrm>
            <a:off x="6390641" y="3195793"/>
            <a:ext cx="3038475" cy="2538413"/>
            <a:chOff x="3098" y="2563"/>
            <a:chExt cx="1914" cy="1599"/>
          </a:xfrm>
        </p:grpSpPr>
        <p:sp>
          <p:nvSpPr>
            <p:cNvPr id="79" name="Line 109">
              <a:extLst>
                <a:ext uri="{FF2B5EF4-FFF2-40B4-BE49-F238E27FC236}">
                  <a16:creationId xmlns:a16="http://schemas.microsoft.com/office/drawing/2014/main" id="{9CAE9442-8BC0-2581-7289-FECE27B2BD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7" y="3693"/>
              <a:ext cx="463" cy="218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 Box 110">
                  <a:extLst>
                    <a:ext uri="{FF2B5EF4-FFF2-40B4-BE49-F238E27FC236}">
                      <a16:creationId xmlns:a16="http://schemas.microsoft.com/office/drawing/2014/main" id="{9D61B772-4FD7-FA09-E8BB-6B8C1908B8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98" y="3910"/>
                  <a:ext cx="395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𝑩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𝑫</m:t>
                            </m:r>
                          </m:e>
                        </m:acc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80" name="Text Box 110">
                  <a:extLst>
                    <a:ext uri="{FF2B5EF4-FFF2-40B4-BE49-F238E27FC236}">
                      <a16:creationId xmlns:a16="http://schemas.microsoft.com/office/drawing/2014/main" id="{9D61B772-4FD7-FA09-E8BB-6B8C1908B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98" y="3910"/>
                  <a:ext cx="395" cy="252"/>
                </a:xfrm>
                <a:prstGeom prst="rect">
                  <a:avLst/>
                </a:prstGeom>
                <a:blipFill>
                  <a:blip r:embed="rId7"/>
                  <a:stretch>
                    <a:fillRect r="-29126"/>
                  </a:stretch>
                </a:blipFill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Line 130">
              <a:extLst>
                <a:ext uri="{FF2B5EF4-FFF2-40B4-BE49-F238E27FC236}">
                  <a16:creationId xmlns:a16="http://schemas.microsoft.com/office/drawing/2014/main" id="{C1E92A9F-37E9-57A3-C414-6F521B62A3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9" y="3622"/>
              <a:ext cx="1588" cy="29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82" name="Line 131">
              <a:extLst>
                <a:ext uri="{FF2B5EF4-FFF2-40B4-BE49-F238E27FC236}">
                  <a16:creationId xmlns:a16="http://schemas.microsoft.com/office/drawing/2014/main" id="{E3CE3CD0-0DC6-A8DC-42D1-BCF88285EC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9" y="2563"/>
              <a:ext cx="1593" cy="13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 sz="2000"/>
            </a:p>
          </p:txBody>
        </p:sp>
        <p:sp>
          <p:nvSpPr>
            <p:cNvPr id="83" name="Line 132">
              <a:extLst>
                <a:ext uri="{FF2B5EF4-FFF2-40B4-BE49-F238E27FC236}">
                  <a16:creationId xmlns:a16="http://schemas.microsoft.com/office/drawing/2014/main" id="{18084D60-B2FD-CB64-2B73-FA7B5471B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1" y="2712"/>
              <a:ext cx="463" cy="119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84" name="Text Box 137">
            <a:extLst>
              <a:ext uri="{FF2B5EF4-FFF2-40B4-BE49-F238E27FC236}">
                <a16:creationId xmlns:a16="http://schemas.microsoft.com/office/drawing/2014/main" id="{C1B9C19E-48B8-6AF4-AB19-B656DF2A1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851" y="5465788"/>
            <a:ext cx="11477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消去</a:t>
            </a:r>
            <a:r>
              <a:rPr lang="en-US" altLang="zh-CN" sz="20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</a:p>
        </p:txBody>
      </p:sp>
      <p:sp>
        <p:nvSpPr>
          <p:cNvPr id="85" name="Text Box 138">
            <a:extLst>
              <a:ext uri="{FF2B5EF4-FFF2-40B4-BE49-F238E27FC236}">
                <a16:creationId xmlns:a16="http://schemas.microsoft.com/office/drawing/2014/main" id="{5F3B652A-66B0-E4AE-FD9D-7A9162582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238" y="5823454"/>
            <a:ext cx="41052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横看消去</a:t>
            </a:r>
            <a:r>
              <a:rPr lang="en-US" altLang="zh-CN" sz="20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，纵看消去</a:t>
            </a:r>
            <a:r>
              <a:rPr lang="en-US" altLang="zh-CN" sz="2000" dirty="0">
                <a:solidFill>
                  <a:srgbClr val="0099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6480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3" grpId="0" animBg="1"/>
      <p:bldP spid="34" grpId="0" animBg="1"/>
      <p:bldP spid="70" grpId="0" autoUpdateAnimBg="0"/>
      <p:bldP spid="71" grpId="0" autoUpdateAnimBg="0"/>
      <p:bldP spid="72" grpId="0" animBg="1"/>
      <p:bldP spid="84" grpId="0"/>
      <p:bldP spid="8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66F8E-87FE-638A-26DA-32726079B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53C69CD-2D45-27C3-67D1-8529313CD80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思考题</a:t>
            </a: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DB3F0159-2A44-7522-77BC-7662B3E0756E}"/>
              </a:ext>
            </a:extLst>
          </p:cNvPr>
          <p:cNvGrpSpPr>
            <a:grpSpLocks/>
          </p:cNvGrpSpPr>
          <p:nvPr/>
        </p:nvGrpSpPr>
        <p:grpSpPr bwMode="auto">
          <a:xfrm>
            <a:off x="1498305" y="1741939"/>
            <a:ext cx="3902075" cy="3200400"/>
            <a:chOff x="48" y="720"/>
            <a:chExt cx="2458" cy="2016"/>
          </a:xfrm>
        </p:grpSpPr>
        <p:sp>
          <p:nvSpPr>
            <p:cNvPr id="3" name="Rectangle 37">
              <a:extLst>
                <a:ext uri="{FF2B5EF4-FFF2-40B4-BE49-F238E27FC236}">
                  <a16:creationId xmlns:a16="http://schemas.microsoft.com/office/drawing/2014/main" id="{F546B835-63CC-A4B3-2B8C-F439FA498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1200"/>
              <a:ext cx="1872" cy="15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4" name="Line 38">
              <a:extLst>
                <a:ext uri="{FF2B5EF4-FFF2-40B4-BE49-F238E27FC236}">
                  <a16:creationId xmlns:a16="http://schemas.microsoft.com/office/drawing/2014/main" id="{AB006E5B-5F61-6CD2-F42F-3650FECE1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1968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" name="Line 39">
              <a:extLst>
                <a:ext uri="{FF2B5EF4-FFF2-40B4-BE49-F238E27FC236}">
                  <a16:creationId xmlns:a16="http://schemas.microsoft.com/office/drawing/2014/main" id="{1F65D1B4-267A-55B0-8B18-919B504AF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120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6" name="Line 40">
              <a:extLst>
                <a:ext uri="{FF2B5EF4-FFF2-40B4-BE49-F238E27FC236}">
                  <a16:creationId xmlns:a16="http://schemas.microsoft.com/office/drawing/2014/main" id="{70661174-8747-766E-ED8B-3415C4984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120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" name="Line 41">
              <a:extLst>
                <a:ext uri="{FF2B5EF4-FFF2-40B4-BE49-F238E27FC236}">
                  <a16:creationId xmlns:a16="http://schemas.microsoft.com/office/drawing/2014/main" id="{CC2ED8DE-AE75-4914-B80C-AA3587D95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120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" name="Line 42">
              <a:extLst>
                <a:ext uri="{FF2B5EF4-FFF2-40B4-BE49-F238E27FC236}">
                  <a16:creationId xmlns:a16="http://schemas.microsoft.com/office/drawing/2014/main" id="{1434E804-5BCA-8882-FA77-EC6C43521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1620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Line 43">
              <a:extLst>
                <a:ext uri="{FF2B5EF4-FFF2-40B4-BE49-F238E27FC236}">
                  <a16:creationId xmlns:a16="http://schemas.microsoft.com/office/drawing/2014/main" id="{B095AC12-2775-5CC7-D024-06BC8651A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352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Line 44">
              <a:extLst>
                <a:ext uri="{FF2B5EF4-FFF2-40B4-BE49-F238E27FC236}">
                  <a16:creationId xmlns:a16="http://schemas.microsoft.com/office/drawing/2014/main" id="{14AFDE92-4A83-C20B-4D4F-8BE64B9DBD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" y="816"/>
              <a:ext cx="384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Text Box 45">
              <a:extLst>
                <a:ext uri="{FF2B5EF4-FFF2-40B4-BE49-F238E27FC236}">
                  <a16:creationId xmlns:a16="http://schemas.microsoft.com/office/drawing/2014/main" id="{E210508E-CE98-7785-E237-423B4A6CE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912"/>
              <a:ext cx="3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12" name="Text Box 46">
              <a:extLst>
                <a:ext uri="{FF2B5EF4-FFF2-40B4-BE49-F238E27FC236}">
                  <a16:creationId xmlns:a16="http://schemas.microsoft.com/office/drawing/2014/main" id="{24575DB2-0C3F-2F9A-A704-74A11FFFE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720"/>
              <a:ext cx="35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13" name="Text Box 47">
              <a:extLst>
                <a:ext uri="{FF2B5EF4-FFF2-40B4-BE49-F238E27FC236}">
                  <a16:creationId xmlns:a16="http://schemas.microsoft.com/office/drawing/2014/main" id="{64FDCC99-A572-07F2-925D-7C2A46F2B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248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4" name="Text Box 48">
              <a:extLst>
                <a:ext uri="{FF2B5EF4-FFF2-40B4-BE49-F238E27FC236}">
                  <a16:creationId xmlns:a16="http://schemas.microsoft.com/office/drawing/2014/main" id="{45AF63C4-9B31-9C3D-256B-F26BD8089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636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5" name="Text Box 49">
              <a:extLst>
                <a:ext uri="{FF2B5EF4-FFF2-40B4-BE49-F238E27FC236}">
                  <a16:creationId xmlns:a16="http://schemas.microsoft.com/office/drawing/2014/main" id="{10B34A69-A4A5-DDD3-1EF4-5FCA9729D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024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16" name="Text Box 50">
              <a:extLst>
                <a:ext uri="{FF2B5EF4-FFF2-40B4-BE49-F238E27FC236}">
                  <a16:creationId xmlns:a16="http://schemas.microsoft.com/office/drawing/2014/main" id="{CD0B95DB-9E22-7106-134A-1418226D6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412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17" name="Text Box 51">
              <a:extLst>
                <a:ext uri="{FF2B5EF4-FFF2-40B4-BE49-F238E27FC236}">
                  <a16:creationId xmlns:a16="http://schemas.microsoft.com/office/drawing/2014/main" id="{E75CBA3A-4C92-0545-9296-665B6187A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" y="912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8" name="Text Box 52">
              <a:extLst>
                <a:ext uri="{FF2B5EF4-FFF2-40B4-BE49-F238E27FC236}">
                  <a16:creationId xmlns:a16="http://schemas.microsoft.com/office/drawing/2014/main" id="{D5EB6999-D6EE-ABFB-176E-47B12CF43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2" y="912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9" name="Text Box 53">
              <a:extLst>
                <a:ext uri="{FF2B5EF4-FFF2-40B4-BE49-F238E27FC236}">
                  <a16:creationId xmlns:a16="http://schemas.microsoft.com/office/drawing/2014/main" id="{59C3D3A8-58A6-AD74-A645-62D01A313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912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20" name="Text Box 54">
              <a:extLst>
                <a:ext uri="{FF2B5EF4-FFF2-40B4-BE49-F238E27FC236}">
                  <a16:creationId xmlns:a16="http://schemas.microsoft.com/office/drawing/2014/main" id="{6E330F4E-CFEB-DFAD-0B5A-E6B94B82D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0" y="912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21" name="Text Box 55">
              <a:extLst>
                <a:ext uri="{FF2B5EF4-FFF2-40B4-BE49-F238E27FC236}">
                  <a16:creationId xmlns:a16="http://schemas.microsoft.com/office/drawing/2014/main" id="{88119A39-7A7F-E212-63DB-2FE87399C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26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2" name="Text Box 56">
              <a:extLst>
                <a:ext uri="{FF2B5EF4-FFF2-40B4-BE49-F238E27FC236}">
                  <a16:creationId xmlns:a16="http://schemas.microsoft.com/office/drawing/2014/main" id="{3F05BDEF-EF45-5C4C-3C8D-7F56C20CD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274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3" name="Text Box 57">
              <a:extLst>
                <a:ext uri="{FF2B5EF4-FFF2-40B4-BE49-F238E27FC236}">
                  <a16:creationId xmlns:a16="http://schemas.microsoft.com/office/drawing/2014/main" id="{E868EFAA-CA5C-81E0-90E8-F1FE44DCB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" y="1656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4" name="Text Box 58">
              <a:extLst>
                <a:ext uri="{FF2B5EF4-FFF2-40B4-BE49-F238E27FC236}">
                  <a16:creationId xmlns:a16="http://schemas.microsoft.com/office/drawing/2014/main" id="{5E714D1C-7093-D7BC-C1A8-44C8E67D0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2018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5" name="Text Box 59">
              <a:extLst>
                <a:ext uri="{FF2B5EF4-FFF2-40B4-BE49-F238E27FC236}">
                  <a16:creationId xmlns:a16="http://schemas.microsoft.com/office/drawing/2014/main" id="{41F8878A-D8C4-0F4E-DA08-0B4113DB4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27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6" name="Text Box 60">
              <a:extLst>
                <a:ext uri="{FF2B5EF4-FFF2-40B4-BE49-F238E27FC236}">
                  <a16:creationId xmlns:a16="http://schemas.microsoft.com/office/drawing/2014/main" id="{734B0E10-0AC5-ECCA-98A9-428EF85F8E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272"/>
              <a:ext cx="1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28" name="Text Box 61">
              <a:extLst>
                <a:ext uri="{FF2B5EF4-FFF2-40B4-BE49-F238E27FC236}">
                  <a16:creationId xmlns:a16="http://schemas.microsoft.com/office/drawing/2014/main" id="{24CECCD2-7EBE-002F-6490-4DFA261CF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2399"/>
              <a:ext cx="1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9" name="Text Box 62">
            <a:extLst>
              <a:ext uri="{FF2B5EF4-FFF2-40B4-BE49-F238E27FC236}">
                <a16:creationId xmlns:a16="http://schemas.microsoft.com/office/drawing/2014/main" id="{70230706-976F-6CF7-C2E6-4B6754E29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305" y="3215139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" name="Text Box 63">
            <a:extLst>
              <a:ext uri="{FF2B5EF4-FFF2-40B4-BE49-F238E27FC236}">
                <a16:creationId xmlns:a16="http://schemas.microsoft.com/office/drawing/2014/main" id="{B0F0FA07-ABCC-40B0-F7EE-A9A742066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605" y="3772352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1" name="AutoShape 64">
            <a:extLst>
              <a:ext uri="{FF2B5EF4-FFF2-40B4-BE49-F238E27FC236}">
                <a16:creationId xmlns:a16="http://schemas.microsoft.com/office/drawing/2014/main" id="{10F968A3-BB85-25A4-32E5-1BA984833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105" y="3238952"/>
            <a:ext cx="1143000" cy="9906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32" name="AutoShape 65">
            <a:extLst>
              <a:ext uri="{FF2B5EF4-FFF2-40B4-BE49-F238E27FC236}">
                <a16:creationId xmlns:a16="http://schemas.microsoft.com/office/drawing/2014/main" id="{CE76C51B-ECE3-70A5-278E-5E72392E1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105" y="2580139"/>
            <a:ext cx="2743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33" name="Rectangle 67">
            <a:extLst>
              <a:ext uri="{FF2B5EF4-FFF2-40B4-BE49-F238E27FC236}">
                <a16:creationId xmlns:a16="http://schemas.microsoft.com/office/drawing/2014/main" id="{9B43922E-9376-2027-164F-0CFCB523F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580" y="2503939"/>
            <a:ext cx="2971800" cy="243840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34" name="Line 68">
            <a:extLst>
              <a:ext uri="{FF2B5EF4-FFF2-40B4-BE49-F238E27FC236}">
                <a16:creationId xmlns:a16="http://schemas.microsoft.com/office/drawing/2014/main" id="{5D471985-9A52-1C22-6C5D-1F54E427F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7580" y="3723139"/>
            <a:ext cx="29718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35" name="Line 69">
            <a:extLst>
              <a:ext uri="{FF2B5EF4-FFF2-40B4-BE49-F238E27FC236}">
                <a16:creationId xmlns:a16="http://schemas.microsoft.com/office/drawing/2014/main" id="{F34F1A19-E332-C896-5346-BCF4DC108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4430" y="2503939"/>
            <a:ext cx="0" cy="2438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36" name="Line 70">
            <a:extLst>
              <a:ext uri="{FF2B5EF4-FFF2-40B4-BE49-F238E27FC236}">
                <a16:creationId xmlns:a16="http://schemas.microsoft.com/office/drawing/2014/main" id="{1BC1A123-2022-1DFC-0A8F-18C038256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0530" y="2503939"/>
            <a:ext cx="0" cy="2438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37" name="Line 71">
            <a:extLst>
              <a:ext uri="{FF2B5EF4-FFF2-40B4-BE49-F238E27FC236}">
                <a16:creationId xmlns:a16="http://schemas.microsoft.com/office/drawing/2014/main" id="{C22476F7-620B-DBC5-708D-67B8BFD7B59C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7380" y="2503939"/>
            <a:ext cx="0" cy="2438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38" name="Line 72">
            <a:extLst>
              <a:ext uri="{FF2B5EF4-FFF2-40B4-BE49-F238E27FC236}">
                <a16:creationId xmlns:a16="http://schemas.microsoft.com/office/drawing/2014/main" id="{873571B3-CB51-6A84-C58E-ACF1937A3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7580" y="3170689"/>
            <a:ext cx="29718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39" name="Line 73">
            <a:extLst>
              <a:ext uri="{FF2B5EF4-FFF2-40B4-BE49-F238E27FC236}">
                <a16:creationId xmlns:a16="http://schemas.microsoft.com/office/drawing/2014/main" id="{0838A033-34EF-43AC-50D8-9DC836786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7580" y="4332739"/>
            <a:ext cx="29718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0" name="Line 74">
            <a:extLst>
              <a:ext uri="{FF2B5EF4-FFF2-40B4-BE49-F238E27FC236}">
                <a16:creationId xmlns:a16="http://schemas.microsoft.com/office/drawing/2014/main" id="{FE781377-BBE3-55A2-CC3C-BD630A50D3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87980" y="1894339"/>
            <a:ext cx="609600" cy="609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41" name="Text Box 75">
            <a:extLst>
              <a:ext uri="{FF2B5EF4-FFF2-40B4-BE49-F238E27FC236}">
                <a16:creationId xmlns:a16="http://schemas.microsoft.com/office/drawing/2014/main" id="{D84FAF31-9187-D8D1-9F0A-31EEC2692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7305" y="2046739"/>
            <a:ext cx="5517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</a:p>
        </p:txBody>
      </p:sp>
      <p:sp>
        <p:nvSpPr>
          <p:cNvPr id="42" name="Text Box 76">
            <a:extLst>
              <a:ext uri="{FF2B5EF4-FFF2-40B4-BE49-F238E27FC236}">
                <a16:creationId xmlns:a16="http://schemas.microsoft.com/office/drawing/2014/main" id="{35A355D1-4BA4-9E46-49D1-CD9318F8C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80" y="1741939"/>
            <a:ext cx="557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</a:p>
        </p:txBody>
      </p:sp>
      <p:sp>
        <p:nvSpPr>
          <p:cNvPr id="43" name="Text Box 77">
            <a:extLst>
              <a:ext uri="{FF2B5EF4-FFF2-40B4-BE49-F238E27FC236}">
                <a16:creationId xmlns:a16="http://schemas.microsoft.com/office/drawing/2014/main" id="{CCD48B0D-8C33-5D77-3506-CCD28224D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180" y="2630939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44" name="Text Box 78">
            <a:extLst>
              <a:ext uri="{FF2B5EF4-FFF2-40B4-BE49-F238E27FC236}">
                <a16:creationId xmlns:a16="http://schemas.microsoft.com/office/drawing/2014/main" id="{EABA2ADB-C50C-50D6-008D-107FCAAA3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180" y="3233342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45" name="Text Box 79">
            <a:extLst>
              <a:ext uri="{FF2B5EF4-FFF2-40B4-BE49-F238E27FC236}">
                <a16:creationId xmlns:a16="http://schemas.microsoft.com/office/drawing/2014/main" id="{D7E8D1A4-69B8-8FC9-D494-82DEFB013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180" y="3835745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</a:p>
        </p:txBody>
      </p:sp>
      <p:sp>
        <p:nvSpPr>
          <p:cNvPr id="46" name="Text Box 80">
            <a:extLst>
              <a:ext uri="{FF2B5EF4-FFF2-40B4-BE49-F238E27FC236}">
                <a16:creationId xmlns:a16="http://schemas.microsoft.com/office/drawing/2014/main" id="{8186184A-F3F5-C5BA-3111-A7826173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180" y="4438149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  <p:sp>
        <p:nvSpPr>
          <p:cNvPr id="47" name="Text Box 81">
            <a:extLst>
              <a:ext uri="{FF2B5EF4-FFF2-40B4-BE49-F238E27FC236}">
                <a16:creationId xmlns:a16="http://schemas.microsoft.com/office/drawing/2014/main" id="{9A403499-EF36-2BAC-D9E9-179B50424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3310" y="2046739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</a:p>
        </p:txBody>
      </p:sp>
      <p:sp>
        <p:nvSpPr>
          <p:cNvPr id="48" name="Text Box 82">
            <a:extLst>
              <a:ext uri="{FF2B5EF4-FFF2-40B4-BE49-F238E27FC236}">
                <a16:creationId xmlns:a16="http://schemas.microsoft.com/office/drawing/2014/main" id="{28ED0CEC-C695-9E59-935D-FCE43EE66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450" y="2046739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49" name="Text Box 83">
            <a:extLst>
              <a:ext uri="{FF2B5EF4-FFF2-40B4-BE49-F238E27FC236}">
                <a16:creationId xmlns:a16="http://schemas.microsoft.com/office/drawing/2014/main" id="{EE660786-875D-956B-8B24-E7F3D5A75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1590" y="2046739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</a:p>
        </p:txBody>
      </p:sp>
      <p:sp>
        <p:nvSpPr>
          <p:cNvPr id="50" name="Text Box 84">
            <a:extLst>
              <a:ext uri="{FF2B5EF4-FFF2-40B4-BE49-F238E27FC236}">
                <a16:creationId xmlns:a16="http://schemas.microsoft.com/office/drawing/2014/main" id="{30BD3FC5-00AE-CE0E-83AD-73BDC25A5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0730" y="2046739"/>
            <a:ext cx="5020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  <p:sp>
        <p:nvSpPr>
          <p:cNvPr id="51" name="Text Box 85">
            <a:extLst>
              <a:ext uri="{FF2B5EF4-FFF2-40B4-BE49-F238E27FC236}">
                <a16:creationId xmlns:a16="http://schemas.microsoft.com/office/drawing/2014/main" id="{DDC829D4-955D-55A4-6159-27E1A0587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305" y="2581727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" name="Text Box 86">
            <a:extLst>
              <a:ext uri="{FF2B5EF4-FFF2-40B4-BE49-F238E27FC236}">
                <a16:creationId xmlns:a16="http://schemas.microsoft.com/office/drawing/2014/main" id="{B6C39900-99B2-11C4-F96D-3B6CD8A99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1055" y="2600777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Text Box 87">
            <a:extLst>
              <a:ext uri="{FF2B5EF4-FFF2-40B4-BE49-F238E27FC236}">
                <a16:creationId xmlns:a16="http://schemas.microsoft.com/office/drawing/2014/main" id="{5BD7B195-3641-EB0D-4860-99C241FA7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4455" y="3207202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Text Box 88">
            <a:extLst>
              <a:ext uri="{FF2B5EF4-FFF2-40B4-BE49-F238E27FC236}">
                <a16:creationId xmlns:a16="http://schemas.microsoft.com/office/drawing/2014/main" id="{6F3F92F2-4A04-F6D7-2B95-D24B3F4A1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7155" y="3781877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" name="Text Box 94">
            <a:extLst>
              <a:ext uri="{FF2B5EF4-FFF2-40B4-BE49-F238E27FC236}">
                <a16:creationId xmlns:a16="http://schemas.microsoft.com/office/drawing/2014/main" id="{55BBB8C8-14BF-BBA4-8D4A-76051918A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486" y="3265939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56" name="Text Box 95">
            <a:extLst>
              <a:ext uri="{FF2B5EF4-FFF2-40B4-BE49-F238E27FC236}">
                <a16:creationId xmlns:a16="http://schemas.microsoft.com/office/drawing/2014/main" id="{BC88D036-0EE9-D04F-F307-A260D5A22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305" y="3799339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57" name="Text Box 96">
            <a:extLst>
              <a:ext uri="{FF2B5EF4-FFF2-40B4-BE49-F238E27FC236}">
                <a16:creationId xmlns:a16="http://schemas.microsoft.com/office/drawing/2014/main" id="{A6432DED-4060-6C27-7B79-5FCC586B3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0986" y="3242127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58" name="Text Box 97">
            <a:extLst>
              <a:ext uri="{FF2B5EF4-FFF2-40B4-BE49-F238E27FC236}">
                <a16:creationId xmlns:a16="http://schemas.microsoft.com/office/drawing/2014/main" id="{D394E8D6-7D8E-AF3B-71CE-37FB90EC1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8286" y="3799339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59" name="Text Box 89">
            <a:extLst>
              <a:ext uri="{FF2B5EF4-FFF2-40B4-BE49-F238E27FC236}">
                <a16:creationId xmlns:a16="http://schemas.microsoft.com/office/drawing/2014/main" id="{54BC5024-5BDD-BBF5-7ED0-7EEAF5592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4305" y="2619827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60" name="Text Box 90">
            <a:extLst>
              <a:ext uri="{FF2B5EF4-FFF2-40B4-BE49-F238E27FC236}">
                <a16:creationId xmlns:a16="http://schemas.microsoft.com/office/drawing/2014/main" id="{6CB464DB-70D6-DDDA-447A-A141A58D0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105" y="2619827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61" name="Text Box 91">
            <a:extLst>
              <a:ext uri="{FF2B5EF4-FFF2-40B4-BE49-F238E27FC236}">
                <a16:creationId xmlns:a16="http://schemas.microsoft.com/office/drawing/2014/main" id="{AAA57BD7-FD95-C280-0061-7FF9CDAF1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9155" y="4427989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62" name="Text Box 92">
            <a:extLst>
              <a:ext uri="{FF2B5EF4-FFF2-40B4-BE49-F238E27FC236}">
                <a16:creationId xmlns:a16="http://schemas.microsoft.com/office/drawing/2014/main" id="{04C19DCF-E025-0827-3C08-2957D69BE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0505" y="4408939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0" lang="zh-CN" altLang="zh-CN" sz="2000"/>
          </a:p>
        </p:txBody>
      </p:sp>
      <p:sp>
        <p:nvSpPr>
          <p:cNvPr id="63" name="Text Box 93">
            <a:extLst>
              <a:ext uri="{FF2B5EF4-FFF2-40B4-BE49-F238E27FC236}">
                <a16:creationId xmlns:a16="http://schemas.microsoft.com/office/drawing/2014/main" id="{4B63CC92-33A5-4E12-A66C-70BE4D62C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1526" y="4427989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11A81A3-13DF-54A9-F37E-2CDA6A68E369}"/>
              </a:ext>
            </a:extLst>
          </p:cNvPr>
          <p:cNvGrpSpPr/>
          <p:nvPr/>
        </p:nvGrpSpPr>
        <p:grpSpPr>
          <a:xfrm>
            <a:off x="8881905" y="2503939"/>
            <a:ext cx="1295400" cy="2438400"/>
            <a:chOff x="8881905" y="2839219"/>
            <a:chExt cx="1295400" cy="2438400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9C4F207E-F224-2F59-A56E-6D7EA70DECE1}"/>
                </a:ext>
              </a:extLst>
            </p:cNvPr>
            <p:cNvGrpSpPr/>
            <p:nvPr/>
          </p:nvGrpSpPr>
          <p:grpSpPr>
            <a:xfrm>
              <a:off x="8881905" y="2839219"/>
              <a:ext cx="1295400" cy="534988"/>
              <a:chOff x="8881905" y="2839219"/>
              <a:chExt cx="1295400" cy="534988"/>
            </a:xfrm>
          </p:grpSpPr>
          <p:sp>
            <p:nvSpPr>
              <p:cNvPr id="70" name="Line 98">
                <a:extLst>
                  <a:ext uri="{FF2B5EF4-FFF2-40B4-BE49-F238E27FC236}">
                    <a16:creationId xmlns:a16="http://schemas.microsoft.com/office/drawing/2014/main" id="{72B55C30-57E7-E500-9009-D9183DBDBE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8105" y="3374207"/>
                <a:ext cx="114300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71" name="Arc 99">
                <a:extLst>
                  <a:ext uri="{FF2B5EF4-FFF2-40B4-BE49-F238E27FC236}">
                    <a16:creationId xmlns:a16="http://schemas.microsoft.com/office/drawing/2014/main" id="{CCE8553D-2984-3BC1-83D5-68FDB20C54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8881905" y="2839219"/>
                <a:ext cx="76200" cy="5334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72" name="Arc 101">
                <a:extLst>
                  <a:ext uri="{FF2B5EF4-FFF2-40B4-BE49-F238E27FC236}">
                    <a16:creationId xmlns:a16="http://schemas.microsoft.com/office/drawing/2014/main" id="{A818C8B4-E9A2-5BB6-232E-90E28590E20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0101105" y="2840807"/>
                <a:ext cx="76200" cy="5334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1DB6585C-68CC-FB11-14E6-3B397F1E6897}"/>
                </a:ext>
              </a:extLst>
            </p:cNvPr>
            <p:cNvGrpSpPr/>
            <p:nvPr/>
          </p:nvGrpSpPr>
          <p:grpSpPr>
            <a:xfrm>
              <a:off x="8881905" y="4820419"/>
              <a:ext cx="1295400" cy="457200"/>
              <a:chOff x="8881905" y="4820419"/>
              <a:chExt cx="1295400" cy="457200"/>
            </a:xfrm>
          </p:grpSpPr>
          <p:sp>
            <p:nvSpPr>
              <p:cNvPr id="67" name="Line 102">
                <a:extLst>
                  <a:ext uri="{FF2B5EF4-FFF2-40B4-BE49-F238E27FC236}">
                    <a16:creationId xmlns:a16="http://schemas.microsoft.com/office/drawing/2014/main" id="{AAFBD908-2A29-A17B-C909-9094E9284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58105" y="4820419"/>
                <a:ext cx="114300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68" name="Arc 103">
                <a:extLst>
                  <a:ext uri="{FF2B5EF4-FFF2-40B4-BE49-F238E27FC236}">
                    <a16:creationId xmlns:a16="http://schemas.microsoft.com/office/drawing/2014/main" id="{861AE60F-41C5-37C6-9486-19DA4B4F432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881905" y="4820419"/>
                <a:ext cx="76200" cy="4572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9" name="Arc 104">
                <a:extLst>
                  <a:ext uri="{FF2B5EF4-FFF2-40B4-BE49-F238E27FC236}">
                    <a16:creationId xmlns:a16="http://schemas.microsoft.com/office/drawing/2014/main" id="{42CC5926-8A26-498F-28D4-C42E9F7B9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1105" y="4820419"/>
                <a:ext cx="76200" cy="4572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FE34D32-F45F-8F6D-BF68-93C1323C8B48}"/>
              </a:ext>
            </a:extLst>
          </p:cNvPr>
          <p:cNvGrpSpPr/>
          <p:nvPr/>
        </p:nvGrpSpPr>
        <p:grpSpPr>
          <a:xfrm>
            <a:off x="7281705" y="3265939"/>
            <a:ext cx="2971800" cy="990600"/>
            <a:chOff x="7281705" y="3601219"/>
            <a:chExt cx="2971800" cy="990600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A9827ED2-0CBF-15FA-38F8-5A587E06AD9D}"/>
                </a:ext>
              </a:extLst>
            </p:cNvPr>
            <p:cNvGrpSpPr/>
            <p:nvPr/>
          </p:nvGrpSpPr>
          <p:grpSpPr>
            <a:xfrm>
              <a:off x="7281705" y="3601219"/>
              <a:ext cx="609600" cy="990600"/>
              <a:chOff x="7281705" y="3601219"/>
              <a:chExt cx="609600" cy="990600"/>
            </a:xfrm>
          </p:grpSpPr>
          <p:sp>
            <p:nvSpPr>
              <p:cNvPr id="79" name="Line 105">
                <a:extLst>
                  <a:ext uri="{FF2B5EF4-FFF2-40B4-BE49-F238E27FC236}">
                    <a16:creationId xmlns:a16="http://schemas.microsoft.com/office/drawing/2014/main" id="{18600AFB-6F0A-4C9A-6C6C-8BA7BF902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91305" y="3677419"/>
                <a:ext cx="0" cy="838200"/>
              </a:xfrm>
              <a:prstGeom prst="line">
                <a:avLst/>
              </a:prstGeom>
              <a:noFill/>
              <a:ln w="28575">
                <a:solidFill>
                  <a:srgbClr val="034A9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80" name="Arc 108">
                <a:extLst>
                  <a:ext uri="{FF2B5EF4-FFF2-40B4-BE49-F238E27FC236}">
                    <a16:creationId xmlns:a16="http://schemas.microsoft.com/office/drawing/2014/main" id="{B3B100CB-35B0-14B1-9351-93FD10E04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1705" y="3601219"/>
                <a:ext cx="609600" cy="762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34A9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81" name="Arc 109">
                <a:extLst>
                  <a:ext uri="{FF2B5EF4-FFF2-40B4-BE49-F238E27FC236}">
                    <a16:creationId xmlns:a16="http://schemas.microsoft.com/office/drawing/2014/main" id="{66102A92-9222-4EC7-ADB1-EB33200FBB0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281705" y="4515619"/>
                <a:ext cx="609600" cy="762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34A9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65074168-586A-A37D-E626-5894ADC35DF4}"/>
                </a:ext>
              </a:extLst>
            </p:cNvPr>
            <p:cNvGrpSpPr/>
            <p:nvPr/>
          </p:nvGrpSpPr>
          <p:grpSpPr>
            <a:xfrm>
              <a:off x="9643905" y="3601219"/>
              <a:ext cx="609600" cy="990600"/>
              <a:chOff x="9643905" y="3601219"/>
              <a:chExt cx="609600" cy="990600"/>
            </a:xfrm>
          </p:grpSpPr>
          <p:sp>
            <p:nvSpPr>
              <p:cNvPr id="76" name="Line 106">
                <a:extLst>
                  <a:ext uri="{FF2B5EF4-FFF2-40B4-BE49-F238E27FC236}">
                    <a16:creationId xmlns:a16="http://schemas.microsoft.com/office/drawing/2014/main" id="{947E63FF-02BF-D0F1-E06B-A25028DB1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643905" y="3677419"/>
                <a:ext cx="0" cy="769938"/>
              </a:xfrm>
              <a:prstGeom prst="line">
                <a:avLst/>
              </a:prstGeom>
              <a:noFill/>
              <a:ln w="28575">
                <a:solidFill>
                  <a:srgbClr val="034A9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sp>
            <p:nvSpPr>
              <p:cNvPr id="77" name="Arc 110">
                <a:extLst>
                  <a:ext uri="{FF2B5EF4-FFF2-40B4-BE49-F238E27FC236}">
                    <a16:creationId xmlns:a16="http://schemas.microsoft.com/office/drawing/2014/main" id="{8B686E94-8D42-9E5A-472B-DF75AE37D71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9643905" y="3601219"/>
                <a:ext cx="609600" cy="762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34A9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78" name="Arc 111">
                <a:extLst>
                  <a:ext uri="{FF2B5EF4-FFF2-40B4-BE49-F238E27FC236}">
                    <a16:creationId xmlns:a16="http://schemas.microsoft.com/office/drawing/2014/main" id="{1FA0E671-5706-8B2A-788E-1227A2BB9BF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9643905" y="4439419"/>
                <a:ext cx="609600" cy="15240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34A9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</p:grpSp>
      </p:grpSp>
      <p:grpSp>
        <p:nvGrpSpPr>
          <p:cNvPr id="82" name="Group 134">
            <a:extLst>
              <a:ext uri="{FF2B5EF4-FFF2-40B4-BE49-F238E27FC236}">
                <a16:creationId xmlns:a16="http://schemas.microsoft.com/office/drawing/2014/main" id="{4E8A8C4F-C4EC-44EA-BBF0-9802E08A5FD8}"/>
              </a:ext>
            </a:extLst>
          </p:cNvPr>
          <p:cNvGrpSpPr>
            <a:grpSpLocks/>
          </p:cNvGrpSpPr>
          <p:nvPr/>
        </p:nvGrpSpPr>
        <p:grpSpPr bwMode="auto">
          <a:xfrm>
            <a:off x="2577804" y="5744085"/>
            <a:ext cx="865188" cy="400050"/>
            <a:chOff x="1265" y="3657"/>
            <a:chExt cx="545" cy="252"/>
          </a:xfrm>
        </p:grpSpPr>
        <p:sp>
          <p:nvSpPr>
            <p:cNvPr id="83" name="Text Box 120">
              <a:extLst>
                <a:ext uri="{FF2B5EF4-FFF2-40B4-BE49-F238E27FC236}">
                  <a16:creationId xmlns:a16="http://schemas.microsoft.com/office/drawing/2014/main" id="{5EAE64AE-EF95-84E3-6B4F-425F81340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5" y="3657"/>
              <a:ext cx="54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84" name="Line 122">
              <a:extLst>
                <a:ext uri="{FF2B5EF4-FFF2-40B4-BE49-F238E27FC236}">
                  <a16:creationId xmlns:a16="http://schemas.microsoft.com/office/drawing/2014/main" id="{596AAAAC-C008-38EC-BBD3-9312E9537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3702"/>
              <a:ext cx="91" cy="0"/>
            </a:xfrm>
            <a:prstGeom prst="line">
              <a:avLst/>
            </a:pr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  <p:sp>
          <p:nvSpPr>
            <p:cNvPr id="85" name="Line 123">
              <a:extLst>
                <a:ext uri="{FF2B5EF4-FFF2-40B4-BE49-F238E27FC236}">
                  <a16:creationId xmlns:a16="http://schemas.microsoft.com/office/drawing/2014/main" id="{CEA86909-30A4-F202-4ABD-970DABF65B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9" y="3702"/>
              <a:ext cx="91" cy="0"/>
            </a:xfrm>
            <a:prstGeom prst="line">
              <a:avLst/>
            </a:pr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</p:grpSp>
      <p:sp>
        <p:nvSpPr>
          <p:cNvPr id="86" name="Text Box 125">
            <a:extLst>
              <a:ext uri="{FF2B5EF4-FFF2-40B4-BE49-F238E27FC236}">
                <a16:creationId xmlns:a16="http://schemas.microsoft.com/office/drawing/2014/main" id="{2D352623-B9DD-4912-4225-06D252E67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491" y="5197927"/>
            <a:ext cx="25923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= ?</a:t>
            </a:r>
          </a:p>
        </p:txBody>
      </p:sp>
      <p:grpSp>
        <p:nvGrpSpPr>
          <p:cNvPr id="87" name="Group 130">
            <a:extLst>
              <a:ext uri="{FF2B5EF4-FFF2-40B4-BE49-F238E27FC236}">
                <a16:creationId xmlns:a16="http://schemas.microsoft.com/office/drawing/2014/main" id="{456711B4-D557-A880-4E64-D8A6538E15AB}"/>
              </a:ext>
            </a:extLst>
          </p:cNvPr>
          <p:cNvGrpSpPr>
            <a:grpSpLocks/>
          </p:cNvGrpSpPr>
          <p:nvPr/>
        </p:nvGrpSpPr>
        <p:grpSpPr bwMode="auto">
          <a:xfrm>
            <a:off x="7911942" y="5699128"/>
            <a:ext cx="1008063" cy="400050"/>
            <a:chOff x="3288" y="3702"/>
            <a:chExt cx="635" cy="252"/>
          </a:xfrm>
        </p:grpSpPr>
        <p:sp>
          <p:nvSpPr>
            <p:cNvPr id="88" name="Text Box 126">
              <a:extLst>
                <a:ext uri="{FF2B5EF4-FFF2-40B4-BE49-F238E27FC236}">
                  <a16:creationId xmlns:a16="http://schemas.microsoft.com/office/drawing/2014/main" id="{04E7B102-5160-80B6-3DD1-CDF2CECB0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3702"/>
              <a:ext cx="63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BD</a:t>
              </a:r>
            </a:p>
          </p:txBody>
        </p:sp>
        <p:sp>
          <p:nvSpPr>
            <p:cNvPr id="89" name="Line 128">
              <a:extLst>
                <a:ext uri="{FF2B5EF4-FFF2-40B4-BE49-F238E27FC236}">
                  <a16:creationId xmlns:a16="http://schemas.microsoft.com/office/drawing/2014/main" id="{E5D300F3-2B9E-EAD3-4383-FD142DC20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" y="3730"/>
              <a:ext cx="113" cy="0"/>
            </a:xfrm>
            <a:prstGeom prst="line">
              <a:avLst/>
            </a:pr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</p:grpSp>
      <p:grpSp>
        <p:nvGrpSpPr>
          <p:cNvPr id="90" name="Group 131">
            <a:extLst>
              <a:ext uri="{FF2B5EF4-FFF2-40B4-BE49-F238E27FC236}">
                <a16:creationId xmlns:a16="http://schemas.microsoft.com/office/drawing/2014/main" id="{963AA214-5083-FD37-EEC6-F902B2F7F78A}"/>
              </a:ext>
            </a:extLst>
          </p:cNvPr>
          <p:cNvGrpSpPr>
            <a:grpSpLocks/>
          </p:cNvGrpSpPr>
          <p:nvPr/>
        </p:nvGrpSpPr>
        <p:grpSpPr bwMode="auto">
          <a:xfrm>
            <a:off x="8816816" y="5699128"/>
            <a:ext cx="1081088" cy="400050"/>
            <a:chOff x="4241" y="3702"/>
            <a:chExt cx="681" cy="252"/>
          </a:xfrm>
        </p:grpSpPr>
        <p:sp>
          <p:nvSpPr>
            <p:cNvPr id="91" name="Text Box 127">
              <a:extLst>
                <a:ext uri="{FF2B5EF4-FFF2-40B4-BE49-F238E27FC236}">
                  <a16:creationId xmlns:a16="http://schemas.microsoft.com/office/drawing/2014/main" id="{4D3E76A7-D866-A1FA-9D34-632482B48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3702"/>
              <a:ext cx="68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BC</a:t>
              </a:r>
            </a:p>
          </p:txBody>
        </p:sp>
        <p:sp>
          <p:nvSpPr>
            <p:cNvPr id="92" name="Line 129">
              <a:extLst>
                <a:ext uri="{FF2B5EF4-FFF2-40B4-BE49-F238E27FC236}">
                  <a16:creationId xmlns:a16="http://schemas.microsoft.com/office/drawing/2014/main" id="{A47AB547-1FB7-6450-1453-5549D1ED7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3730"/>
              <a:ext cx="11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</p:grpSp>
      <p:sp>
        <p:nvSpPr>
          <p:cNvPr id="93" name="Text Box 132">
            <a:extLst>
              <a:ext uri="{FF2B5EF4-FFF2-40B4-BE49-F238E27FC236}">
                <a16:creationId xmlns:a16="http://schemas.microsoft.com/office/drawing/2014/main" id="{1B2CF27A-247C-5E24-1B76-AEABE717A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1904" y="5197927"/>
            <a:ext cx="25923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= ?</a:t>
            </a:r>
          </a:p>
        </p:txBody>
      </p:sp>
      <p:sp>
        <p:nvSpPr>
          <p:cNvPr id="94" name="Rectangle 133">
            <a:extLst>
              <a:ext uri="{FF2B5EF4-FFF2-40B4-BE49-F238E27FC236}">
                <a16:creationId xmlns:a16="http://schemas.microsoft.com/office/drawing/2014/main" id="{5C4E83B6-7019-56FF-CBEF-86706269A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834" y="5744025"/>
            <a:ext cx="5421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</a:t>
            </a:r>
          </a:p>
        </p:txBody>
      </p:sp>
    </p:spTree>
    <p:extLst>
      <p:ext uri="{BB962C8B-B14F-4D97-AF65-F5344CB8AC3E}">
        <p14:creationId xmlns:p14="http://schemas.microsoft.com/office/powerpoint/2010/main" val="77029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9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6946-9E8A-C6C5-05FA-EB400ED7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34E1534-5CD8-F253-BA14-CF690C4CCC5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合并最小项的规则（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063EEB-197A-3429-7B0D-962892783C9A}"/>
              </a:ext>
            </a:extLst>
          </p:cNvPr>
          <p:cNvSpPr txBox="1"/>
          <p:nvPr/>
        </p:nvSpPr>
        <p:spPr>
          <a:xfrm>
            <a:off x="348748" y="1277890"/>
            <a:ext cx="11497812" cy="121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规则三：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卡诺图上八个标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方格相邻，可以并为一项，并可消去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个变量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90">
            <a:extLst>
              <a:ext uri="{FF2B5EF4-FFF2-40B4-BE49-F238E27FC236}">
                <a16:creationId xmlns:a16="http://schemas.microsoft.com/office/drawing/2014/main" id="{1EC02A1F-2EE0-C45E-45E3-C136423DDF00}"/>
              </a:ext>
            </a:extLst>
          </p:cNvPr>
          <p:cNvGrpSpPr>
            <a:grpSpLocks/>
          </p:cNvGrpSpPr>
          <p:nvPr/>
        </p:nvGrpSpPr>
        <p:grpSpPr bwMode="auto">
          <a:xfrm>
            <a:off x="1146300" y="3361797"/>
            <a:ext cx="3096463" cy="2539654"/>
            <a:chOff x="48" y="1200"/>
            <a:chExt cx="2458" cy="20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FD4F1AB-DA37-EA39-7E71-DE9337A4E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1680"/>
              <a:ext cx="1872" cy="15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/>
            </a:p>
          </p:txBody>
        </p:sp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6D356618-A444-9699-07C8-EB7A10EE7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448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8DDAB88D-B1A0-F2A0-C398-4B7824DF6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168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631738BE-6A86-40D7-5B9D-A9AFD2AED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168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2613BBEC-B2EA-4E6E-5F43-E1F896DA1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1680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8809B1D-A04D-793D-DDA9-F7C0D51E6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100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E81092B9-45C6-F273-5662-FC0A0951D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832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22CC1B5A-F646-08D3-BA55-C0D573130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" y="1296"/>
              <a:ext cx="384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5EF6D362-29CB-4256-1AB1-BA143361F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1392"/>
              <a:ext cx="409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94C51D98-8C2A-EDDD-3E6A-4C4253D74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200"/>
              <a:ext cx="41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D50812AA-4849-5CC1-43F2-76D794A25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744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63F47A34-8755-10E2-33E6-B7D397F844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127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A2EC29D8-CD70-69CF-2927-D24CE59E4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509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4A4DC76E-3E82-24CE-9AC7-CD15D1227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892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B8084B14-050E-0A19-6A77-263F21136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" y="1392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85C06837-B66E-D00E-73C1-9AA154984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" y="1392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2DA135F8-16DA-F029-8612-E2897ED11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7" y="1392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F950CBAD-636C-DB18-8501-5E5AD1892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4" y="1392"/>
              <a:ext cx="3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C35EB83F-5560-D2DB-78D2-1AAFE439F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742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64C4A94F-AA77-EC07-61E0-BB6539B61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754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72373A8B-340F-FB43-BC80-F81D219F8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" y="2136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0F9C2FC1-D559-F393-5071-9F5DCC206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752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1977436C-9227-1A97-8A69-CA4039992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752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Text Box 61">
              <a:extLst>
                <a:ext uri="{FF2B5EF4-FFF2-40B4-BE49-F238E27FC236}">
                  <a16:creationId xmlns:a16="http://schemas.microsoft.com/office/drawing/2014/main" id="{8FF03FA8-22F3-40C6-A1D6-CFE9A3213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2138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9" name="Text Box 62">
              <a:extLst>
                <a:ext uri="{FF2B5EF4-FFF2-40B4-BE49-F238E27FC236}">
                  <a16:creationId xmlns:a16="http://schemas.microsoft.com/office/drawing/2014/main" id="{88449E43-AB6C-2869-5A12-97062A0A4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2138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0" name="Text Box 63">
              <a:extLst>
                <a:ext uri="{FF2B5EF4-FFF2-40B4-BE49-F238E27FC236}">
                  <a16:creationId xmlns:a16="http://schemas.microsoft.com/office/drawing/2014/main" id="{B78BC513-D75C-6194-A325-CAFDAD41E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138"/>
              <a:ext cx="260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31" name="AutoShape 69">
            <a:extLst>
              <a:ext uri="{FF2B5EF4-FFF2-40B4-BE49-F238E27FC236}">
                <a16:creationId xmlns:a16="http://schemas.microsoft.com/office/drawing/2014/main" id="{A5E481CD-68A0-0C31-1B5B-A6C269E2C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622" y="4037654"/>
            <a:ext cx="2116378" cy="846551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1800"/>
          </a:p>
        </p:txBody>
      </p:sp>
      <p:grpSp>
        <p:nvGrpSpPr>
          <p:cNvPr id="32" name="Group 98">
            <a:extLst>
              <a:ext uri="{FF2B5EF4-FFF2-40B4-BE49-F238E27FC236}">
                <a16:creationId xmlns:a16="http://schemas.microsoft.com/office/drawing/2014/main" id="{8F9A8B0E-5FA7-82F6-AAB5-DDFD7EEBCE80}"/>
              </a:ext>
            </a:extLst>
          </p:cNvPr>
          <p:cNvGrpSpPr>
            <a:grpSpLocks/>
          </p:cNvGrpSpPr>
          <p:nvPr/>
        </p:nvGrpSpPr>
        <p:grpSpPr bwMode="auto">
          <a:xfrm>
            <a:off x="4164997" y="4342244"/>
            <a:ext cx="628614" cy="637434"/>
            <a:chOff x="2367" y="2150"/>
            <a:chExt cx="499" cy="506"/>
          </a:xfrm>
        </p:grpSpPr>
        <p:sp>
          <p:nvSpPr>
            <p:cNvPr id="33" name="Line 72">
              <a:extLst>
                <a:ext uri="{FF2B5EF4-FFF2-40B4-BE49-F238E27FC236}">
                  <a16:creationId xmlns:a16="http://schemas.microsoft.com/office/drawing/2014/main" id="{84D30056-06FE-919B-D19C-F59E62937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67" y="2150"/>
              <a:ext cx="353" cy="1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76">
              <a:extLst>
                <a:ext uri="{FF2B5EF4-FFF2-40B4-BE49-F238E27FC236}">
                  <a16:creationId xmlns:a16="http://schemas.microsoft.com/office/drawing/2014/main" id="{68541BBD-1804-0B05-7B11-823FFB35C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" y="2363"/>
              <a:ext cx="284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35" name="Line 97">
              <a:extLst>
                <a:ext uri="{FF2B5EF4-FFF2-40B4-BE49-F238E27FC236}">
                  <a16:creationId xmlns:a16="http://schemas.microsoft.com/office/drawing/2014/main" id="{99AAADF1-47A5-A0D9-0A01-94D08DFFD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2" y="2388"/>
              <a:ext cx="144" cy="0"/>
            </a:xfrm>
            <a:prstGeom prst="line">
              <a:avLst/>
            </a:pr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" name="Group 91">
            <a:extLst>
              <a:ext uri="{FF2B5EF4-FFF2-40B4-BE49-F238E27FC236}">
                <a16:creationId xmlns:a16="http://schemas.microsoft.com/office/drawing/2014/main" id="{CDD4F504-96E9-87EF-6DF7-1B00FC91B3A0}"/>
              </a:ext>
            </a:extLst>
          </p:cNvPr>
          <p:cNvGrpSpPr>
            <a:grpSpLocks/>
          </p:cNvGrpSpPr>
          <p:nvPr/>
        </p:nvGrpSpPr>
        <p:grpSpPr bwMode="auto">
          <a:xfrm>
            <a:off x="7375846" y="3269261"/>
            <a:ext cx="3199762" cy="2629096"/>
            <a:chOff x="2976" y="1152"/>
            <a:chExt cx="2458" cy="2016"/>
          </a:xfrm>
        </p:grpSpPr>
        <p:sp>
          <p:nvSpPr>
            <p:cNvPr id="37" name="Rectangle 32">
              <a:extLst>
                <a:ext uri="{FF2B5EF4-FFF2-40B4-BE49-F238E27FC236}">
                  <a16:creationId xmlns:a16="http://schemas.microsoft.com/office/drawing/2014/main" id="{FD092758-15E7-1803-10BD-20AB8DC49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1632"/>
              <a:ext cx="1872" cy="15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/>
            </a:p>
          </p:txBody>
        </p:sp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B07D0A2C-F8E6-746C-7583-B822648A0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2400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4">
              <a:extLst>
                <a:ext uri="{FF2B5EF4-FFF2-40B4-BE49-F238E27FC236}">
                  <a16:creationId xmlns:a16="http://schemas.microsoft.com/office/drawing/2014/main" id="{C824A276-AAAB-4EE9-DEA9-97D9B64DA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6" y="1632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5">
              <a:extLst>
                <a:ext uri="{FF2B5EF4-FFF2-40B4-BE49-F238E27FC236}">
                  <a16:creationId xmlns:a16="http://schemas.microsoft.com/office/drawing/2014/main" id="{66EA2B28-3003-0F3E-F26C-67A01E6C5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632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6">
              <a:extLst>
                <a:ext uri="{FF2B5EF4-FFF2-40B4-BE49-F238E27FC236}">
                  <a16:creationId xmlns:a16="http://schemas.microsoft.com/office/drawing/2014/main" id="{C9956BC8-C4B0-96DE-A698-A9D8FDE38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1632"/>
              <a:ext cx="0" cy="15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37">
              <a:extLst>
                <a:ext uri="{FF2B5EF4-FFF2-40B4-BE49-F238E27FC236}">
                  <a16:creationId xmlns:a16="http://schemas.microsoft.com/office/drawing/2014/main" id="{B2FFE988-A229-913E-09EB-B1050831A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2052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38">
              <a:extLst>
                <a:ext uri="{FF2B5EF4-FFF2-40B4-BE49-F238E27FC236}">
                  <a16:creationId xmlns:a16="http://schemas.microsoft.com/office/drawing/2014/main" id="{CF3C4D4C-D15A-B98D-087B-47F7F7B31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2784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39">
              <a:extLst>
                <a:ext uri="{FF2B5EF4-FFF2-40B4-BE49-F238E27FC236}">
                  <a16:creationId xmlns:a16="http://schemas.microsoft.com/office/drawing/2014/main" id="{BA7CA90C-EF93-D3F2-86F3-43446C31D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8" y="1248"/>
              <a:ext cx="384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40">
              <a:extLst>
                <a:ext uri="{FF2B5EF4-FFF2-40B4-BE49-F238E27FC236}">
                  <a16:creationId xmlns:a16="http://schemas.microsoft.com/office/drawing/2014/main" id="{6D793E32-A860-1DD2-4381-53596F339A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44"/>
              <a:ext cx="396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46" name="Text Box 41">
              <a:extLst>
                <a:ext uri="{FF2B5EF4-FFF2-40B4-BE49-F238E27FC236}">
                  <a16:creationId xmlns:a16="http://schemas.microsoft.com/office/drawing/2014/main" id="{00AF4027-CFF1-6A94-2893-794C9486A2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4" y="1152"/>
              <a:ext cx="39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47" name="Text Box 42">
              <a:extLst>
                <a:ext uri="{FF2B5EF4-FFF2-40B4-BE49-F238E27FC236}">
                  <a16:creationId xmlns:a16="http://schemas.microsoft.com/office/drawing/2014/main" id="{F5E054E3-7195-4DC9-EF15-3217BEADD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170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48" name="Text Box 43">
              <a:extLst>
                <a:ext uri="{FF2B5EF4-FFF2-40B4-BE49-F238E27FC236}">
                  <a16:creationId xmlns:a16="http://schemas.microsoft.com/office/drawing/2014/main" id="{156DC4DD-9FF5-AF0F-1AE3-CFDBE8227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208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49" name="Text Box 44">
              <a:extLst>
                <a:ext uri="{FF2B5EF4-FFF2-40B4-BE49-F238E27FC236}">
                  <a16:creationId xmlns:a16="http://schemas.microsoft.com/office/drawing/2014/main" id="{3FD0B16B-ABC9-08F8-ABFB-D428D7D2A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246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0" name="Text Box 45">
              <a:extLst>
                <a:ext uri="{FF2B5EF4-FFF2-40B4-BE49-F238E27FC236}">
                  <a16:creationId xmlns:a16="http://schemas.microsoft.com/office/drawing/2014/main" id="{44AB5EB1-0B55-8008-2B8F-FCDECEBA6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6" y="284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1" name="Text Box 46">
              <a:extLst>
                <a:ext uri="{FF2B5EF4-FFF2-40B4-BE49-F238E27FC236}">
                  <a16:creationId xmlns:a16="http://schemas.microsoft.com/office/drawing/2014/main" id="{FFAAA7DC-2148-64E1-7C28-8D605A361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" y="134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52" name="Text Box 47">
              <a:extLst>
                <a:ext uri="{FF2B5EF4-FFF2-40B4-BE49-F238E27FC236}">
                  <a16:creationId xmlns:a16="http://schemas.microsoft.com/office/drawing/2014/main" id="{6C57C582-3E0E-2AA3-976E-DE84EBB11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1" y="134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53" name="Text Box 48">
              <a:extLst>
                <a:ext uri="{FF2B5EF4-FFF2-40B4-BE49-F238E27FC236}">
                  <a16:creationId xmlns:a16="http://schemas.microsoft.com/office/drawing/2014/main" id="{F4DD484B-70F5-91A3-CDC5-A2355E66F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1" y="134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4" name="Text Box 49">
              <a:extLst>
                <a:ext uri="{FF2B5EF4-FFF2-40B4-BE49-F238E27FC236}">
                  <a16:creationId xmlns:a16="http://schemas.microsoft.com/office/drawing/2014/main" id="{8868513C-696A-10F8-B5F5-456FA5301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0" y="1344"/>
              <a:ext cx="36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5" name="Text Box 50">
              <a:extLst>
                <a:ext uri="{FF2B5EF4-FFF2-40B4-BE49-F238E27FC236}">
                  <a16:creationId xmlns:a16="http://schemas.microsoft.com/office/drawing/2014/main" id="{3837885E-7899-7850-DB6C-35EB884C1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694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6" name="Text Box 51">
              <a:extLst>
                <a:ext uri="{FF2B5EF4-FFF2-40B4-BE49-F238E27FC236}">
                  <a16:creationId xmlns:a16="http://schemas.microsoft.com/office/drawing/2014/main" id="{CA168D98-DFB8-FD84-68BE-53BB9C43C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" y="1694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7" name="Text Box 54">
              <a:extLst>
                <a:ext uri="{FF2B5EF4-FFF2-40B4-BE49-F238E27FC236}">
                  <a16:creationId xmlns:a16="http://schemas.microsoft.com/office/drawing/2014/main" id="{7DDD71D1-1452-1B6F-4642-BE5813E58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" y="1694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8" name="Text Box 55">
              <a:extLst>
                <a:ext uri="{FF2B5EF4-FFF2-40B4-BE49-F238E27FC236}">
                  <a16:creationId xmlns:a16="http://schemas.microsoft.com/office/drawing/2014/main" id="{2BE7DECD-070F-DCB2-45FA-E31A4E007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" y="1694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9" name="Text Box 65">
              <a:extLst>
                <a:ext uri="{FF2B5EF4-FFF2-40B4-BE49-F238E27FC236}">
                  <a16:creationId xmlns:a16="http://schemas.microsoft.com/office/drawing/2014/main" id="{8058C73E-1B25-0349-2B91-D6947D057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822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0" name="Text Box 66">
              <a:extLst>
                <a:ext uri="{FF2B5EF4-FFF2-40B4-BE49-F238E27FC236}">
                  <a16:creationId xmlns:a16="http://schemas.microsoft.com/office/drawing/2014/main" id="{77C482FA-AF43-A5D8-D8B9-8555D25F2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" y="2822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1" name="Text Box 67">
              <a:extLst>
                <a:ext uri="{FF2B5EF4-FFF2-40B4-BE49-F238E27FC236}">
                  <a16:creationId xmlns:a16="http://schemas.microsoft.com/office/drawing/2014/main" id="{4E095F55-B789-8BF2-A976-50FA1E0BB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" y="2822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2" name="Text Box 68">
              <a:extLst>
                <a:ext uri="{FF2B5EF4-FFF2-40B4-BE49-F238E27FC236}">
                  <a16:creationId xmlns:a16="http://schemas.microsoft.com/office/drawing/2014/main" id="{F1F5B3E0-D04B-A9FF-ED61-EC699C570B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" y="2822"/>
              <a:ext cx="25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63" name="Group 100">
            <a:extLst>
              <a:ext uri="{FF2B5EF4-FFF2-40B4-BE49-F238E27FC236}">
                <a16:creationId xmlns:a16="http://schemas.microsoft.com/office/drawing/2014/main" id="{3D3EB6A9-FFC6-4591-BF8B-2CCC162BA7EA}"/>
              </a:ext>
            </a:extLst>
          </p:cNvPr>
          <p:cNvGrpSpPr>
            <a:grpSpLocks/>
          </p:cNvGrpSpPr>
          <p:nvPr/>
        </p:nvGrpSpPr>
        <p:grpSpPr bwMode="auto">
          <a:xfrm>
            <a:off x="7308706" y="4217978"/>
            <a:ext cx="1269827" cy="2132755"/>
            <a:chOff x="3168" y="2217"/>
            <a:chExt cx="1008" cy="1693"/>
          </a:xfrm>
        </p:grpSpPr>
        <p:sp>
          <p:nvSpPr>
            <p:cNvPr id="64" name="Line 74">
              <a:extLst>
                <a:ext uri="{FF2B5EF4-FFF2-40B4-BE49-F238E27FC236}">
                  <a16:creationId xmlns:a16="http://schemas.microsoft.com/office/drawing/2014/main" id="{0F05FDA7-53F6-173F-BB26-B80E247B8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6" y="3465"/>
              <a:ext cx="710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Text Box 78">
              <a:extLst>
                <a:ext uri="{FF2B5EF4-FFF2-40B4-BE49-F238E27FC236}">
                  <a16:creationId xmlns:a16="http://schemas.microsoft.com/office/drawing/2014/main" id="{A990B645-3702-E354-68C8-E3631F86A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617"/>
              <a:ext cx="269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66" name="Line 79">
              <a:extLst>
                <a:ext uri="{FF2B5EF4-FFF2-40B4-BE49-F238E27FC236}">
                  <a16:creationId xmlns:a16="http://schemas.microsoft.com/office/drawing/2014/main" id="{7263435D-E1CC-3852-94A8-5F7B5EC26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3649"/>
              <a:ext cx="12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94">
              <a:extLst>
                <a:ext uri="{FF2B5EF4-FFF2-40B4-BE49-F238E27FC236}">
                  <a16:creationId xmlns:a16="http://schemas.microsoft.com/office/drawing/2014/main" id="{F38013BB-DE51-BEED-8BC0-B2A2BB6AC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217"/>
              <a:ext cx="720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8" name="Group 131">
            <a:extLst>
              <a:ext uri="{FF2B5EF4-FFF2-40B4-BE49-F238E27FC236}">
                <a16:creationId xmlns:a16="http://schemas.microsoft.com/office/drawing/2014/main" id="{C8E39F3E-5D6C-1650-FDC1-84F27B6258E7}"/>
              </a:ext>
            </a:extLst>
          </p:cNvPr>
          <p:cNvGrpSpPr>
            <a:grpSpLocks/>
          </p:cNvGrpSpPr>
          <p:nvPr/>
        </p:nvGrpSpPr>
        <p:grpSpPr bwMode="auto">
          <a:xfrm>
            <a:off x="8195501" y="3907022"/>
            <a:ext cx="2286444" cy="1992923"/>
            <a:chOff x="3560" y="2030"/>
            <a:chExt cx="1815" cy="1582"/>
          </a:xfrm>
        </p:grpSpPr>
        <p:sp>
          <p:nvSpPr>
            <p:cNvPr id="69" name="AutoShape 101">
              <a:extLst>
                <a:ext uri="{FF2B5EF4-FFF2-40B4-BE49-F238E27FC236}">
                  <a16:creationId xmlns:a16="http://schemas.microsoft.com/office/drawing/2014/main" id="{4E565238-8FAB-A2A6-FCC5-8401DA77906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312" y="1324"/>
              <a:ext cx="358" cy="1769"/>
            </a:xfrm>
            <a:prstGeom prst="leftBracket">
              <a:avLst>
                <a:gd name="adj" fmla="val 32117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/>
            </a:p>
          </p:txBody>
        </p:sp>
        <p:sp>
          <p:nvSpPr>
            <p:cNvPr id="70" name="AutoShape 130">
              <a:extLst>
                <a:ext uri="{FF2B5EF4-FFF2-40B4-BE49-F238E27FC236}">
                  <a16:creationId xmlns:a16="http://schemas.microsoft.com/office/drawing/2014/main" id="{775FB506-F144-226D-AFB5-90BEC9F89B2F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286" y="2523"/>
              <a:ext cx="363" cy="1815"/>
            </a:xfrm>
            <a:prstGeom prst="rightBracket">
              <a:avLst>
                <a:gd name="adj" fmla="val 41667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40653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2FC44-2242-5C9A-8018-A654D4C7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85088A5-A6D4-BBC7-EF1A-2331635128D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思考题</a:t>
            </a:r>
          </a:p>
        </p:txBody>
      </p:sp>
      <p:grpSp>
        <p:nvGrpSpPr>
          <p:cNvPr id="2" name="Group 1026">
            <a:extLst>
              <a:ext uri="{FF2B5EF4-FFF2-40B4-BE49-F238E27FC236}">
                <a16:creationId xmlns:a16="http://schemas.microsoft.com/office/drawing/2014/main" id="{D8330FFD-8CCE-6B6C-58A0-0EF359A4CF8C}"/>
              </a:ext>
            </a:extLst>
          </p:cNvPr>
          <p:cNvGrpSpPr>
            <a:grpSpLocks/>
          </p:cNvGrpSpPr>
          <p:nvPr/>
        </p:nvGrpSpPr>
        <p:grpSpPr bwMode="auto">
          <a:xfrm>
            <a:off x="4324731" y="2087164"/>
            <a:ext cx="3553992" cy="2914910"/>
            <a:chOff x="48" y="1200"/>
            <a:chExt cx="2458" cy="2016"/>
          </a:xfrm>
        </p:grpSpPr>
        <p:sp>
          <p:nvSpPr>
            <p:cNvPr id="3" name="Rectangle 1027">
              <a:extLst>
                <a:ext uri="{FF2B5EF4-FFF2-40B4-BE49-F238E27FC236}">
                  <a16:creationId xmlns:a16="http://schemas.microsoft.com/office/drawing/2014/main" id="{C1FE4703-CB33-C6F6-7823-9E71704B3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" y="1680"/>
              <a:ext cx="1872" cy="15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4" name="Line 1028">
              <a:extLst>
                <a:ext uri="{FF2B5EF4-FFF2-40B4-BE49-F238E27FC236}">
                  <a16:creationId xmlns:a16="http://schemas.microsoft.com/office/drawing/2014/main" id="{B0FF0FCF-C900-94A9-2BDF-844D0CE16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448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" name="Line 1029">
              <a:extLst>
                <a:ext uri="{FF2B5EF4-FFF2-40B4-BE49-F238E27FC236}">
                  <a16:creationId xmlns:a16="http://schemas.microsoft.com/office/drawing/2014/main" id="{1730BAC0-F4D9-AF57-1BA4-39EFA61B9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" y="1680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6" name="Line 1030">
              <a:extLst>
                <a:ext uri="{FF2B5EF4-FFF2-40B4-BE49-F238E27FC236}">
                  <a16:creationId xmlns:a16="http://schemas.microsoft.com/office/drawing/2014/main" id="{5DE6F828-F74E-689D-2F61-1639F37ED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" y="1680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" name="Line 1031">
              <a:extLst>
                <a:ext uri="{FF2B5EF4-FFF2-40B4-BE49-F238E27FC236}">
                  <a16:creationId xmlns:a16="http://schemas.microsoft.com/office/drawing/2014/main" id="{3283491F-DC6B-51E9-D7B1-BD9BB1239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1680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" name="Line 1032">
              <a:extLst>
                <a:ext uri="{FF2B5EF4-FFF2-40B4-BE49-F238E27FC236}">
                  <a16:creationId xmlns:a16="http://schemas.microsoft.com/office/drawing/2014/main" id="{48E56C93-7616-E602-C85A-7FCE73683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100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Line 1033">
              <a:extLst>
                <a:ext uri="{FF2B5EF4-FFF2-40B4-BE49-F238E27FC236}">
                  <a16:creationId xmlns:a16="http://schemas.microsoft.com/office/drawing/2014/main" id="{6551E308-694A-C794-0B14-EC4EC5E5E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832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Line 1034">
              <a:extLst>
                <a:ext uri="{FF2B5EF4-FFF2-40B4-BE49-F238E27FC236}">
                  <a16:creationId xmlns:a16="http://schemas.microsoft.com/office/drawing/2014/main" id="{9BDA2654-4621-1A44-076B-8E23A3DB4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0" y="1296"/>
              <a:ext cx="384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Text Box 1035">
              <a:extLst>
                <a:ext uri="{FF2B5EF4-FFF2-40B4-BE49-F238E27FC236}">
                  <a16:creationId xmlns:a16="http://schemas.microsoft.com/office/drawing/2014/main" id="{62AB4F38-96A2-500C-3B8B-8C42EED71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1392"/>
              <a:ext cx="382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12" name="Text Box 1036">
              <a:extLst>
                <a:ext uri="{FF2B5EF4-FFF2-40B4-BE49-F238E27FC236}">
                  <a16:creationId xmlns:a16="http://schemas.microsoft.com/office/drawing/2014/main" id="{729ADD21-33D3-11B1-257A-07433A112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200"/>
              <a:ext cx="385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13" name="Text Box 1037">
              <a:extLst>
                <a:ext uri="{FF2B5EF4-FFF2-40B4-BE49-F238E27FC236}">
                  <a16:creationId xmlns:a16="http://schemas.microsoft.com/office/drawing/2014/main" id="{66BDE2FC-5C3E-3582-F456-EA56D27C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1756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4" name="Text Box 1038">
              <a:extLst>
                <a:ext uri="{FF2B5EF4-FFF2-40B4-BE49-F238E27FC236}">
                  <a16:creationId xmlns:a16="http://schemas.microsoft.com/office/drawing/2014/main" id="{9B01BFC5-98F7-9893-9983-8FE2A6E72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135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5" name="Text Box 1039">
              <a:extLst>
                <a:ext uri="{FF2B5EF4-FFF2-40B4-BE49-F238E27FC236}">
                  <a16:creationId xmlns:a16="http://schemas.microsoft.com/office/drawing/2014/main" id="{F3876855-8900-56A9-1F2A-F13816B40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513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16" name="Text Box 1040">
              <a:extLst>
                <a:ext uri="{FF2B5EF4-FFF2-40B4-BE49-F238E27FC236}">
                  <a16:creationId xmlns:a16="http://schemas.microsoft.com/office/drawing/2014/main" id="{235DA504-0306-FE9C-8004-885991F95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" y="2892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17" name="Text Box 1041">
              <a:extLst>
                <a:ext uri="{FF2B5EF4-FFF2-40B4-BE49-F238E27FC236}">
                  <a16:creationId xmlns:a16="http://schemas.microsoft.com/office/drawing/2014/main" id="{2CC31B49-4A18-4E44-E112-2596AEF3A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" y="1392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8" name="Text Box 1042">
              <a:extLst>
                <a:ext uri="{FF2B5EF4-FFF2-40B4-BE49-F238E27FC236}">
                  <a16:creationId xmlns:a16="http://schemas.microsoft.com/office/drawing/2014/main" id="{C11551EB-DB31-4E6F-FC8F-82EE4D3F6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9" y="1392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9" name="Text Box 1043">
              <a:extLst>
                <a:ext uri="{FF2B5EF4-FFF2-40B4-BE49-F238E27FC236}">
                  <a16:creationId xmlns:a16="http://schemas.microsoft.com/office/drawing/2014/main" id="{1C6BC2FA-0116-119F-A0A1-A1FC70A04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" y="1392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20" name="Text Box 1044">
              <a:extLst>
                <a:ext uri="{FF2B5EF4-FFF2-40B4-BE49-F238E27FC236}">
                  <a16:creationId xmlns:a16="http://schemas.microsoft.com/office/drawing/2014/main" id="{DF30C31F-3FE4-95CE-A9FC-D8F44BE68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9" y="1392"/>
              <a:ext cx="34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21" name="Text Box 1045">
              <a:extLst>
                <a:ext uri="{FF2B5EF4-FFF2-40B4-BE49-F238E27FC236}">
                  <a16:creationId xmlns:a16="http://schemas.microsoft.com/office/drawing/2014/main" id="{EB2F9B2F-030C-CCE2-66E2-06F8D4A3A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729"/>
              <a:ext cx="12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" name="Text Box 1046">
              <a:extLst>
                <a:ext uri="{FF2B5EF4-FFF2-40B4-BE49-F238E27FC236}">
                  <a16:creationId xmlns:a16="http://schemas.microsoft.com/office/drawing/2014/main" id="{4694498C-B2B2-D0D2-95DE-AE13DB54D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1741"/>
              <a:ext cx="12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" name="Text Box 1047">
              <a:extLst>
                <a:ext uri="{FF2B5EF4-FFF2-40B4-BE49-F238E27FC236}">
                  <a16:creationId xmlns:a16="http://schemas.microsoft.com/office/drawing/2014/main" id="{7718D6AA-DB14-C5D1-BB89-A1136B013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6" y="2136"/>
              <a:ext cx="23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Text Box 1048">
              <a:extLst>
                <a:ext uri="{FF2B5EF4-FFF2-40B4-BE49-F238E27FC236}">
                  <a16:creationId xmlns:a16="http://schemas.microsoft.com/office/drawing/2014/main" id="{7341C018-7CB0-19AE-03EA-995DC4B21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0" y="1752"/>
              <a:ext cx="23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5" name="Text Box 1049">
              <a:extLst>
                <a:ext uri="{FF2B5EF4-FFF2-40B4-BE49-F238E27FC236}">
                  <a16:creationId xmlns:a16="http://schemas.microsoft.com/office/drawing/2014/main" id="{88E72FA4-2ECC-B683-EE7D-879AF510F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6" y="1752"/>
              <a:ext cx="23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6" name="Text Box 1050">
              <a:extLst>
                <a:ext uri="{FF2B5EF4-FFF2-40B4-BE49-F238E27FC236}">
                  <a16:creationId xmlns:a16="http://schemas.microsoft.com/office/drawing/2014/main" id="{D9A4A170-BD18-DEE7-8807-09AEAF3C1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" y="2138"/>
              <a:ext cx="23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Text Box 1051">
              <a:extLst>
                <a:ext uri="{FF2B5EF4-FFF2-40B4-BE49-F238E27FC236}">
                  <a16:creationId xmlns:a16="http://schemas.microsoft.com/office/drawing/2014/main" id="{BF56E27D-2FFE-62EB-FDE2-408D14012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2125"/>
              <a:ext cx="12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" name="Text Box 1052">
              <a:extLst>
                <a:ext uri="{FF2B5EF4-FFF2-40B4-BE49-F238E27FC236}">
                  <a16:creationId xmlns:a16="http://schemas.microsoft.com/office/drawing/2014/main" id="{5F70EC92-B449-0E14-188B-D2EE1A542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125"/>
              <a:ext cx="12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0" name="Text Box 1054">
            <a:extLst>
              <a:ext uri="{FF2B5EF4-FFF2-40B4-BE49-F238E27FC236}">
                <a16:creationId xmlns:a16="http://schemas.microsoft.com/office/drawing/2014/main" id="{8E8044DF-9F8C-F1AE-F0FB-B9D5B62D8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7793" y="3979831"/>
            <a:ext cx="4203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</a:p>
        </p:txBody>
      </p:sp>
      <p:sp>
        <p:nvSpPr>
          <p:cNvPr id="31" name="Text Box 1055">
            <a:extLst>
              <a:ext uri="{FF2B5EF4-FFF2-40B4-BE49-F238E27FC236}">
                <a16:creationId xmlns:a16="http://schemas.microsoft.com/office/drawing/2014/main" id="{8FBB812B-2F08-D91D-7EBF-5BB38D722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556" y="3961035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2" name="Text Box 1056">
            <a:extLst>
              <a:ext uri="{FF2B5EF4-FFF2-40B4-BE49-F238E27FC236}">
                <a16:creationId xmlns:a16="http://schemas.microsoft.com/office/drawing/2014/main" id="{3C54492C-5218-9E45-BAC9-20F5B41DD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0874" y="4516256"/>
            <a:ext cx="306528" cy="400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3" name="Text Box 1057">
            <a:extLst>
              <a:ext uri="{FF2B5EF4-FFF2-40B4-BE49-F238E27FC236}">
                <a16:creationId xmlns:a16="http://schemas.microsoft.com/office/drawing/2014/main" id="{4AF30A3C-DFC3-8741-E139-D0CBDDE0D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4556" y="4516256"/>
            <a:ext cx="343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5E10150-98D6-7BF5-88AC-A1672607C588}"/>
              </a:ext>
            </a:extLst>
          </p:cNvPr>
          <p:cNvGrpSpPr/>
          <p:nvPr/>
        </p:nvGrpSpPr>
        <p:grpSpPr>
          <a:xfrm>
            <a:off x="5990394" y="2850593"/>
            <a:ext cx="1041039" cy="2082079"/>
            <a:chOff x="6071674" y="3267153"/>
            <a:chExt cx="1041039" cy="2082079"/>
          </a:xfrm>
        </p:grpSpPr>
        <p:sp>
          <p:nvSpPr>
            <p:cNvPr id="35" name="Line 1058">
              <a:extLst>
                <a:ext uri="{FF2B5EF4-FFF2-40B4-BE49-F238E27FC236}">
                  <a16:creationId xmlns:a16="http://schemas.microsoft.com/office/drawing/2014/main" id="{FB44FFF6-7F21-DEA4-D933-565133DAA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1674" y="3336555"/>
              <a:ext cx="0" cy="1943273"/>
            </a:xfrm>
            <a:prstGeom prst="line">
              <a:avLst/>
            </a:pr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6" name="Line 1059">
              <a:extLst>
                <a:ext uri="{FF2B5EF4-FFF2-40B4-BE49-F238E27FC236}">
                  <a16:creationId xmlns:a16="http://schemas.microsoft.com/office/drawing/2014/main" id="{EE8C023F-7988-037A-172E-824879E08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2713" y="3336555"/>
              <a:ext cx="0" cy="1943273"/>
            </a:xfrm>
            <a:prstGeom prst="line">
              <a:avLst/>
            </a:pr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7" name="Arc 1060">
              <a:extLst>
                <a:ext uri="{FF2B5EF4-FFF2-40B4-BE49-F238E27FC236}">
                  <a16:creationId xmlns:a16="http://schemas.microsoft.com/office/drawing/2014/main" id="{C00731CA-BE72-F4C9-3662-74B525EF04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071674" y="3267153"/>
              <a:ext cx="555221" cy="694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8" name="Arc 1061">
              <a:extLst>
                <a:ext uri="{FF2B5EF4-FFF2-40B4-BE49-F238E27FC236}">
                  <a16:creationId xmlns:a16="http://schemas.microsoft.com/office/drawing/2014/main" id="{406AC491-9074-E17C-C34B-B73B726C4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6895" y="3267153"/>
              <a:ext cx="485818" cy="694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39" name="Arc 1062">
              <a:extLst>
                <a:ext uri="{FF2B5EF4-FFF2-40B4-BE49-F238E27FC236}">
                  <a16:creationId xmlns:a16="http://schemas.microsoft.com/office/drawing/2014/main" id="{3514E540-0E2E-5701-4B01-FC8294ACA85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071674" y="5279829"/>
              <a:ext cx="555221" cy="694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0" name="Arc 1064">
              <a:extLst>
                <a:ext uri="{FF2B5EF4-FFF2-40B4-BE49-F238E27FC236}">
                  <a16:creationId xmlns:a16="http://schemas.microsoft.com/office/drawing/2014/main" id="{0317EB22-2ED6-5F63-D4DB-63BA7305C5D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626895" y="5279829"/>
              <a:ext cx="485818" cy="6940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41" name="Text Box 78">
            <a:extLst>
              <a:ext uri="{FF2B5EF4-FFF2-40B4-BE49-F238E27FC236}">
                <a16:creationId xmlns:a16="http://schemas.microsoft.com/office/drawing/2014/main" id="{64D1D509-E25C-7596-FEE8-054936669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521" y="5180793"/>
            <a:ext cx="3882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7963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8EF7-4E08-00CA-DD4C-BBBAF789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76A398B6-DF09-A703-BD4A-B8A8D3F47BE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合并规则总结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F65D16-6C28-D99F-583F-6A3C27ABE2B1}"/>
              </a:ext>
            </a:extLst>
          </p:cNvPr>
          <p:cNvSpPr txBox="1"/>
          <p:nvPr/>
        </p:nvSpPr>
        <p:spPr>
          <a:xfrm>
            <a:off x="348748" y="1277890"/>
            <a:ext cx="11497812" cy="2207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综上，在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个变量的卡诺图中：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aseline="30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个相邻的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方格（必须排列成方形格或矩形格的形状）才能圈在一起，合并为一项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该项保留了原来各项中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个相同的变量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消去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个不同变量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B9B7B2D0-305C-4D90-C6DB-3149CD903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890" y="4058834"/>
            <a:ext cx="712291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n=4</a:t>
            </a: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  </a:t>
            </a: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个变量，如：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ABCD</a:t>
            </a: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0" baseline="30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2400" b="0" baseline="30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=8</a:t>
            </a: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则：保留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个相同值变量，消去</a:t>
            </a:r>
            <a:r>
              <a:rPr lang="en-US" altLang="zh-CN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个不同值变量</a:t>
            </a:r>
          </a:p>
        </p:txBody>
      </p:sp>
    </p:spTree>
    <p:extLst>
      <p:ext uri="{BB962C8B-B14F-4D97-AF65-F5344CB8AC3E}">
        <p14:creationId xmlns:p14="http://schemas.microsoft.com/office/powerpoint/2010/main" val="89461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8E3C-2774-7CE8-C7DD-13E94B5F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207AA0C4-6C87-0D47-4F75-FE6E9887FBDB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030DD84-34BF-7E86-8655-29EFE857B4DF}"/>
              </a:ext>
            </a:extLst>
          </p:cNvPr>
          <p:cNvGrpSpPr/>
          <p:nvPr/>
        </p:nvGrpSpPr>
        <p:grpSpPr>
          <a:xfrm>
            <a:off x="4756382" y="1259972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0B2C7608-105F-5948-0E89-589ECADAC034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B0CA804B-4CAD-E076-E8AB-E00C8B9BBA78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代数法（自学）</a:t>
              </a:r>
            </a:p>
          </p:txBody>
        </p:sp>
      </p:grpSp>
      <p:sp>
        <p:nvSpPr>
          <p:cNvPr id="8" name="圆角矩形 5">
            <a:extLst>
              <a:ext uri="{FF2B5EF4-FFF2-40B4-BE49-F238E27FC236}">
                <a16:creationId xmlns:a16="http://schemas.microsoft.com/office/drawing/2014/main" id="{CC754C1F-FDAF-8E6E-9505-2776F10A9C17}"/>
              </a:ext>
            </a:extLst>
          </p:cNvPr>
          <p:cNvSpPr/>
          <p:nvPr/>
        </p:nvSpPr>
        <p:spPr>
          <a:xfrm>
            <a:off x="4756382" y="2461587"/>
            <a:ext cx="807721" cy="761130"/>
          </a:xfrm>
          <a:prstGeom prst="round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lIns="72000" r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noProof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2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SubTitle_1">
            <a:extLst>
              <a:ext uri="{FF2B5EF4-FFF2-40B4-BE49-F238E27FC236}">
                <a16:creationId xmlns:a16="http://schemas.microsoft.com/office/drawing/2014/main" id="{D0C5A527-6A70-3172-98B7-C1BCDDACB40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2574190"/>
            <a:ext cx="4312318" cy="5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8D9EE9-608C-0D5D-6DE5-2DD5E7765F52}"/>
              </a:ext>
            </a:extLst>
          </p:cNvPr>
          <p:cNvSpPr/>
          <p:nvPr/>
        </p:nvSpPr>
        <p:spPr>
          <a:xfrm>
            <a:off x="1032931" y="618424"/>
            <a:ext cx="1902774" cy="560153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化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简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845792BD-4C86-4455-4CFF-8F270E14FDE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3459631"/>
            <a:ext cx="431231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卡诺图法的基本概念</a:t>
            </a: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C1215721-8E67-2544-2CCE-4E3949F592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6" y="4215592"/>
            <a:ext cx="453625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在卡诺图中合并最小项</a:t>
            </a:r>
          </a:p>
        </p:txBody>
      </p:sp>
      <p:sp>
        <p:nvSpPr>
          <p:cNvPr id="18" name="MH_SubTitle_1">
            <a:extLst>
              <a:ext uri="{FF2B5EF4-FFF2-40B4-BE49-F238E27FC236}">
                <a16:creationId xmlns:a16="http://schemas.microsoft.com/office/drawing/2014/main" id="{1043A9DA-D48E-3A33-790D-516C66F91C7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87906" y="4971553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使用卡诺图化简表达式</a:t>
            </a:r>
          </a:p>
        </p:txBody>
      </p:sp>
      <p:sp>
        <p:nvSpPr>
          <p:cNvPr id="19" name="MH_SubTitle_1">
            <a:extLst>
              <a:ext uri="{FF2B5EF4-FFF2-40B4-BE49-F238E27FC236}">
                <a16:creationId xmlns:a16="http://schemas.microsoft.com/office/drawing/2014/main" id="{834F9E30-65B7-D6BA-484B-DBF17873649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87907" y="5727514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使用无关项化简表达式</a:t>
            </a:r>
          </a:p>
        </p:txBody>
      </p:sp>
    </p:spTree>
    <p:extLst>
      <p:ext uri="{BB962C8B-B14F-4D97-AF65-F5344CB8AC3E}">
        <p14:creationId xmlns:p14="http://schemas.microsoft.com/office/powerpoint/2010/main" val="195528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0757C-5F31-2A0C-A496-DF2E36B1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1823AD3-A2B0-FCA4-A4FB-EE7825C7F7E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基本概念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B774DE-CFA2-758D-9619-BA2BA5D839B2}"/>
              </a:ext>
            </a:extLst>
          </p:cNvPr>
          <p:cNvSpPr txBox="1"/>
          <p:nvPr/>
        </p:nvSpPr>
        <p:spPr>
          <a:xfrm>
            <a:off x="348748" y="1277890"/>
            <a:ext cx="11497812" cy="5085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卡诺图上的每一个圈都代表一个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蕴含项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主蕴含项：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无法在与其它蕴含项合并的蕴含项（即不会被更大的圈包围）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奇异“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”单元：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卡诺图中仅能被单一主蕴含项覆盖的方格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质主蕴含项：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包含着一或多个的奇异“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单元的主蕴含项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化简为最简与或式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法）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最简标准：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项数最少，意味着卡诺图中圈数最少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每项中的变量数最少，意味着卡诺图中的圈尽可能大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642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A121-E603-B099-2D0A-FFFF473EE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334D073-3242-2BE0-D2AC-D1D33A4ED79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卡诺图化简示例</a:t>
            </a:r>
          </a:p>
        </p:txBody>
      </p:sp>
      <p:grpSp>
        <p:nvGrpSpPr>
          <p:cNvPr id="2" name="Group 94">
            <a:extLst>
              <a:ext uri="{FF2B5EF4-FFF2-40B4-BE49-F238E27FC236}">
                <a16:creationId xmlns:a16="http://schemas.microsoft.com/office/drawing/2014/main" id="{1046F82C-B135-733B-8B73-AF1C9DCFF317}"/>
              </a:ext>
            </a:extLst>
          </p:cNvPr>
          <p:cNvGrpSpPr>
            <a:grpSpLocks/>
          </p:cNvGrpSpPr>
          <p:nvPr/>
        </p:nvGrpSpPr>
        <p:grpSpPr bwMode="auto">
          <a:xfrm>
            <a:off x="1463525" y="3358625"/>
            <a:ext cx="3640139" cy="1640005"/>
            <a:chOff x="52" y="1413"/>
            <a:chExt cx="2810" cy="1266"/>
          </a:xfrm>
        </p:grpSpPr>
        <p:grpSp>
          <p:nvGrpSpPr>
            <p:cNvPr id="3" name="Group 10">
              <a:extLst>
                <a:ext uri="{FF2B5EF4-FFF2-40B4-BE49-F238E27FC236}">
                  <a16:creationId xmlns:a16="http://schemas.microsoft.com/office/drawing/2014/main" id="{E0A86432-E2C5-0C36-55E8-B797A05364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" y="1413"/>
              <a:ext cx="2810" cy="1266"/>
              <a:chOff x="2314" y="2930"/>
              <a:chExt cx="2810" cy="1306"/>
            </a:xfrm>
          </p:grpSpPr>
          <p:grpSp>
            <p:nvGrpSpPr>
              <p:cNvPr id="9" name="Group 11">
                <a:extLst>
                  <a:ext uri="{FF2B5EF4-FFF2-40B4-BE49-F238E27FC236}">
                    <a16:creationId xmlns:a16="http://schemas.microsoft.com/office/drawing/2014/main" id="{6A51F8D6-6386-F516-84EF-696036AE31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" y="2930"/>
                <a:ext cx="2810" cy="1306"/>
                <a:chOff x="2314" y="2930"/>
                <a:chExt cx="2810" cy="1306"/>
              </a:xfrm>
            </p:grpSpPr>
            <p:sp>
              <p:nvSpPr>
                <p:cNvPr id="16" name="Rectangle 12">
                  <a:extLst>
                    <a:ext uri="{FF2B5EF4-FFF2-40B4-BE49-F238E27FC236}">
                      <a16:creationId xmlns:a16="http://schemas.microsoft.com/office/drawing/2014/main" id="{BC0DC712-724F-94AF-0BF8-BEB1736283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6" y="3324"/>
                  <a:ext cx="2448" cy="91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 sz="2000"/>
                </a:p>
              </p:txBody>
            </p:sp>
            <p:sp>
              <p:nvSpPr>
                <p:cNvPr id="17" name="Line 13">
                  <a:extLst>
                    <a:ext uri="{FF2B5EF4-FFF2-40B4-BE49-F238E27FC236}">
                      <a16:creationId xmlns:a16="http://schemas.microsoft.com/office/drawing/2014/main" id="{098F4197-19AA-53E5-BDEF-A99866B0C9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804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18" name="Line 14">
                  <a:extLst>
                    <a:ext uri="{FF2B5EF4-FFF2-40B4-BE49-F238E27FC236}">
                      <a16:creationId xmlns:a16="http://schemas.microsoft.com/office/drawing/2014/main" id="{D5214F2E-9C67-CE69-811A-324F22129A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88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19" name="Line 15">
                  <a:extLst>
                    <a:ext uri="{FF2B5EF4-FFF2-40B4-BE49-F238E27FC236}">
                      <a16:creationId xmlns:a16="http://schemas.microsoft.com/office/drawing/2014/main" id="{AAEDF42F-41E9-CA4F-D475-1D8D39C10D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20" name="Line 16">
                  <a:extLst>
                    <a:ext uri="{FF2B5EF4-FFF2-40B4-BE49-F238E27FC236}">
                      <a16:creationId xmlns:a16="http://schemas.microsoft.com/office/drawing/2014/main" id="{C5D771E3-15E6-74A7-9947-1AD222C089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21" name="Line 17">
                  <a:extLst>
                    <a:ext uri="{FF2B5EF4-FFF2-40B4-BE49-F238E27FC236}">
                      <a16:creationId xmlns:a16="http://schemas.microsoft.com/office/drawing/2014/main" id="{C2DF1821-2A76-0294-6E54-68D0D7626F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40" y="3084"/>
                  <a:ext cx="336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22" name="Text Box 18">
                  <a:extLst>
                    <a:ext uri="{FF2B5EF4-FFF2-40B4-BE49-F238E27FC236}">
                      <a16:creationId xmlns:a16="http://schemas.microsoft.com/office/drawing/2014/main" id="{C0011956-5746-D3DB-923C-D623FDD6A3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14" y="3166"/>
                  <a:ext cx="291" cy="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endPara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Text Box 19">
                  <a:extLst>
                    <a:ext uri="{FF2B5EF4-FFF2-40B4-BE49-F238E27FC236}">
                      <a16:creationId xmlns:a16="http://schemas.microsoft.com/office/drawing/2014/main" id="{1A82B2C7-C983-E77E-FE52-76906D48E52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62" y="2930"/>
                  <a:ext cx="419" cy="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BC</a:t>
                  </a:r>
                </a:p>
              </p:txBody>
            </p:sp>
          </p:grpSp>
          <p:sp>
            <p:nvSpPr>
              <p:cNvPr id="10" name="Text Box 20">
                <a:extLst>
                  <a:ext uri="{FF2B5EF4-FFF2-40B4-BE49-F238E27FC236}">
                    <a16:creationId xmlns:a16="http://schemas.microsoft.com/office/drawing/2014/main" id="{EFBC08D8-BEDB-2414-944C-C12C589EA7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0" y="3422"/>
                <a:ext cx="242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11" name="Text Box 21">
                <a:extLst>
                  <a:ext uri="{FF2B5EF4-FFF2-40B4-BE49-F238E27FC236}">
                    <a16:creationId xmlns:a16="http://schemas.microsoft.com/office/drawing/2014/main" id="{94F09530-945F-783C-67D7-5E18A6B98E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864"/>
                <a:ext cx="242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12" name="Text Box 22">
                <a:extLst>
                  <a:ext uri="{FF2B5EF4-FFF2-40B4-BE49-F238E27FC236}">
                    <a16:creationId xmlns:a16="http://schemas.microsoft.com/office/drawing/2014/main" id="{E304C007-C2D1-EE14-23FE-9842DF1EC0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6" y="3009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13" name="Text Box 23">
                <a:extLst>
                  <a:ext uri="{FF2B5EF4-FFF2-40B4-BE49-F238E27FC236}">
                    <a16:creationId xmlns:a16="http://schemas.microsoft.com/office/drawing/2014/main" id="{495FB685-0633-5F3A-10B6-5D4D629702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3009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14" name="Text Box 24">
                <a:extLst>
                  <a:ext uri="{FF2B5EF4-FFF2-40B4-BE49-F238E27FC236}">
                    <a16:creationId xmlns:a16="http://schemas.microsoft.com/office/drawing/2014/main" id="{9B7B9814-8D3A-D88B-105E-D106DA03F5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0" y="3009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15" name="Text Box 25">
                <a:extLst>
                  <a:ext uri="{FF2B5EF4-FFF2-40B4-BE49-F238E27FC236}">
                    <a16:creationId xmlns:a16="http://schemas.microsoft.com/office/drawing/2014/main" id="{2208011F-B726-898F-1F1C-0B4EFFF0EF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2" y="3009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</p:grpSp>
        <p:sp>
          <p:nvSpPr>
            <p:cNvPr id="4" name="Text Box 26">
              <a:extLst>
                <a:ext uri="{FF2B5EF4-FFF2-40B4-BE49-F238E27FC236}">
                  <a16:creationId xmlns:a16="http://schemas.microsoft.com/office/drawing/2014/main" id="{D39199A4-3B43-E0BC-CCD6-D2F60C67C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1878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" name="Text Box 27">
              <a:extLst>
                <a:ext uri="{FF2B5EF4-FFF2-40B4-BE49-F238E27FC236}">
                  <a16:creationId xmlns:a16="http://schemas.microsoft.com/office/drawing/2014/main" id="{20EAE24A-6C49-062C-56C7-AE44B60E7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F74B47FF-AF2F-6F8D-1439-CADAFA563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" name="Text Box 29">
              <a:extLst>
                <a:ext uri="{FF2B5EF4-FFF2-40B4-BE49-F238E27FC236}">
                  <a16:creationId xmlns:a16="http://schemas.microsoft.com/office/drawing/2014/main" id="{F072F811-A751-6D4F-DFE1-835BC0A5A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" name="Text Box 30">
              <a:extLst>
                <a:ext uri="{FF2B5EF4-FFF2-40B4-BE49-F238E27FC236}">
                  <a16:creationId xmlns:a16="http://schemas.microsoft.com/office/drawing/2014/main" id="{1303FE70-80B2-322A-D72A-BBF24F2F3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8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24" name="AutoShape 31">
            <a:extLst>
              <a:ext uri="{FF2B5EF4-FFF2-40B4-BE49-F238E27FC236}">
                <a16:creationId xmlns:a16="http://schemas.microsoft.com/office/drawing/2014/main" id="{734A8687-FD3E-2E4F-2460-1F3CB021F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626" y="3910771"/>
            <a:ext cx="373082" cy="102338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5" name="AutoShape 32">
            <a:extLst>
              <a:ext uri="{FF2B5EF4-FFF2-40B4-BE49-F238E27FC236}">
                <a16:creationId xmlns:a16="http://schemas.microsoft.com/office/drawing/2014/main" id="{10453E13-604D-B5A4-2BE7-4D8303244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918" y="4563370"/>
            <a:ext cx="2916137" cy="37424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6" name="AutoShape 55">
            <a:extLst>
              <a:ext uri="{FF2B5EF4-FFF2-40B4-BE49-F238E27FC236}">
                <a16:creationId xmlns:a16="http://schemas.microsoft.com/office/drawing/2014/main" id="{2B08423F-8809-DB85-EE6B-CE84181EB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2916" y="3088317"/>
            <a:ext cx="1119246" cy="358833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" name="AutoShape 56">
            <a:extLst>
              <a:ext uri="{FF2B5EF4-FFF2-40B4-BE49-F238E27FC236}">
                <a16:creationId xmlns:a16="http://schemas.microsoft.com/office/drawing/2014/main" id="{8B543071-5267-197C-AB48-4DB24C455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5487" y="2424512"/>
            <a:ext cx="373082" cy="1018203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" name="AutoShape 57">
            <a:extLst>
              <a:ext uri="{FF2B5EF4-FFF2-40B4-BE49-F238E27FC236}">
                <a16:creationId xmlns:a16="http://schemas.microsoft.com/office/drawing/2014/main" id="{060C378E-8422-8DF2-CBA1-BDA499E64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8962" y="3022996"/>
            <a:ext cx="310902" cy="419718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30" name="Group 94">
            <a:extLst>
              <a:ext uri="{FF2B5EF4-FFF2-40B4-BE49-F238E27FC236}">
                <a16:creationId xmlns:a16="http://schemas.microsoft.com/office/drawing/2014/main" id="{3A0AD17C-2A21-61B5-6E77-2A29F7B6667E}"/>
              </a:ext>
            </a:extLst>
          </p:cNvPr>
          <p:cNvGrpSpPr>
            <a:grpSpLocks/>
          </p:cNvGrpSpPr>
          <p:nvPr/>
        </p:nvGrpSpPr>
        <p:grpSpPr bwMode="auto">
          <a:xfrm>
            <a:off x="7336063" y="1873209"/>
            <a:ext cx="3650502" cy="1640005"/>
            <a:chOff x="44" y="1413"/>
            <a:chExt cx="2818" cy="1266"/>
          </a:xfrm>
        </p:grpSpPr>
        <p:grpSp>
          <p:nvGrpSpPr>
            <p:cNvPr id="31" name="Group 10">
              <a:extLst>
                <a:ext uri="{FF2B5EF4-FFF2-40B4-BE49-F238E27FC236}">
                  <a16:creationId xmlns:a16="http://schemas.microsoft.com/office/drawing/2014/main" id="{3F074E02-4A66-58D9-32BE-3568C2E176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" y="1413"/>
              <a:ext cx="2818" cy="1266"/>
              <a:chOff x="2306" y="2930"/>
              <a:chExt cx="2818" cy="1306"/>
            </a:xfrm>
          </p:grpSpPr>
          <p:grpSp>
            <p:nvGrpSpPr>
              <p:cNvPr id="37" name="Group 11">
                <a:extLst>
                  <a:ext uri="{FF2B5EF4-FFF2-40B4-BE49-F238E27FC236}">
                    <a16:creationId xmlns:a16="http://schemas.microsoft.com/office/drawing/2014/main" id="{8F0CA83C-4878-019D-53E2-23B612BFF0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6" y="2930"/>
                <a:ext cx="2818" cy="1306"/>
                <a:chOff x="2306" y="2930"/>
                <a:chExt cx="2818" cy="1306"/>
              </a:xfrm>
            </p:grpSpPr>
            <p:sp>
              <p:nvSpPr>
                <p:cNvPr id="44" name="Rectangle 12">
                  <a:extLst>
                    <a:ext uri="{FF2B5EF4-FFF2-40B4-BE49-F238E27FC236}">
                      <a16:creationId xmlns:a16="http://schemas.microsoft.com/office/drawing/2014/main" id="{A61B0F65-99A9-017A-56D9-2E405B850F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6" y="3324"/>
                  <a:ext cx="2448" cy="91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 sz="2000"/>
                </a:p>
              </p:txBody>
            </p:sp>
            <p:sp>
              <p:nvSpPr>
                <p:cNvPr id="45" name="Line 13">
                  <a:extLst>
                    <a:ext uri="{FF2B5EF4-FFF2-40B4-BE49-F238E27FC236}">
                      <a16:creationId xmlns:a16="http://schemas.microsoft.com/office/drawing/2014/main" id="{5AEED3F9-D35A-7CF6-7F0C-E5A74F981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804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46" name="Line 14">
                  <a:extLst>
                    <a:ext uri="{FF2B5EF4-FFF2-40B4-BE49-F238E27FC236}">
                      <a16:creationId xmlns:a16="http://schemas.microsoft.com/office/drawing/2014/main" id="{E04EA8C4-CEA3-325F-DF26-75989A1761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88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47" name="Line 15">
                  <a:extLst>
                    <a:ext uri="{FF2B5EF4-FFF2-40B4-BE49-F238E27FC236}">
                      <a16:creationId xmlns:a16="http://schemas.microsoft.com/office/drawing/2014/main" id="{1442E715-AA15-89BD-F508-66C30C6EBC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48" name="Line 16">
                  <a:extLst>
                    <a:ext uri="{FF2B5EF4-FFF2-40B4-BE49-F238E27FC236}">
                      <a16:creationId xmlns:a16="http://schemas.microsoft.com/office/drawing/2014/main" id="{6DB643E8-6B5D-5683-AFA2-B2C4CDF6E1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49" name="Line 17">
                  <a:extLst>
                    <a:ext uri="{FF2B5EF4-FFF2-40B4-BE49-F238E27FC236}">
                      <a16:creationId xmlns:a16="http://schemas.microsoft.com/office/drawing/2014/main" id="{39233931-D82D-CA64-3FB8-15292EBBBC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40" y="3084"/>
                  <a:ext cx="336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000"/>
                </a:p>
              </p:txBody>
            </p:sp>
            <p:sp>
              <p:nvSpPr>
                <p:cNvPr id="50" name="Text Box 18">
                  <a:extLst>
                    <a:ext uri="{FF2B5EF4-FFF2-40B4-BE49-F238E27FC236}">
                      <a16:creationId xmlns:a16="http://schemas.microsoft.com/office/drawing/2014/main" id="{54741A78-4490-A106-28F7-78B2D20C50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6" y="3158"/>
                  <a:ext cx="291" cy="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A</a:t>
                  </a:r>
                  <a:endParaRPr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" name="Text Box 19">
                  <a:extLst>
                    <a:ext uri="{FF2B5EF4-FFF2-40B4-BE49-F238E27FC236}">
                      <a16:creationId xmlns:a16="http://schemas.microsoft.com/office/drawing/2014/main" id="{764FB7F0-42BB-215A-9CD2-911B6C072C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62" y="2930"/>
                  <a:ext cx="419" cy="31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BC</a:t>
                  </a:r>
                </a:p>
              </p:txBody>
            </p:sp>
          </p:grpSp>
          <p:sp>
            <p:nvSpPr>
              <p:cNvPr id="38" name="Text Box 20">
                <a:extLst>
                  <a:ext uri="{FF2B5EF4-FFF2-40B4-BE49-F238E27FC236}">
                    <a16:creationId xmlns:a16="http://schemas.microsoft.com/office/drawing/2014/main" id="{2ABE1C2C-E2D1-9131-B723-B70DD81B06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422"/>
                <a:ext cx="265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39" name="Text Box 21">
                <a:extLst>
                  <a:ext uri="{FF2B5EF4-FFF2-40B4-BE49-F238E27FC236}">
                    <a16:creationId xmlns:a16="http://schemas.microsoft.com/office/drawing/2014/main" id="{B555FA5B-864D-4B47-5ED5-BBFA73EE96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864"/>
                <a:ext cx="265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0" name="Text Box 22">
                <a:extLst>
                  <a:ext uri="{FF2B5EF4-FFF2-40B4-BE49-F238E27FC236}">
                    <a16:creationId xmlns:a16="http://schemas.microsoft.com/office/drawing/2014/main" id="{4A992240-0656-D166-B777-56265E0BB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6" y="3021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41" name="Text Box 23">
                <a:extLst>
                  <a:ext uri="{FF2B5EF4-FFF2-40B4-BE49-F238E27FC236}">
                    <a16:creationId xmlns:a16="http://schemas.microsoft.com/office/drawing/2014/main" id="{31C385F0-574C-16EC-26D2-4219E8894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3021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42" name="Text Box 24">
                <a:extLst>
                  <a:ext uri="{FF2B5EF4-FFF2-40B4-BE49-F238E27FC236}">
                    <a16:creationId xmlns:a16="http://schemas.microsoft.com/office/drawing/2014/main" id="{4C384CE7-8FD4-FDF5-B41D-1CB963D424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021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43" name="Text Box 25">
                <a:extLst>
                  <a:ext uri="{FF2B5EF4-FFF2-40B4-BE49-F238E27FC236}">
                    <a16:creationId xmlns:a16="http://schemas.microsoft.com/office/drawing/2014/main" id="{9A79AF24-7E0F-FDC8-1616-C3C4ACA20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3009"/>
                <a:ext cx="388" cy="3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</p:grp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FA2D6CD6-AF33-DCE7-8DF4-4C70084DD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1878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9922BA8B-26F6-60A8-8720-813855A6A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3E148C80-FFDE-59EC-F644-F03DC6047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0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5" name="Text Box 29">
              <a:extLst>
                <a:ext uri="{FF2B5EF4-FFF2-40B4-BE49-F238E27FC236}">
                  <a16:creationId xmlns:a16="http://schemas.microsoft.com/office/drawing/2014/main" id="{E7B27644-4C36-65BB-F24E-D15263C09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D6649BAE-5703-B2EA-A5D3-60C998B64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8" y="2341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B8BA9F5-B306-C204-1193-396A3666D983}"/>
                  </a:ext>
                </a:extLst>
              </p:cNvPr>
              <p:cNvSpPr txBox="1"/>
              <p:nvPr/>
            </p:nvSpPr>
            <p:spPr>
              <a:xfrm>
                <a:off x="2302992" y="5336343"/>
                <a:ext cx="15645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B8BA9F5-B306-C204-1193-396A3666D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992" y="5336343"/>
                <a:ext cx="156459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B0F4C662-7EFA-0140-E523-5A34ABDF148C}"/>
              </a:ext>
            </a:extLst>
          </p:cNvPr>
          <p:cNvSpPr txBox="1"/>
          <p:nvPr/>
        </p:nvSpPr>
        <p:spPr>
          <a:xfrm>
            <a:off x="3914943" y="5331483"/>
            <a:ext cx="1188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（最简）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8D246C4-7294-DAE9-02A9-0FC58FE84D55}"/>
                  </a:ext>
                </a:extLst>
              </p:cNvPr>
              <p:cNvSpPr txBox="1"/>
              <p:nvPr/>
            </p:nvSpPr>
            <p:spPr>
              <a:xfrm>
                <a:off x="7664611" y="3850223"/>
                <a:ext cx="2529154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𝐴𝐵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8D246C4-7294-DAE9-02A9-0FC58FE84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611" y="3850223"/>
                <a:ext cx="2529154" cy="400815"/>
              </a:xfrm>
              <a:prstGeom prst="rect">
                <a:avLst/>
              </a:prstGeom>
              <a:blipFill>
                <a:blip r:embed="rId5"/>
                <a:stretch>
                  <a:fillRect r="-98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43313E3A-7A45-EB10-2CD8-593E8003B38E}"/>
              </a:ext>
            </a:extLst>
          </p:cNvPr>
          <p:cNvSpPr txBox="1"/>
          <p:nvPr/>
        </p:nvSpPr>
        <p:spPr>
          <a:xfrm>
            <a:off x="9993253" y="3840042"/>
            <a:ext cx="1529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（非最简）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3E6AE4A-8C7F-4E28-D05A-16E341182B45}"/>
                  </a:ext>
                </a:extLst>
              </p:cNvPr>
              <p:cNvSpPr txBox="1"/>
              <p:nvPr/>
            </p:nvSpPr>
            <p:spPr>
              <a:xfrm>
                <a:off x="7902947" y="4257632"/>
                <a:ext cx="2340513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3E6AE4A-8C7F-4E28-D05A-16E341182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947" y="4257632"/>
                <a:ext cx="2340513" cy="400815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95B6FA5-4A2D-5857-91E5-1FD05595B34B}"/>
                  </a:ext>
                </a:extLst>
              </p:cNvPr>
              <p:cNvSpPr txBox="1"/>
              <p:nvPr/>
            </p:nvSpPr>
            <p:spPr>
              <a:xfrm>
                <a:off x="7902946" y="4665041"/>
                <a:ext cx="2165336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C95B6FA5-4A2D-5857-91E5-1FD05595B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946" y="4665041"/>
                <a:ext cx="2165336" cy="400815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789047-1197-E9AF-1DD3-7F720F5DA679}"/>
                  </a:ext>
                </a:extLst>
              </p:cNvPr>
              <p:cNvSpPr txBox="1"/>
              <p:nvPr/>
            </p:nvSpPr>
            <p:spPr>
              <a:xfrm>
                <a:off x="7902946" y="5072450"/>
                <a:ext cx="1640513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EE789047-1197-E9AF-1DD3-7F720F5DA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946" y="5072450"/>
                <a:ext cx="1640513" cy="4008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F3C7FFD-96F8-F259-2C30-12758DBDAD05}"/>
                  </a:ext>
                </a:extLst>
              </p:cNvPr>
              <p:cNvSpPr txBox="1"/>
              <p:nvPr/>
            </p:nvSpPr>
            <p:spPr>
              <a:xfrm>
                <a:off x="7902945" y="5457058"/>
                <a:ext cx="13262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EF3C7FFD-96F8-F259-2C30-12758DBDA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2945" y="5457058"/>
                <a:ext cx="13262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89AA3F99-E350-1AE3-8C6E-C0CA773022D0}"/>
                  </a:ext>
                </a:extLst>
              </p:cNvPr>
              <p:cNvSpPr txBox="1"/>
              <p:nvPr/>
            </p:nvSpPr>
            <p:spPr>
              <a:xfrm>
                <a:off x="348748" y="1277890"/>
                <a:ext cx="6444532" cy="1873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例：将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800" i="1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altLang="zh-CN" sz="2800" i="1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3,  4,  5,  6,  7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化为最简与或式</a:t>
                </a:r>
              </a:p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endParaRPr lang="zh-CN" altLang="en-US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89AA3F99-E350-1AE3-8C6E-C0CA77302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48" y="1277890"/>
                <a:ext cx="6444532" cy="1873718"/>
              </a:xfrm>
              <a:prstGeom prst="rect">
                <a:avLst/>
              </a:prstGeom>
              <a:blipFill>
                <a:blip r:embed="rId10"/>
                <a:stretch>
                  <a:fillRect l="-1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46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8" grpId="0" animBg="1"/>
      <p:bldP spid="29" grpId="0" animBg="1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1B72-2285-2DA6-4176-749AFBB8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FFAEBBD-B429-720A-0B83-1D3CCF8470F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化简步骤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1E064B6-10DD-34E6-ED87-C0964723E0E3}"/>
                  </a:ext>
                </a:extLst>
              </p:cNvPr>
              <p:cNvSpPr txBox="1"/>
              <p:nvPr/>
            </p:nvSpPr>
            <p:spPr>
              <a:xfrm>
                <a:off x="348748" y="1277890"/>
                <a:ext cx="5025892" cy="3658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例：将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400" i="1" dirty="0">
                            <a:solidFill>
                              <a:srgbClr val="034A9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=∑</m:t>
                    </m:r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solidFill>
                          <a:srgbClr val="034A90"/>
                        </a:solidFill>
                        <a:latin typeface="Cambria Math" panose="02040503050406030204" pitchFamily="18" charset="0"/>
                      </a:rPr>
                      <m:t>(0,  1,  3,  7,  8,  10,  13)</m:t>
                    </m:r>
                  </m:oMath>
                </a14:m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化为最简与或式</a:t>
                </a:r>
                <a:endParaRPr lang="en-US" altLang="zh-CN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  <a:buFont typeface="Wingdings" panose="05000000000000000000" pitchFamily="2" charset="2"/>
                  <a:buChar char="p"/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步骤：</a:t>
                </a:r>
              </a:p>
              <a:p>
                <a:pPr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① 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由表达式填卡诺图</a:t>
                </a:r>
              </a:p>
              <a:p>
                <a:pPr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② 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圈出孤立的标</a:t>
                </a:r>
                <a:r>
                  <a:rPr lang="en-US" altLang="zh-CN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方格</a:t>
                </a:r>
              </a:p>
              <a:p>
                <a:pPr algn="just">
                  <a:lnSpc>
                    <a:spcPct val="150000"/>
                  </a:lnSpc>
                  <a:spcAft>
                    <a:spcPts val="600"/>
                  </a:spcAft>
                  <a:buClr>
                    <a:srgbClr val="034A90"/>
                  </a:buClr>
                </a:pPr>
                <a:r>
                  <a:rPr lang="zh-CN" altLang="en-US" sz="2400" dirty="0">
                    <a:solidFill>
                      <a:srgbClr val="034A9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（质主蕴含项）</a:t>
                </a:r>
                <a:endPara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1E064B6-10DD-34E6-ED87-C0964723E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48" y="1277890"/>
                <a:ext cx="5025892" cy="3658822"/>
              </a:xfrm>
              <a:prstGeom prst="rect">
                <a:avLst/>
              </a:prstGeom>
              <a:blipFill>
                <a:blip r:embed="rId4"/>
                <a:stretch>
                  <a:fillRect l="-1818" b="-3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13">
            <a:extLst>
              <a:ext uri="{FF2B5EF4-FFF2-40B4-BE49-F238E27FC236}">
                <a16:creationId xmlns:a16="http://schemas.microsoft.com/office/drawing/2014/main" id="{37005C63-DB8E-C943-3790-666179A75F9A}"/>
              </a:ext>
            </a:extLst>
          </p:cNvPr>
          <p:cNvGrpSpPr>
            <a:grpSpLocks/>
          </p:cNvGrpSpPr>
          <p:nvPr/>
        </p:nvGrpSpPr>
        <p:grpSpPr bwMode="auto">
          <a:xfrm>
            <a:off x="6912114" y="1743807"/>
            <a:ext cx="3445988" cy="2826327"/>
            <a:chOff x="3206" y="576"/>
            <a:chExt cx="2458" cy="2016"/>
          </a:xfrm>
        </p:grpSpPr>
        <p:sp>
          <p:nvSpPr>
            <p:cNvPr id="4" name="Rectangle 114">
              <a:extLst>
                <a:ext uri="{FF2B5EF4-FFF2-40B4-BE49-F238E27FC236}">
                  <a16:creationId xmlns:a16="http://schemas.microsoft.com/office/drawing/2014/main" id="{0826DC86-11E1-934C-DF33-09203FFF0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056"/>
              <a:ext cx="1872" cy="15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5" name="Line 115">
              <a:extLst>
                <a:ext uri="{FF2B5EF4-FFF2-40B4-BE49-F238E27FC236}">
                  <a16:creationId xmlns:a16="http://schemas.microsoft.com/office/drawing/2014/main" id="{976719CF-1F76-346B-6C9C-E3B902CB4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824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6" name="Line 116">
              <a:extLst>
                <a:ext uri="{FF2B5EF4-FFF2-40B4-BE49-F238E27FC236}">
                  <a16:creationId xmlns:a16="http://schemas.microsoft.com/office/drawing/2014/main" id="{F13F1C2F-BEE3-5FDD-323B-7DBC9187E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" y="105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" name="Line 117">
              <a:extLst>
                <a:ext uri="{FF2B5EF4-FFF2-40B4-BE49-F238E27FC236}">
                  <a16:creationId xmlns:a16="http://schemas.microsoft.com/office/drawing/2014/main" id="{E352EE44-5F11-A382-80B6-2371009F6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0" y="105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" name="Line 118">
              <a:extLst>
                <a:ext uri="{FF2B5EF4-FFF2-40B4-BE49-F238E27FC236}">
                  <a16:creationId xmlns:a16="http://schemas.microsoft.com/office/drawing/2014/main" id="{9E6E5E7B-754A-712A-56B7-66ECA6171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05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Line 119">
              <a:extLst>
                <a:ext uri="{FF2B5EF4-FFF2-40B4-BE49-F238E27FC236}">
                  <a16:creationId xmlns:a16="http://schemas.microsoft.com/office/drawing/2014/main" id="{1F5BF03B-DFD2-6995-E23B-FD2F62508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476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Line 120">
              <a:extLst>
                <a:ext uri="{FF2B5EF4-FFF2-40B4-BE49-F238E27FC236}">
                  <a16:creationId xmlns:a16="http://schemas.microsoft.com/office/drawing/2014/main" id="{1A05014A-AF6B-1B0F-32E6-9B3A78C3A1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208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Line 121">
              <a:extLst>
                <a:ext uri="{FF2B5EF4-FFF2-40B4-BE49-F238E27FC236}">
                  <a16:creationId xmlns:a16="http://schemas.microsoft.com/office/drawing/2014/main" id="{117A6A89-EF58-C26F-95C4-809971232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" y="672"/>
              <a:ext cx="384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2" name="Text Box 122">
              <a:extLst>
                <a:ext uri="{FF2B5EF4-FFF2-40B4-BE49-F238E27FC236}">
                  <a16:creationId xmlns:a16="http://schemas.microsoft.com/office/drawing/2014/main" id="{BDA2B2F7-E670-13F2-CC88-A8597C915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" y="768"/>
              <a:ext cx="394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13" name="Text Box 123">
              <a:extLst>
                <a:ext uri="{FF2B5EF4-FFF2-40B4-BE49-F238E27FC236}">
                  <a16:creationId xmlns:a16="http://schemas.microsoft.com/office/drawing/2014/main" id="{A263FCB3-0470-BABB-7F76-7C13190CB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576"/>
              <a:ext cx="3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14" name="Text Box 124">
              <a:extLst>
                <a:ext uri="{FF2B5EF4-FFF2-40B4-BE49-F238E27FC236}">
                  <a16:creationId xmlns:a16="http://schemas.microsoft.com/office/drawing/2014/main" id="{375718D6-C5AF-6C45-9E36-9EDDB26BF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104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5" name="Text Box 125">
              <a:extLst>
                <a:ext uri="{FF2B5EF4-FFF2-40B4-BE49-F238E27FC236}">
                  <a16:creationId xmlns:a16="http://schemas.microsoft.com/office/drawing/2014/main" id="{55F93480-7B09-D23A-9DBE-0DBE3DE16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492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6" name="Text Box 126">
              <a:extLst>
                <a:ext uri="{FF2B5EF4-FFF2-40B4-BE49-F238E27FC236}">
                  <a16:creationId xmlns:a16="http://schemas.microsoft.com/office/drawing/2014/main" id="{CE48B112-17C9-6423-D4C2-0C12CE470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80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17" name="Text Box 127">
              <a:extLst>
                <a:ext uri="{FF2B5EF4-FFF2-40B4-BE49-F238E27FC236}">
                  <a16:creationId xmlns:a16="http://schemas.microsoft.com/office/drawing/2014/main" id="{573B8A5A-63FC-1223-CD65-BBCE24C350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268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18" name="Text Box 128">
              <a:extLst>
                <a:ext uri="{FF2B5EF4-FFF2-40B4-BE49-F238E27FC236}">
                  <a16:creationId xmlns:a16="http://schemas.microsoft.com/office/drawing/2014/main" id="{34ADB4D7-706C-8128-22B0-29230D9FF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768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9" name="Text Box 129">
              <a:extLst>
                <a:ext uri="{FF2B5EF4-FFF2-40B4-BE49-F238E27FC236}">
                  <a16:creationId xmlns:a16="http://schemas.microsoft.com/office/drawing/2014/main" id="{FB72D3EB-D4BE-E499-2DA0-A2CFB460F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" y="768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20" name="Text Box 130">
              <a:extLst>
                <a:ext uri="{FF2B5EF4-FFF2-40B4-BE49-F238E27FC236}">
                  <a16:creationId xmlns:a16="http://schemas.microsoft.com/office/drawing/2014/main" id="{DE989B30-D48B-66DA-CD3E-2AE119960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3" y="768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21" name="Text Box 131">
              <a:extLst>
                <a:ext uri="{FF2B5EF4-FFF2-40B4-BE49-F238E27FC236}">
                  <a16:creationId xmlns:a16="http://schemas.microsoft.com/office/drawing/2014/main" id="{1D873971-CF28-721C-A774-C254B5E21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3" y="768"/>
              <a:ext cx="358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22" name="Text Box 132">
              <a:extLst>
                <a:ext uri="{FF2B5EF4-FFF2-40B4-BE49-F238E27FC236}">
                  <a16:creationId xmlns:a16="http://schemas.microsoft.com/office/drawing/2014/main" id="{F71AFFD4-B7B9-F2C0-DB11-91296FC69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1125"/>
              <a:ext cx="24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3" name="Text Box 133">
              <a:extLst>
                <a:ext uri="{FF2B5EF4-FFF2-40B4-BE49-F238E27FC236}">
                  <a16:creationId xmlns:a16="http://schemas.microsoft.com/office/drawing/2014/main" id="{AAED3EE5-3224-2BC5-B25C-7DA068981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2" y="1125"/>
              <a:ext cx="24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Text Box 134">
              <a:extLst>
                <a:ext uri="{FF2B5EF4-FFF2-40B4-BE49-F238E27FC236}">
                  <a16:creationId xmlns:a16="http://schemas.microsoft.com/office/drawing/2014/main" id="{B42158D9-C2ED-F9E8-A588-75D14EEA4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125"/>
              <a:ext cx="24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5" name="Text Box 135">
              <a:extLst>
                <a:ext uri="{FF2B5EF4-FFF2-40B4-BE49-F238E27FC236}">
                  <a16:creationId xmlns:a16="http://schemas.microsoft.com/office/drawing/2014/main" id="{3C56D64F-75FD-6341-7CE1-97AB7CB7D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8" y="2246"/>
              <a:ext cx="24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6" name="Text Box 136">
              <a:extLst>
                <a:ext uri="{FF2B5EF4-FFF2-40B4-BE49-F238E27FC236}">
                  <a16:creationId xmlns:a16="http://schemas.microsoft.com/office/drawing/2014/main" id="{F0102E8A-8BC8-6588-F535-BFCA8961A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2" y="2258"/>
              <a:ext cx="24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Text Box 137">
              <a:extLst>
                <a:ext uri="{FF2B5EF4-FFF2-40B4-BE49-F238E27FC236}">
                  <a16:creationId xmlns:a16="http://schemas.microsoft.com/office/drawing/2014/main" id="{DEF044B2-854A-BF4F-123A-836EB6FCF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1872"/>
              <a:ext cx="24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9" name="Text Box 138">
              <a:extLst>
                <a:ext uri="{FF2B5EF4-FFF2-40B4-BE49-F238E27FC236}">
                  <a16:creationId xmlns:a16="http://schemas.microsoft.com/office/drawing/2014/main" id="{1A7B807D-FF88-F71D-DE39-25FE11611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7" y="1501"/>
              <a:ext cx="245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B025A25-E0A9-33DB-9B15-21AEE1D378C0}"/>
              </a:ext>
            </a:extLst>
          </p:cNvPr>
          <p:cNvGrpSpPr/>
          <p:nvPr/>
        </p:nvGrpSpPr>
        <p:grpSpPr>
          <a:xfrm>
            <a:off x="5998885" y="3766818"/>
            <a:ext cx="2501637" cy="726412"/>
            <a:chOff x="3780692" y="4807775"/>
            <a:chExt cx="2501637" cy="726412"/>
          </a:xfrm>
        </p:grpSpPr>
        <p:sp>
          <p:nvSpPr>
            <p:cNvPr id="31" name="Text Box 139">
              <a:extLst>
                <a:ext uri="{FF2B5EF4-FFF2-40B4-BE49-F238E27FC236}">
                  <a16:creationId xmlns:a16="http://schemas.microsoft.com/office/drawing/2014/main" id="{F9AED139-0A48-125C-0B89-47F255CBA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692" y="5134077"/>
              <a:ext cx="91322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m13</a:t>
              </a:r>
            </a:p>
          </p:txBody>
        </p:sp>
        <p:sp>
          <p:nvSpPr>
            <p:cNvPr id="32" name="Line 144">
              <a:extLst>
                <a:ext uri="{FF2B5EF4-FFF2-40B4-BE49-F238E27FC236}">
                  <a16:creationId xmlns:a16="http://schemas.microsoft.com/office/drawing/2014/main" id="{44F8BC55-7B9F-C4B1-29F8-5985273960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5498" y="4807775"/>
              <a:ext cx="1776831" cy="3490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 sz="2000"/>
            </a:p>
          </p:txBody>
        </p:sp>
      </p:grpSp>
      <p:sp>
        <p:nvSpPr>
          <p:cNvPr id="33" name="AutoShape 28">
            <a:extLst>
              <a:ext uri="{FF2B5EF4-FFF2-40B4-BE49-F238E27FC236}">
                <a16:creationId xmlns:a16="http://schemas.microsoft.com/office/drawing/2014/main" id="{48ABAA13-5C83-C543-E997-41DFAE580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8637" y="3532594"/>
            <a:ext cx="444418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55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635D7-E08D-C59C-5703-95558EBC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BED850B-8B76-57EB-411F-B4DB488C34E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化简步骤（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26113C7-06B4-6B20-D09B-F7A0DCB02818}"/>
              </a:ext>
            </a:extLst>
          </p:cNvPr>
          <p:cNvSpPr txBox="1"/>
          <p:nvPr/>
        </p:nvSpPr>
        <p:spPr>
          <a:xfrm>
            <a:off x="348748" y="1277890"/>
            <a:ext cx="5025892" cy="5320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找出只被一个最大的圈所覆盖的标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方格，并圈出覆盖该标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方格的最大圈（质主蕴含项）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zh-CN" altLang="en-US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将剩余的相邻标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圈成尽可能少，而且尽可能大的圈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zh-CN" altLang="en-US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将各个对应的乘积项相加，写出最简与或式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D05A8D1-B23D-D885-60C7-2C9A215FC04C}"/>
                  </a:ext>
                </a:extLst>
              </p:cNvPr>
              <p:cNvSpPr txBox="1"/>
              <p:nvPr/>
            </p:nvSpPr>
            <p:spPr>
              <a:xfrm>
                <a:off x="6393179" y="1457055"/>
                <a:ext cx="5163721" cy="400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𝑨𝑩</m:t>
                      </m:r>
                      <m:acc>
                        <m:accPr>
                          <m:chr m:val="̅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𝑪𝑫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3D05A8D1-B23D-D885-60C7-2C9A215FC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179" y="1457055"/>
                <a:ext cx="5163721" cy="400815"/>
              </a:xfrm>
              <a:prstGeom prst="rect">
                <a:avLst/>
              </a:prstGeom>
              <a:blipFill>
                <a:blip r:embed="rId4"/>
                <a:stretch>
                  <a:fillRect r="-6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2">
            <a:extLst>
              <a:ext uri="{FF2B5EF4-FFF2-40B4-BE49-F238E27FC236}">
                <a16:creationId xmlns:a16="http://schemas.microsoft.com/office/drawing/2014/main" id="{3A2280E4-A199-AC0E-7228-89D8AFDFAC46}"/>
              </a:ext>
            </a:extLst>
          </p:cNvPr>
          <p:cNvGrpSpPr>
            <a:grpSpLocks/>
          </p:cNvGrpSpPr>
          <p:nvPr/>
        </p:nvGrpSpPr>
        <p:grpSpPr bwMode="auto">
          <a:xfrm>
            <a:off x="6414652" y="2314562"/>
            <a:ext cx="3282134" cy="2691938"/>
            <a:chOff x="3206" y="576"/>
            <a:chExt cx="2458" cy="2016"/>
          </a:xfrm>
        </p:grpSpPr>
        <p:sp>
          <p:nvSpPr>
            <p:cNvPr id="38" name="Rectangle 3">
              <a:extLst>
                <a:ext uri="{FF2B5EF4-FFF2-40B4-BE49-F238E27FC236}">
                  <a16:creationId xmlns:a16="http://schemas.microsoft.com/office/drawing/2014/main" id="{AE58F6A8-231A-E755-6726-55F4473EB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056"/>
              <a:ext cx="1872" cy="15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39" name="Line 4">
              <a:extLst>
                <a:ext uri="{FF2B5EF4-FFF2-40B4-BE49-F238E27FC236}">
                  <a16:creationId xmlns:a16="http://schemas.microsoft.com/office/drawing/2014/main" id="{1C1DDFF1-3E4C-1CA8-BBB0-7D44C7464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824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0" name="Line 5">
              <a:extLst>
                <a:ext uri="{FF2B5EF4-FFF2-40B4-BE49-F238E27FC236}">
                  <a16:creationId xmlns:a16="http://schemas.microsoft.com/office/drawing/2014/main" id="{429EADA8-B816-9B46-7EA5-C64F43B1EF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" y="105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1" name="Line 6">
              <a:extLst>
                <a:ext uri="{FF2B5EF4-FFF2-40B4-BE49-F238E27FC236}">
                  <a16:creationId xmlns:a16="http://schemas.microsoft.com/office/drawing/2014/main" id="{294C7DDC-196D-C93D-4C45-CE04D4130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0" y="105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" name="Line 7">
              <a:extLst>
                <a:ext uri="{FF2B5EF4-FFF2-40B4-BE49-F238E27FC236}">
                  <a16:creationId xmlns:a16="http://schemas.microsoft.com/office/drawing/2014/main" id="{06F470F0-6D48-9B3F-7A54-1A898E27C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05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3" name="Line 8">
              <a:extLst>
                <a:ext uri="{FF2B5EF4-FFF2-40B4-BE49-F238E27FC236}">
                  <a16:creationId xmlns:a16="http://schemas.microsoft.com/office/drawing/2014/main" id="{642E7411-A57F-01AD-FB61-D936A7441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476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4" name="Line 9">
              <a:extLst>
                <a:ext uri="{FF2B5EF4-FFF2-40B4-BE49-F238E27FC236}">
                  <a16:creationId xmlns:a16="http://schemas.microsoft.com/office/drawing/2014/main" id="{5BF25231-9914-D173-F643-B955F1C57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208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1453ACF3-E602-EF67-B29F-4173DF4D7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" y="672"/>
              <a:ext cx="384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6" name="Text Box 11">
              <a:extLst>
                <a:ext uri="{FF2B5EF4-FFF2-40B4-BE49-F238E27FC236}">
                  <a16:creationId xmlns:a16="http://schemas.microsoft.com/office/drawing/2014/main" id="{0BBCC8E3-7B03-667B-4F77-7EB281824C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" y="768"/>
              <a:ext cx="413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47" name="Text Box 12">
              <a:extLst>
                <a:ext uri="{FF2B5EF4-FFF2-40B4-BE49-F238E27FC236}">
                  <a16:creationId xmlns:a16="http://schemas.microsoft.com/office/drawing/2014/main" id="{B401F050-1333-94C3-51D2-A57401D19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576"/>
              <a:ext cx="417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48" name="Text Box 13">
              <a:extLst>
                <a:ext uri="{FF2B5EF4-FFF2-40B4-BE49-F238E27FC236}">
                  <a16:creationId xmlns:a16="http://schemas.microsoft.com/office/drawing/2014/main" id="{70271305-ECAB-63F2-A3DC-7533CD7D2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104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49" name="Text Box 14">
              <a:extLst>
                <a:ext uri="{FF2B5EF4-FFF2-40B4-BE49-F238E27FC236}">
                  <a16:creationId xmlns:a16="http://schemas.microsoft.com/office/drawing/2014/main" id="{D3E87181-CE2C-7D83-94C6-1EE6E43DF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492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50" name="Text Box 15">
              <a:extLst>
                <a:ext uri="{FF2B5EF4-FFF2-40B4-BE49-F238E27FC236}">
                  <a16:creationId xmlns:a16="http://schemas.microsoft.com/office/drawing/2014/main" id="{FB83FF07-1C43-C776-82AF-6B16696FB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80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1" name="Text Box 16">
              <a:extLst>
                <a:ext uri="{FF2B5EF4-FFF2-40B4-BE49-F238E27FC236}">
                  <a16:creationId xmlns:a16="http://schemas.microsoft.com/office/drawing/2014/main" id="{8A6482EE-6838-C6C6-3B2E-E9B5FA191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268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2" name="Text Box 17">
              <a:extLst>
                <a:ext uri="{FF2B5EF4-FFF2-40B4-BE49-F238E27FC236}">
                  <a16:creationId xmlns:a16="http://schemas.microsoft.com/office/drawing/2014/main" id="{7D6522E0-745E-37FC-2845-4A0A7AE84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768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53" name="Text Box 18">
              <a:extLst>
                <a:ext uri="{FF2B5EF4-FFF2-40B4-BE49-F238E27FC236}">
                  <a16:creationId xmlns:a16="http://schemas.microsoft.com/office/drawing/2014/main" id="{C9FF5D98-CCDF-ACCF-54C2-B992877B5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3" y="768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54" name="Text Box 19">
              <a:extLst>
                <a:ext uri="{FF2B5EF4-FFF2-40B4-BE49-F238E27FC236}">
                  <a16:creationId xmlns:a16="http://schemas.microsoft.com/office/drawing/2014/main" id="{9A12F0B6-D84F-0FBE-8476-772E8F69E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5" y="768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5" name="Text Box 20">
              <a:extLst>
                <a:ext uri="{FF2B5EF4-FFF2-40B4-BE49-F238E27FC236}">
                  <a16:creationId xmlns:a16="http://schemas.microsoft.com/office/drawing/2014/main" id="{F6A16C69-A6FD-5ACB-0E15-7F30AA121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6" y="768"/>
              <a:ext cx="3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6" name="Text Box 21">
              <a:extLst>
                <a:ext uri="{FF2B5EF4-FFF2-40B4-BE49-F238E27FC236}">
                  <a16:creationId xmlns:a16="http://schemas.microsoft.com/office/drawing/2014/main" id="{24D41DD4-5808-4DA5-E526-D8087CC19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1118"/>
              <a:ext cx="23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7" name="Text Box 22">
              <a:extLst>
                <a:ext uri="{FF2B5EF4-FFF2-40B4-BE49-F238E27FC236}">
                  <a16:creationId xmlns:a16="http://schemas.microsoft.com/office/drawing/2014/main" id="{2CA8FAA5-0134-1619-066E-A5281CD11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1128"/>
              <a:ext cx="23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8" name="Text Box 23">
              <a:extLst>
                <a:ext uri="{FF2B5EF4-FFF2-40B4-BE49-F238E27FC236}">
                  <a16:creationId xmlns:a16="http://schemas.microsoft.com/office/drawing/2014/main" id="{999375AC-DF49-706C-03E8-C4DFD3C79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128"/>
              <a:ext cx="23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59" name="Text Box 24">
              <a:extLst>
                <a:ext uri="{FF2B5EF4-FFF2-40B4-BE49-F238E27FC236}">
                  <a16:creationId xmlns:a16="http://schemas.microsoft.com/office/drawing/2014/main" id="{020DD3BF-DC62-2201-B034-A5C15ED79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246"/>
              <a:ext cx="23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0" name="Text Box 25">
              <a:extLst>
                <a:ext uri="{FF2B5EF4-FFF2-40B4-BE49-F238E27FC236}">
                  <a16:creationId xmlns:a16="http://schemas.microsoft.com/office/drawing/2014/main" id="{3E4850AC-B8BF-C7D6-F540-841980214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6" y="2258"/>
              <a:ext cx="23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1" name="Text Box 26">
              <a:extLst>
                <a:ext uri="{FF2B5EF4-FFF2-40B4-BE49-F238E27FC236}">
                  <a16:creationId xmlns:a16="http://schemas.microsoft.com/office/drawing/2014/main" id="{7026549E-92C5-EC12-9489-E290728C2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1872"/>
              <a:ext cx="23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B95DD34E-F612-2FE3-C287-75D6FD193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536"/>
              <a:ext cx="234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</p:grpSp>
      <p:sp>
        <p:nvSpPr>
          <p:cNvPr id="63" name="AutoShape 28">
            <a:extLst>
              <a:ext uri="{FF2B5EF4-FFF2-40B4-BE49-F238E27FC236}">
                <a16:creationId xmlns:a16="http://schemas.microsoft.com/office/drawing/2014/main" id="{1153FA60-E407-7F07-F0CF-589ED52B6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3442" y="4057698"/>
            <a:ext cx="320468" cy="384562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64" name="AutoShape 30">
            <a:extLst>
              <a:ext uri="{FF2B5EF4-FFF2-40B4-BE49-F238E27FC236}">
                <a16:creationId xmlns:a16="http://schemas.microsoft.com/office/drawing/2014/main" id="{65569164-62CD-51B1-561B-C358E9C24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32" y="3044533"/>
            <a:ext cx="384562" cy="897313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5" name="Group 31">
            <a:extLst>
              <a:ext uri="{FF2B5EF4-FFF2-40B4-BE49-F238E27FC236}">
                <a16:creationId xmlns:a16="http://schemas.microsoft.com/office/drawing/2014/main" id="{1E4DC2C8-6B73-2144-DB47-59B9C9973F9C}"/>
              </a:ext>
            </a:extLst>
          </p:cNvPr>
          <p:cNvGrpSpPr>
            <a:grpSpLocks/>
          </p:cNvGrpSpPr>
          <p:nvPr/>
        </p:nvGrpSpPr>
        <p:grpSpPr bwMode="auto">
          <a:xfrm>
            <a:off x="7277247" y="4573867"/>
            <a:ext cx="2342089" cy="384562"/>
            <a:chOff x="3792" y="3840"/>
            <a:chExt cx="1754" cy="288"/>
          </a:xfrm>
        </p:grpSpPr>
        <p:sp>
          <p:nvSpPr>
            <p:cNvPr id="66" name="AutoShape 32">
              <a:extLst>
                <a:ext uri="{FF2B5EF4-FFF2-40B4-BE49-F238E27FC236}">
                  <a16:creationId xmlns:a16="http://schemas.microsoft.com/office/drawing/2014/main" id="{4243AB1A-6873-C640-07D3-84AC638CE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840"/>
              <a:ext cx="384" cy="288"/>
            </a:xfrm>
            <a:prstGeom prst="flowChartDelay">
              <a:avLst/>
            </a:prstGeom>
            <a:noFill/>
            <a:ln w="28575">
              <a:solidFill>
                <a:srgbClr val="034A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67" name="AutoShape 33">
              <a:extLst>
                <a:ext uri="{FF2B5EF4-FFF2-40B4-BE49-F238E27FC236}">
                  <a16:creationId xmlns:a16="http://schemas.microsoft.com/office/drawing/2014/main" id="{38D70EF6-5CFA-CB61-BEFF-E4E24A05DA9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162" y="3840"/>
              <a:ext cx="384" cy="288"/>
            </a:xfrm>
            <a:prstGeom prst="flowChartDelay">
              <a:avLst/>
            </a:prstGeom>
            <a:noFill/>
            <a:ln w="28575">
              <a:solidFill>
                <a:srgbClr val="034A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</p:grpSp>
      <p:sp>
        <p:nvSpPr>
          <p:cNvPr id="68" name="AutoShape 35">
            <a:extLst>
              <a:ext uri="{FF2B5EF4-FFF2-40B4-BE49-F238E27FC236}">
                <a16:creationId xmlns:a16="http://schemas.microsoft.com/office/drawing/2014/main" id="{722BE9F9-F2E3-3A40-DBE7-03795371E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663" y="3060988"/>
            <a:ext cx="961405" cy="38456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ED7D3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69" name="Line 36">
            <a:extLst>
              <a:ext uri="{FF2B5EF4-FFF2-40B4-BE49-F238E27FC236}">
                <a16:creationId xmlns:a16="http://schemas.microsoft.com/office/drawing/2014/main" id="{FCDC560B-D13A-115D-C744-0F72C3981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4452" y="4600561"/>
            <a:ext cx="1598383" cy="1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/>
          <a:lstStyle/>
          <a:p>
            <a:endParaRPr lang="zh-CN" altLang="en-US" sz="2000"/>
          </a:p>
        </p:txBody>
      </p:sp>
      <p:grpSp>
        <p:nvGrpSpPr>
          <p:cNvPr id="70" name="Group 47">
            <a:extLst>
              <a:ext uri="{FF2B5EF4-FFF2-40B4-BE49-F238E27FC236}">
                <a16:creationId xmlns:a16="http://schemas.microsoft.com/office/drawing/2014/main" id="{B1865F0F-7DD4-1773-BB9C-876F06017E11}"/>
              </a:ext>
            </a:extLst>
          </p:cNvPr>
          <p:cNvGrpSpPr>
            <a:grpSpLocks/>
          </p:cNvGrpSpPr>
          <p:nvPr/>
        </p:nvGrpSpPr>
        <p:grpSpPr bwMode="auto">
          <a:xfrm>
            <a:off x="8335665" y="4021491"/>
            <a:ext cx="2816117" cy="400586"/>
            <a:chOff x="2736" y="1609"/>
            <a:chExt cx="2109" cy="300"/>
          </a:xfrm>
        </p:grpSpPr>
        <p:sp>
          <p:nvSpPr>
            <p:cNvPr id="71" name="Line 44">
              <a:extLst>
                <a:ext uri="{FF2B5EF4-FFF2-40B4-BE49-F238E27FC236}">
                  <a16:creationId xmlns:a16="http://schemas.microsoft.com/office/drawing/2014/main" id="{03A916E6-985C-2442-D329-B3EFE263B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775"/>
              <a:ext cx="13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45">
                  <a:extLst>
                    <a:ext uri="{FF2B5EF4-FFF2-40B4-BE49-F238E27FC236}">
                      <a16:creationId xmlns:a16="http://schemas.microsoft.com/office/drawing/2014/main" id="{3A6ADB10-BE16-FBB5-0E93-20B8CEBBA9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8" y="1609"/>
                  <a:ext cx="717" cy="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𝑨𝑩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𝑪</m:t>
                            </m:r>
                          </m:e>
                        </m:acc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𝑫</m:t>
                        </m:r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9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28" y="1609"/>
                  <a:ext cx="717" cy="300"/>
                </a:xfrm>
                <a:prstGeom prst="rect">
                  <a:avLst/>
                </a:prstGeom>
                <a:blipFill>
                  <a:blip r:embed="rId5"/>
                  <a:stretch>
                    <a:fillRect r="-1210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Group 66">
            <a:extLst>
              <a:ext uri="{FF2B5EF4-FFF2-40B4-BE49-F238E27FC236}">
                <a16:creationId xmlns:a16="http://schemas.microsoft.com/office/drawing/2014/main" id="{B8D50B2A-0227-8C7C-C3C9-29FFE6A7041E}"/>
              </a:ext>
            </a:extLst>
          </p:cNvPr>
          <p:cNvGrpSpPr>
            <a:grpSpLocks/>
          </p:cNvGrpSpPr>
          <p:nvPr/>
        </p:nvGrpSpPr>
        <p:grpSpPr bwMode="auto">
          <a:xfrm>
            <a:off x="9008550" y="3089018"/>
            <a:ext cx="1985567" cy="400586"/>
            <a:chOff x="3216" y="844"/>
            <a:chExt cx="1487" cy="300"/>
          </a:xfrm>
        </p:grpSpPr>
        <p:sp>
          <p:nvSpPr>
            <p:cNvPr id="74" name="Line 49">
              <a:extLst>
                <a:ext uri="{FF2B5EF4-FFF2-40B4-BE49-F238E27FC236}">
                  <a16:creationId xmlns:a16="http://schemas.microsoft.com/office/drawing/2014/main" id="{61FBE9D0-8EED-8DEB-1D5A-89196EAB7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1008"/>
              <a:ext cx="912" cy="0"/>
            </a:xfrm>
            <a:prstGeom prst="line">
              <a:avLst/>
            </a:prstGeom>
            <a:noFill/>
            <a:ln w="19050">
              <a:solidFill>
                <a:srgbClr val="034A9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50">
                  <a:extLst>
                    <a:ext uri="{FF2B5EF4-FFF2-40B4-BE49-F238E27FC236}">
                      <a16:creationId xmlns:a16="http://schemas.microsoft.com/office/drawing/2014/main" id="{DBDC98B0-8875-63A1-92BA-939756255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5" y="844"/>
                  <a:ext cx="578" cy="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𝑨</m:t>
                            </m:r>
                          </m:e>
                        </m:acc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𝑪𝑫</m:t>
                        </m:r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43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25" y="844"/>
                  <a:ext cx="578" cy="3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Group 67">
            <a:extLst>
              <a:ext uri="{FF2B5EF4-FFF2-40B4-BE49-F238E27FC236}">
                <a16:creationId xmlns:a16="http://schemas.microsoft.com/office/drawing/2014/main" id="{D125AF9D-45B6-7301-CC0F-47B840B296CD}"/>
              </a:ext>
            </a:extLst>
          </p:cNvPr>
          <p:cNvGrpSpPr>
            <a:grpSpLocks/>
          </p:cNvGrpSpPr>
          <p:nvPr/>
        </p:nvGrpSpPr>
        <p:grpSpPr bwMode="auto">
          <a:xfrm>
            <a:off x="7457522" y="4910886"/>
            <a:ext cx="3395633" cy="574171"/>
            <a:chOff x="2160" y="2160"/>
            <a:chExt cx="2543" cy="430"/>
          </a:xfrm>
        </p:grpSpPr>
        <p:sp>
          <p:nvSpPr>
            <p:cNvPr id="77" name="Line 52">
              <a:extLst>
                <a:ext uri="{FF2B5EF4-FFF2-40B4-BE49-F238E27FC236}">
                  <a16:creationId xmlns:a16="http://schemas.microsoft.com/office/drawing/2014/main" id="{59D23D7E-18A2-FBBA-A243-EB105151E9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92" y="2160"/>
              <a:ext cx="336" cy="288"/>
            </a:xfrm>
            <a:prstGeom prst="line">
              <a:avLst/>
            </a:prstGeom>
            <a:noFill/>
            <a:ln w="19050">
              <a:solidFill>
                <a:srgbClr val="034A9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78" name="Line 54">
              <a:extLst>
                <a:ext uri="{FF2B5EF4-FFF2-40B4-BE49-F238E27FC236}">
                  <a16:creationId xmlns:a16="http://schemas.microsoft.com/office/drawing/2014/main" id="{CE135CCB-2F10-5C4D-2CEB-7FE7419D3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448"/>
              <a:ext cx="1968" cy="0"/>
            </a:xfrm>
            <a:prstGeom prst="line">
              <a:avLst/>
            </a:prstGeom>
            <a:noFill/>
            <a:ln w="19050">
              <a:solidFill>
                <a:srgbClr val="034A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79" name="Line 55">
              <a:extLst>
                <a:ext uri="{FF2B5EF4-FFF2-40B4-BE49-F238E27FC236}">
                  <a16:creationId xmlns:a16="http://schemas.microsoft.com/office/drawing/2014/main" id="{50AD8336-7E9D-FBB7-8F25-F1A4FDE917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208"/>
              <a:ext cx="0" cy="240"/>
            </a:xfrm>
            <a:prstGeom prst="line">
              <a:avLst/>
            </a:prstGeom>
            <a:noFill/>
            <a:ln w="19050">
              <a:solidFill>
                <a:srgbClr val="034A9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56">
                  <a:extLst>
                    <a:ext uri="{FF2B5EF4-FFF2-40B4-BE49-F238E27FC236}">
                      <a16:creationId xmlns:a16="http://schemas.microsoft.com/office/drawing/2014/main" id="{CBF22233-9D26-ECC0-27C9-84E48C38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6" y="2290"/>
                  <a:ext cx="597" cy="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𝑨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𝑩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𝑫</m:t>
                            </m:r>
                          </m:e>
                        </m:acc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80" name="Rectangle 56">
                  <a:extLst>
                    <a:ext uri="{FF2B5EF4-FFF2-40B4-BE49-F238E27FC236}">
                      <a16:creationId xmlns:a16="http://schemas.microsoft.com/office/drawing/2014/main" id="{CBF22233-9D26-ECC0-27C9-84E48C3866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06" y="2290"/>
                  <a:ext cx="597" cy="300"/>
                </a:xfrm>
                <a:prstGeom prst="rect">
                  <a:avLst/>
                </a:prstGeom>
                <a:blipFill>
                  <a:blip r:embed="rId7"/>
                  <a:stretch>
                    <a:fillRect r="-3692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68">
            <a:extLst>
              <a:ext uri="{FF2B5EF4-FFF2-40B4-BE49-F238E27FC236}">
                <a16:creationId xmlns:a16="http://schemas.microsoft.com/office/drawing/2014/main" id="{86F46126-5A47-AE16-0BDE-209F9B0955A8}"/>
              </a:ext>
            </a:extLst>
          </p:cNvPr>
          <p:cNvGrpSpPr>
            <a:grpSpLocks/>
          </p:cNvGrpSpPr>
          <p:nvPr/>
        </p:nvGrpSpPr>
        <p:grpSpPr bwMode="auto">
          <a:xfrm>
            <a:off x="7742499" y="2282503"/>
            <a:ext cx="3251425" cy="777138"/>
            <a:chOff x="2304" y="330"/>
            <a:chExt cx="2435" cy="582"/>
          </a:xfrm>
        </p:grpSpPr>
        <p:sp>
          <p:nvSpPr>
            <p:cNvPr id="82" name="Line 59">
              <a:extLst>
                <a:ext uri="{FF2B5EF4-FFF2-40B4-BE49-F238E27FC236}">
                  <a16:creationId xmlns:a16="http://schemas.microsoft.com/office/drawing/2014/main" id="{7AA6F33C-09DB-FDE8-9951-E85A864F0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432"/>
              <a:ext cx="0" cy="480"/>
            </a:xfrm>
            <a:prstGeom prst="line">
              <a:avLst/>
            </a:prstGeom>
            <a:noFill/>
            <a:ln w="19050">
              <a:solidFill>
                <a:srgbClr val="ED7D3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83" name="Line 60">
              <a:extLst>
                <a:ext uri="{FF2B5EF4-FFF2-40B4-BE49-F238E27FC236}">
                  <a16:creationId xmlns:a16="http://schemas.microsoft.com/office/drawing/2014/main" id="{53418E6F-AFAF-15DE-EF79-A4708422D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432"/>
              <a:ext cx="1824" cy="0"/>
            </a:xfrm>
            <a:prstGeom prst="line">
              <a:avLst/>
            </a:prstGeom>
            <a:noFill/>
            <a:ln w="19050">
              <a:solidFill>
                <a:srgbClr val="ED7D3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61">
                  <a:extLst>
                    <a:ext uri="{FF2B5EF4-FFF2-40B4-BE49-F238E27FC236}">
                      <a16:creationId xmlns:a16="http://schemas.microsoft.com/office/drawing/2014/main" id="{9278646D-9B82-766B-8562-6D7632B844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66" y="330"/>
                  <a:ext cx="573" cy="30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𝑨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𝑩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𝑪</m:t>
                            </m:r>
                          </m:e>
                        </m:acc>
                      </m:oMath>
                    </m:oMathPara>
                  </a14:m>
                  <a:endParaRPr lang="en-US" altLang="zh-CN" sz="2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84" name="Rectangle 61">
                  <a:extLst>
                    <a:ext uri="{FF2B5EF4-FFF2-40B4-BE49-F238E27FC236}">
                      <a16:creationId xmlns:a16="http://schemas.microsoft.com/office/drawing/2014/main" id="{9278646D-9B82-766B-8562-6D7632B844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66" y="330"/>
                  <a:ext cx="573" cy="300"/>
                </a:xfrm>
                <a:prstGeom prst="rect">
                  <a:avLst/>
                </a:prstGeom>
                <a:blipFill>
                  <a:blip r:embed="rId8"/>
                  <a:stretch>
                    <a:fillRect r="-39200"/>
                  </a:stretch>
                </a:blipFill>
                <a:ln w="19050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EAB88F50-8680-5FCE-BBE1-446A73BD9530}"/>
              </a:ext>
            </a:extLst>
          </p:cNvPr>
          <p:cNvSpPr txBox="1"/>
          <p:nvPr/>
        </p:nvSpPr>
        <p:spPr>
          <a:xfrm>
            <a:off x="3366703" y="2507655"/>
            <a:ext cx="1976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000" b="1" baseline="-25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B24794C-6BA9-791A-81A0-4F05B778F332}"/>
              </a:ext>
            </a:extLst>
          </p:cNvPr>
          <p:cNvSpPr txBox="1"/>
          <p:nvPr/>
        </p:nvSpPr>
        <p:spPr>
          <a:xfrm>
            <a:off x="3846473" y="4303855"/>
            <a:ext cx="899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b="1" baseline="-25000" dirty="0" err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b="1" dirty="0" err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000" b="1" baseline="-25000" dirty="0" err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baseline="-25000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885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64" grpId="0" animBg="1"/>
      <p:bldP spid="68" grpId="0" animBg="1"/>
      <p:bldP spid="85" grpId="0"/>
      <p:bldP spid="8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D9D8B-D545-5E53-4515-B8C28DAF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7577A10-8718-BFAE-61E3-038BC6A7624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一种特殊情况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0CD220B5-A79A-BDCD-1AAD-D254E6889692}"/>
              </a:ext>
            </a:extLst>
          </p:cNvPr>
          <p:cNvGrpSpPr>
            <a:grpSpLocks/>
          </p:cNvGrpSpPr>
          <p:nvPr/>
        </p:nvGrpSpPr>
        <p:grpSpPr bwMode="auto">
          <a:xfrm>
            <a:off x="3485320" y="1817636"/>
            <a:ext cx="1981200" cy="2743200"/>
            <a:chOff x="432" y="1248"/>
            <a:chExt cx="1248" cy="1728"/>
          </a:xfrm>
        </p:grpSpPr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8C9916D4-675C-24EE-05BB-DD7CE1E94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29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4" name="Line 5">
              <a:extLst>
                <a:ext uri="{FF2B5EF4-FFF2-40B4-BE49-F238E27FC236}">
                  <a16:creationId xmlns:a16="http://schemas.microsoft.com/office/drawing/2014/main" id="{5C1D531E-F4D7-C71E-2193-67C856C3F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DEB76359-2A80-084B-D1BD-5496463FF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97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20074E88-9BCF-7A8C-140F-3F5813967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0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FAE09305-24A6-6AB2-A07D-5213658AA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96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69CD4AC4-560E-24E7-CD78-71B64E1F2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6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49AFF977-1043-AA2B-AF6C-3A8933C6C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84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645A612C-CCE2-0FBF-C64B-0AD7133CF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84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3A217C46-9610-4F24-63FF-F80634274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A660984E-1086-D956-2180-8450DA259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92"/>
              <a:ext cx="3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64BBE946-4C83-FD1C-8FED-0B2F3E716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248"/>
              <a:ext cx="2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14" name="Text Box 18">
              <a:extLst>
                <a:ext uri="{FF2B5EF4-FFF2-40B4-BE49-F238E27FC236}">
                  <a16:creationId xmlns:a16="http://schemas.microsoft.com/office/drawing/2014/main" id="{B72A8259-5E18-69F3-7E29-886055BE7B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680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DC074518-715D-A4A2-4B37-985B7E8BB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016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6D93EFD1-BB27-0A52-503A-82138045D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352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17" name="Text Box 22">
              <a:extLst>
                <a:ext uri="{FF2B5EF4-FFF2-40B4-BE49-F238E27FC236}">
                  <a16:creationId xmlns:a16="http://schemas.microsoft.com/office/drawing/2014/main" id="{3CB3D778-D61C-685D-CF12-2583ECEBF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88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18" name="Text Box 23">
              <a:extLst>
                <a:ext uri="{FF2B5EF4-FFF2-40B4-BE49-F238E27FC236}">
                  <a16:creationId xmlns:a16="http://schemas.microsoft.com/office/drawing/2014/main" id="{F9F0781A-4B69-9037-087E-E6F9143E4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344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A083D065-78C3-AF8C-A561-12A829612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344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F003F829-86A1-3118-10CC-A8BA66001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016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3399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1" name="Text Box 26">
              <a:extLst>
                <a:ext uri="{FF2B5EF4-FFF2-40B4-BE49-F238E27FC236}">
                  <a16:creationId xmlns:a16="http://schemas.microsoft.com/office/drawing/2014/main" id="{8E0378F3-CCD1-9CB1-DEF3-85C61DCD6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352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3399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2" name="Text Box 27">
              <a:extLst>
                <a:ext uri="{FF2B5EF4-FFF2-40B4-BE49-F238E27FC236}">
                  <a16:creationId xmlns:a16="http://schemas.microsoft.com/office/drawing/2014/main" id="{F99EE785-8201-8EE6-7A5E-BF51E8397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88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3" name="Text Box 28">
              <a:extLst>
                <a:ext uri="{FF2B5EF4-FFF2-40B4-BE49-F238E27FC236}">
                  <a16:creationId xmlns:a16="http://schemas.microsoft.com/office/drawing/2014/main" id="{C65410BA-DC8E-0C95-471B-183D6AA50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680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Text Box 29">
              <a:extLst>
                <a:ext uri="{FF2B5EF4-FFF2-40B4-BE49-F238E27FC236}">
                  <a16:creationId xmlns:a16="http://schemas.microsoft.com/office/drawing/2014/main" id="{B898AA8E-91EC-005F-C215-F8066682A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016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5" name="Text Box 30">
              <a:extLst>
                <a:ext uri="{FF2B5EF4-FFF2-40B4-BE49-F238E27FC236}">
                  <a16:creationId xmlns:a16="http://schemas.microsoft.com/office/drawing/2014/main" id="{DF3DD565-B606-1AF9-C525-3E7F92899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688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26" name="Group 32">
            <a:extLst>
              <a:ext uri="{FF2B5EF4-FFF2-40B4-BE49-F238E27FC236}">
                <a16:creationId xmlns:a16="http://schemas.microsoft.com/office/drawing/2014/main" id="{12025FCA-8223-B3D1-5E6C-A1A304F89F2D}"/>
              </a:ext>
            </a:extLst>
          </p:cNvPr>
          <p:cNvGrpSpPr>
            <a:grpSpLocks/>
          </p:cNvGrpSpPr>
          <p:nvPr/>
        </p:nvGrpSpPr>
        <p:grpSpPr bwMode="auto">
          <a:xfrm>
            <a:off x="6761920" y="1817636"/>
            <a:ext cx="1981200" cy="2743200"/>
            <a:chOff x="432" y="1248"/>
            <a:chExt cx="1248" cy="1728"/>
          </a:xfrm>
        </p:grpSpPr>
        <p:sp>
          <p:nvSpPr>
            <p:cNvPr id="28" name="Line 33">
              <a:extLst>
                <a:ext uri="{FF2B5EF4-FFF2-40B4-BE49-F238E27FC236}">
                  <a16:creationId xmlns:a16="http://schemas.microsoft.com/office/drawing/2014/main" id="{0F0278ED-D0AD-8F15-A416-4DD9AA153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296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895CFD61-0697-BF04-65B4-317D98DDD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D02938EA-E538-0A2F-B4FA-65BFFC8E5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97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1" name="Line 36">
              <a:extLst>
                <a:ext uri="{FF2B5EF4-FFF2-40B4-BE49-F238E27FC236}">
                  <a16:creationId xmlns:a16="http://schemas.microsoft.com/office/drawing/2014/main" id="{3CED918C-E84F-3F3F-757F-053A50E71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30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2" name="Line 37">
              <a:extLst>
                <a:ext uri="{FF2B5EF4-FFF2-40B4-BE49-F238E27FC236}">
                  <a16:creationId xmlns:a16="http://schemas.microsoft.com/office/drawing/2014/main" id="{42CEB401-6CE9-7F1D-AA6C-CF2960A47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96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3" name="Line 38">
              <a:extLst>
                <a:ext uri="{FF2B5EF4-FFF2-40B4-BE49-F238E27FC236}">
                  <a16:creationId xmlns:a16="http://schemas.microsoft.com/office/drawing/2014/main" id="{66E2AB04-54A2-80C3-7B2D-7DF17471F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6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4" name="Line 39">
              <a:extLst>
                <a:ext uri="{FF2B5EF4-FFF2-40B4-BE49-F238E27FC236}">
                  <a16:creationId xmlns:a16="http://schemas.microsoft.com/office/drawing/2014/main" id="{380A2FD5-1BFC-B5A1-783E-6704B286A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84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5" name="Line 40">
              <a:extLst>
                <a:ext uri="{FF2B5EF4-FFF2-40B4-BE49-F238E27FC236}">
                  <a16:creationId xmlns:a16="http://schemas.microsoft.com/office/drawing/2014/main" id="{70806DE9-01A8-637A-4520-4A9AB2DFE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84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6" name="Line 41">
              <a:extLst>
                <a:ext uri="{FF2B5EF4-FFF2-40B4-BE49-F238E27FC236}">
                  <a16:creationId xmlns:a16="http://schemas.microsoft.com/office/drawing/2014/main" id="{B2CA778A-064E-3FB6-27C6-A510F3A36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 sz="1600"/>
            </a:p>
          </p:txBody>
        </p:sp>
        <p:sp>
          <p:nvSpPr>
            <p:cNvPr id="37" name="Text Box 42">
              <a:extLst>
                <a:ext uri="{FF2B5EF4-FFF2-40B4-BE49-F238E27FC236}">
                  <a16:creationId xmlns:a16="http://schemas.microsoft.com/office/drawing/2014/main" id="{BDA9EF80-2426-84F8-C0E6-96BE35062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392"/>
              <a:ext cx="3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38" name="Text Box 43">
              <a:extLst>
                <a:ext uri="{FF2B5EF4-FFF2-40B4-BE49-F238E27FC236}">
                  <a16:creationId xmlns:a16="http://schemas.microsoft.com/office/drawing/2014/main" id="{111B345D-37CF-5CE6-3193-B846DFC51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248"/>
              <a:ext cx="2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</a:p>
          </p:txBody>
        </p:sp>
        <p:sp>
          <p:nvSpPr>
            <p:cNvPr id="39" name="Text Box 44">
              <a:extLst>
                <a:ext uri="{FF2B5EF4-FFF2-40B4-BE49-F238E27FC236}">
                  <a16:creationId xmlns:a16="http://schemas.microsoft.com/office/drawing/2014/main" id="{B291A279-8B9A-DED6-0928-6EF5E6AB0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680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40" name="Text Box 45">
              <a:extLst>
                <a:ext uri="{FF2B5EF4-FFF2-40B4-BE49-F238E27FC236}">
                  <a16:creationId xmlns:a16="http://schemas.microsoft.com/office/drawing/2014/main" id="{94A2BC8A-8798-97F1-A718-36BA0217B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016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41" name="Text Box 46">
              <a:extLst>
                <a:ext uri="{FF2B5EF4-FFF2-40B4-BE49-F238E27FC236}">
                  <a16:creationId xmlns:a16="http://schemas.microsoft.com/office/drawing/2014/main" id="{14FDEF36-5633-151F-F135-4CA6FDC14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352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42" name="Text Box 47">
              <a:extLst>
                <a:ext uri="{FF2B5EF4-FFF2-40B4-BE49-F238E27FC236}">
                  <a16:creationId xmlns:a16="http://schemas.microsoft.com/office/drawing/2014/main" id="{DEA444ED-53B7-168D-6A59-D59047F05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88"/>
              <a:ext cx="3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43" name="Text Box 48">
              <a:extLst>
                <a:ext uri="{FF2B5EF4-FFF2-40B4-BE49-F238E27FC236}">
                  <a16:creationId xmlns:a16="http://schemas.microsoft.com/office/drawing/2014/main" id="{320914D7-FDA3-1276-626C-78A518A92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344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44" name="Text Box 49">
              <a:extLst>
                <a:ext uri="{FF2B5EF4-FFF2-40B4-BE49-F238E27FC236}">
                  <a16:creationId xmlns:a16="http://schemas.microsoft.com/office/drawing/2014/main" id="{064E168A-3D6A-2305-4966-12B2A99A2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344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5" name="Text Box 50">
              <a:extLst>
                <a:ext uri="{FF2B5EF4-FFF2-40B4-BE49-F238E27FC236}">
                  <a16:creationId xmlns:a16="http://schemas.microsoft.com/office/drawing/2014/main" id="{672738A0-377C-7459-4BB3-66F5132F8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016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6" name="Text Box 51">
              <a:extLst>
                <a:ext uri="{FF2B5EF4-FFF2-40B4-BE49-F238E27FC236}">
                  <a16:creationId xmlns:a16="http://schemas.microsoft.com/office/drawing/2014/main" id="{BE905CE6-E92D-DB55-EF8D-61054A55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352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7" name="Text Box 52">
              <a:extLst>
                <a:ext uri="{FF2B5EF4-FFF2-40B4-BE49-F238E27FC236}">
                  <a16:creationId xmlns:a16="http://schemas.microsoft.com/office/drawing/2014/main" id="{4A536590-FE33-E7BD-6222-3B03C9271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688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8" name="Text Box 53">
              <a:extLst>
                <a:ext uri="{FF2B5EF4-FFF2-40B4-BE49-F238E27FC236}">
                  <a16:creationId xmlns:a16="http://schemas.microsoft.com/office/drawing/2014/main" id="{C9A64331-8389-4AD6-3313-7DAD7CCFB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680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49" name="Text Box 54">
              <a:extLst>
                <a:ext uri="{FF2B5EF4-FFF2-40B4-BE49-F238E27FC236}">
                  <a16:creationId xmlns:a16="http://schemas.microsoft.com/office/drawing/2014/main" id="{0C5C6C6C-3A7E-2F14-2C1D-E7CAC7C5C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016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0" name="Text Box 55">
              <a:extLst>
                <a:ext uri="{FF2B5EF4-FFF2-40B4-BE49-F238E27FC236}">
                  <a16:creationId xmlns:a16="http://schemas.microsoft.com/office/drawing/2014/main" id="{DB865BE2-6923-BD1A-9389-68F2F831C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688"/>
              <a:ext cx="21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51" name="AutoShape 56">
            <a:extLst>
              <a:ext uri="{FF2B5EF4-FFF2-40B4-BE49-F238E27FC236}">
                <a16:creationId xmlns:a16="http://schemas.microsoft.com/office/drawing/2014/main" id="{DC6CB8E5-41D2-5F64-9606-1AFC3DF29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3520" y="3036836"/>
            <a:ext cx="457200" cy="9144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A251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/>
          </a:p>
        </p:txBody>
      </p:sp>
      <p:sp>
        <p:nvSpPr>
          <p:cNvPr id="52" name="AutoShape 57">
            <a:extLst>
              <a:ext uri="{FF2B5EF4-FFF2-40B4-BE49-F238E27FC236}">
                <a16:creationId xmlns:a16="http://schemas.microsoft.com/office/drawing/2014/main" id="{0FE834EA-25F3-98A1-586E-07F102BFD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120" y="2503436"/>
            <a:ext cx="457200" cy="9144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A251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/>
          </a:p>
        </p:txBody>
      </p:sp>
      <p:sp>
        <p:nvSpPr>
          <p:cNvPr id="53" name="AutoShape 58">
            <a:extLst>
              <a:ext uri="{FF2B5EF4-FFF2-40B4-BE49-F238E27FC236}">
                <a16:creationId xmlns:a16="http://schemas.microsoft.com/office/drawing/2014/main" id="{EDD29099-E793-B905-621B-F5808A87B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3520" y="4103636"/>
            <a:ext cx="1066800" cy="3810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A251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/>
          </a:p>
        </p:txBody>
      </p:sp>
      <p:sp>
        <p:nvSpPr>
          <p:cNvPr id="54" name="AutoShape 59">
            <a:extLst>
              <a:ext uri="{FF2B5EF4-FFF2-40B4-BE49-F238E27FC236}">
                <a16:creationId xmlns:a16="http://schemas.microsoft.com/office/drawing/2014/main" id="{D0FD03D6-0E6E-52E8-BDBC-415A21364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0120" y="3036836"/>
            <a:ext cx="1066800" cy="3810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A251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/>
          </a:p>
        </p:txBody>
      </p:sp>
      <p:sp>
        <p:nvSpPr>
          <p:cNvPr id="55" name="AutoShape 60">
            <a:extLst>
              <a:ext uri="{FF2B5EF4-FFF2-40B4-BE49-F238E27FC236}">
                <a16:creationId xmlns:a16="http://schemas.microsoft.com/office/drawing/2014/main" id="{0FE90654-32E3-2CBD-D2D0-5F0416EF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0120" y="3570236"/>
            <a:ext cx="457200" cy="9144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A251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400"/>
          </a:p>
        </p:txBody>
      </p:sp>
      <p:grpSp>
        <p:nvGrpSpPr>
          <p:cNvPr id="56" name="Group 62">
            <a:extLst>
              <a:ext uri="{FF2B5EF4-FFF2-40B4-BE49-F238E27FC236}">
                <a16:creationId xmlns:a16="http://schemas.microsoft.com/office/drawing/2014/main" id="{55A051B8-3735-6ADB-3981-E2769F2DD78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395401" y="3256264"/>
            <a:ext cx="2085855" cy="457200"/>
            <a:chOff x="3869" y="3840"/>
            <a:chExt cx="1767" cy="288"/>
          </a:xfrm>
        </p:grpSpPr>
        <p:sp>
          <p:nvSpPr>
            <p:cNvPr id="57" name="AutoShape 63">
              <a:extLst>
                <a:ext uri="{FF2B5EF4-FFF2-40B4-BE49-F238E27FC236}">
                  <a16:creationId xmlns:a16="http://schemas.microsoft.com/office/drawing/2014/main" id="{66FF0252-89FB-FA09-111A-025096833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" y="3840"/>
              <a:ext cx="384" cy="288"/>
            </a:xfrm>
            <a:prstGeom prst="flowChartDelay">
              <a:avLst/>
            </a:prstGeom>
            <a:noFill/>
            <a:ln w="19050">
              <a:solidFill>
                <a:srgbClr val="99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/>
            </a:p>
          </p:txBody>
        </p:sp>
        <p:sp>
          <p:nvSpPr>
            <p:cNvPr id="58" name="AutoShape 64">
              <a:extLst>
                <a:ext uri="{FF2B5EF4-FFF2-40B4-BE49-F238E27FC236}">
                  <a16:creationId xmlns:a16="http://schemas.microsoft.com/office/drawing/2014/main" id="{0B280AC0-9D7E-FE1F-F3C6-E2C2D09ACC9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252" y="3840"/>
              <a:ext cx="384" cy="288"/>
            </a:xfrm>
            <a:prstGeom prst="flowChartDelay">
              <a:avLst/>
            </a:prstGeom>
            <a:noFill/>
            <a:ln w="19050">
              <a:solidFill>
                <a:srgbClr val="99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65">
                <a:extLst>
                  <a:ext uri="{FF2B5EF4-FFF2-40B4-BE49-F238E27FC236}">
                    <a16:creationId xmlns:a16="http://schemas.microsoft.com/office/drawing/2014/main" id="{85A1045F-74B0-70D7-8BC9-C6D515EB5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8432" y="4855729"/>
                <a:ext cx="2392193" cy="400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kumimoji="0"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2000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zh-CN" sz="2000" i="1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acc>
                        <m:accPr>
                          <m:chr m:val="̅"/>
                          <m:ctrlPr>
                            <a:rPr kumimoji="0" lang="en-US" altLang="zh-CN" sz="2000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2000" i="1">
                              <a:solidFill>
                                <a:srgbClr val="339933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0"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kumimoji="0"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0"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Text Box 65">
                <a:extLst>
                  <a:ext uri="{FF2B5EF4-FFF2-40B4-BE49-F238E27FC236}">
                    <a16:creationId xmlns:a16="http://schemas.microsoft.com/office/drawing/2014/main" id="{85A1045F-74B0-70D7-8BC9-C6D515EB5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8432" y="4855729"/>
                <a:ext cx="2392193" cy="400815"/>
              </a:xfrm>
              <a:prstGeom prst="rect">
                <a:avLst/>
              </a:prstGeom>
              <a:blipFill>
                <a:blip r:embed="rId4"/>
                <a:stretch>
                  <a:fillRect r="-68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66">
                <a:extLst>
                  <a:ext uri="{FF2B5EF4-FFF2-40B4-BE49-F238E27FC236}">
                    <a16:creationId xmlns:a16="http://schemas.microsoft.com/office/drawing/2014/main" id="{1E66F8F8-76B7-0206-313B-7CA0CCA492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39721" y="4850050"/>
                <a:ext cx="2392193" cy="400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kumimoji="0"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0"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kumimoji="0" lang="en-US" altLang="zh-C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0" lang="en-US" altLang="zh-CN" sz="2000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̅"/>
                          <m:ctrlPr>
                            <a:rPr kumimoji="0"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0" lang="en-US" altLang="zh-CN" sz="2000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acc>
                    </m:oMath>
                  </m:oMathPara>
                </a14:m>
                <a:endParaRPr kumimoji="0" lang="en-US" altLang="zh-CN" sz="20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Text Box 66">
                <a:extLst>
                  <a:ext uri="{FF2B5EF4-FFF2-40B4-BE49-F238E27FC236}">
                    <a16:creationId xmlns:a16="http://schemas.microsoft.com/office/drawing/2014/main" id="{1E66F8F8-76B7-0206-313B-7CA0CCA49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9721" y="4850050"/>
                <a:ext cx="2392193" cy="400815"/>
              </a:xfrm>
              <a:prstGeom prst="rect">
                <a:avLst/>
              </a:prstGeom>
              <a:blipFill>
                <a:blip r:embed="rId5"/>
                <a:stretch>
                  <a:fillRect r="-137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Box 77">
            <a:extLst>
              <a:ext uri="{FF2B5EF4-FFF2-40B4-BE49-F238E27FC236}">
                <a16:creationId xmlns:a16="http://schemas.microsoft.com/office/drawing/2014/main" id="{86E44E6E-6264-2E0A-1C57-703A461FB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075" y="5440539"/>
            <a:ext cx="37978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得到两种化简结果，都是最简的</a:t>
            </a:r>
          </a:p>
        </p:txBody>
      </p:sp>
    </p:spTree>
    <p:extLst>
      <p:ext uri="{BB962C8B-B14F-4D97-AF65-F5344CB8AC3E}">
        <p14:creationId xmlns:p14="http://schemas.microsoft.com/office/powerpoint/2010/main" val="7777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5" grpId="0" animBg="1"/>
      <p:bldP spid="59" grpId="0"/>
      <p:bldP spid="60" grpId="0"/>
      <p:bldP spid="6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2836-BDA1-081A-0FC7-88D5F0E5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7D43489-BFD8-AAAE-629D-32D9A5C3725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化简中注意的问题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0A3E6F-3FED-7739-54B7-631B2F0C61A6}"/>
              </a:ext>
            </a:extLst>
          </p:cNvPr>
          <p:cNvSpPr txBox="1"/>
          <p:nvPr/>
        </p:nvSpPr>
        <p:spPr>
          <a:xfrm>
            <a:off x="348748" y="1277890"/>
            <a:ext cx="11497812" cy="3104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的方格必须至少被圈一次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zh-CN" altLang="en-US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每个圈中包含的相邻小方格数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必须为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的整数次幂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zh-CN" altLang="en-US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为了得到尽可能大的圈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圈与圈之间可以重叠</a:t>
            </a:r>
          </a:p>
        </p:txBody>
      </p:sp>
    </p:spTree>
    <p:extLst>
      <p:ext uri="{BB962C8B-B14F-4D97-AF65-F5344CB8AC3E}">
        <p14:creationId xmlns:p14="http://schemas.microsoft.com/office/powerpoint/2010/main" val="1406182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BCCC-9A1E-9B7E-5DD5-0331C734D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B241C8A-40E7-04C5-2A55-3245559DC45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化简中注意的问题（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cont.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EC8A68-2E4A-266D-D852-70BB1CE38CD6}"/>
              </a:ext>
            </a:extLst>
          </p:cNvPr>
          <p:cNvSpPr txBox="1"/>
          <p:nvPr/>
        </p:nvSpPr>
        <p:spPr>
          <a:xfrm>
            <a:off x="348748" y="1277890"/>
            <a:ext cx="5625332" cy="362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若某个圈中的所有标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已经完全被其它圈所覆盖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则该圈为多余的。即每个圈中至少应有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个标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方格未被其他圈覆盖</a:t>
            </a:r>
          </a:p>
        </p:txBody>
      </p:sp>
      <p:grpSp>
        <p:nvGrpSpPr>
          <p:cNvPr id="3" name="Group 39">
            <a:extLst>
              <a:ext uri="{FF2B5EF4-FFF2-40B4-BE49-F238E27FC236}">
                <a16:creationId xmlns:a16="http://schemas.microsoft.com/office/drawing/2014/main" id="{8D826911-29BA-5787-A805-5B52EC28BB30}"/>
              </a:ext>
            </a:extLst>
          </p:cNvPr>
          <p:cNvGrpSpPr>
            <a:grpSpLocks/>
          </p:cNvGrpSpPr>
          <p:nvPr/>
        </p:nvGrpSpPr>
        <p:grpSpPr bwMode="auto">
          <a:xfrm>
            <a:off x="6908897" y="1788223"/>
            <a:ext cx="3669162" cy="3009370"/>
            <a:chOff x="3206" y="2016"/>
            <a:chExt cx="2458" cy="2016"/>
          </a:xfrm>
        </p:grpSpPr>
        <p:sp>
          <p:nvSpPr>
            <p:cNvPr id="4" name="Rectangle 8">
              <a:extLst>
                <a:ext uri="{FF2B5EF4-FFF2-40B4-BE49-F238E27FC236}">
                  <a16:creationId xmlns:a16="http://schemas.microsoft.com/office/drawing/2014/main" id="{3230B73E-53F8-080F-B450-EB98ECC87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496"/>
              <a:ext cx="1872" cy="15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5" name="Line 9">
              <a:extLst>
                <a:ext uri="{FF2B5EF4-FFF2-40B4-BE49-F238E27FC236}">
                  <a16:creationId xmlns:a16="http://schemas.microsoft.com/office/drawing/2014/main" id="{5D437EFA-EC71-FB00-05E7-8C467EBEA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264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8A1620E4-607A-E104-ACBE-B2F6C4561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" y="249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7" name="Line 11">
              <a:extLst>
                <a:ext uri="{FF2B5EF4-FFF2-40B4-BE49-F238E27FC236}">
                  <a16:creationId xmlns:a16="http://schemas.microsoft.com/office/drawing/2014/main" id="{44AE424F-90E0-AF55-2E37-A45969C95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0" y="249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8" name="Line 12">
              <a:extLst>
                <a:ext uri="{FF2B5EF4-FFF2-40B4-BE49-F238E27FC236}">
                  <a16:creationId xmlns:a16="http://schemas.microsoft.com/office/drawing/2014/main" id="{EF7A378E-155E-B4B3-B76C-FA1036BE9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496"/>
              <a:ext cx="0" cy="15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Line 13">
              <a:extLst>
                <a:ext uri="{FF2B5EF4-FFF2-40B4-BE49-F238E27FC236}">
                  <a16:creationId xmlns:a16="http://schemas.microsoft.com/office/drawing/2014/main" id="{AE8A8CD8-6168-662E-F296-ECAF47E42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916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4636C81A-5EDF-1FA7-C37F-BC0C3D832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648"/>
              <a:ext cx="18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AE7C1F2C-536A-92DC-4C1C-F31DD241F5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08" y="2112"/>
              <a:ext cx="384" cy="3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3EE60551-3F33-833E-238F-098B7E51F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" y="2208"/>
              <a:ext cx="37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13" name="Text Box 17">
              <a:extLst>
                <a:ext uri="{FF2B5EF4-FFF2-40B4-BE49-F238E27FC236}">
                  <a16:creationId xmlns:a16="http://schemas.microsoft.com/office/drawing/2014/main" id="{DDDFECAF-F725-B414-F22E-A9AA0366ED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016"/>
              <a:ext cx="373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14" name="Text Box 18">
              <a:extLst>
                <a:ext uri="{FF2B5EF4-FFF2-40B4-BE49-F238E27FC236}">
                  <a16:creationId xmlns:a16="http://schemas.microsoft.com/office/drawing/2014/main" id="{C5CAEF7D-F3A0-532B-5E14-B5BA562E5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544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5FE75867-728A-56C5-69CF-38EC129DC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932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CC94A0D7-0E35-B78A-D524-1FDFE3D10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320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BB58DDEB-2048-3390-0A58-25DBBE40B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708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4ABC180A-C200-6AE2-5CB7-97560A9215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208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2487CBCF-D533-DF5C-17BB-7E2319647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2" y="2208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20" name="Text Box 24">
              <a:extLst>
                <a:ext uri="{FF2B5EF4-FFF2-40B4-BE49-F238E27FC236}">
                  <a16:creationId xmlns:a16="http://schemas.microsoft.com/office/drawing/2014/main" id="{78A0D737-11A2-8F15-9019-C9D501141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1" y="2208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21" name="Text Box 25">
              <a:extLst>
                <a:ext uri="{FF2B5EF4-FFF2-40B4-BE49-F238E27FC236}">
                  <a16:creationId xmlns:a16="http://schemas.microsoft.com/office/drawing/2014/main" id="{A38D778B-0B38-65AE-2D81-595816FA9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" y="2208"/>
              <a:ext cx="336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22" name="Text Box 26">
              <a:extLst>
                <a:ext uri="{FF2B5EF4-FFF2-40B4-BE49-F238E27FC236}">
                  <a16:creationId xmlns:a16="http://schemas.microsoft.com/office/drawing/2014/main" id="{56C75676-ED07-7B4C-55BA-57A3B7E99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2976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3" name="Text Box 27">
              <a:extLst>
                <a:ext uri="{FF2B5EF4-FFF2-40B4-BE49-F238E27FC236}">
                  <a16:creationId xmlns:a16="http://schemas.microsoft.com/office/drawing/2014/main" id="{FB8CA5CA-4BA5-2E02-D268-F5814EFA44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2976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B72C1613-2B69-F1CE-098F-7D7FABCD2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2568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99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5" name="Text Box 29">
              <a:extLst>
                <a:ext uri="{FF2B5EF4-FFF2-40B4-BE49-F238E27FC236}">
                  <a16:creationId xmlns:a16="http://schemas.microsoft.com/office/drawing/2014/main" id="{5062F863-C6CF-93F1-5058-21211332A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3686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3399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6" name="Text Box 30">
              <a:extLst>
                <a:ext uri="{FF2B5EF4-FFF2-40B4-BE49-F238E27FC236}">
                  <a16:creationId xmlns:a16="http://schemas.microsoft.com/office/drawing/2014/main" id="{719C340F-5F52-E976-29C3-3BC331F33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3324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8" name="Text Box 31">
              <a:extLst>
                <a:ext uri="{FF2B5EF4-FFF2-40B4-BE49-F238E27FC236}">
                  <a16:creationId xmlns:a16="http://schemas.microsoft.com/office/drawing/2014/main" id="{A2A0C538-E090-7A34-E84F-3EBB83418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6" y="3312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33993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9" name="Text Box 32">
              <a:extLst>
                <a:ext uri="{FF2B5EF4-FFF2-40B4-BE49-F238E27FC236}">
                  <a16:creationId xmlns:a16="http://schemas.microsoft.com/office/drawing/2014/main" id="{8712206B-BD92-EEB6-7D03-1AB046C6C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976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99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30" name="Text Box 38">
              <a:extLst>
                <a:ext uri="{FF2B5EF4-FFF2-40B4-BE49-F238E27FC236}">
                  <a16:creationId xmlns:a16="http://schemas.microsoft.com/office/drawing/2014/main" id="{AA509C2D-7402-DF88-A314-0769BE279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312"/>
              <a:ext cx="2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31" name="Group 59">
            <a:extLst>
              <a:ext uri="{FF2B5EF4-FFF2-40B4-BE49-F238E27FC236}">
                <a16:creationId xmlns:a16="http://schemas.microsoft.com/office/drawing/2014/main" id="{25600651-B33B-CF64-8B37-E91BB53CBBDC}"/>
              </a:ext>
            </a:extLst>
          </p:cNvPr>
          <p:cNvGrpSpPr>
            <a:grpSpLocks/>
          </p:cNvGrpSpPr>
          <p:nvPr/>
        </p:nvGrpSpPr>
        <p:grpSpPr bwMode="auto">
          <a:xfrm>
            <a:off x="7925951" y="2576151"/>
            <a:ext cx="2507808" cy="2149550"/>
            <a:chOff x="3888" y="2784"/>
            <a:chExt cx="1680" cy="1440"/>
          </a:xfrm>
        </p:grpSpPr>
        <p:sp>
          <p:nvSpPr>
            <p:cNvPr id="32" name="AutoShape 40">
              <a:extLst>
                <a:ext uri="{FF2B5EF4-FFF2-40B4-BE49-F238E27FC236}">
                  <a16:creationId xmlns:a16="http://schemas.microsoft.com/office/drawing/2014/main" id="{0054F219-B81B-34A4-C509-0E18F626C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784"/>
              <a:ext cx="288" cy="67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33" name="AutoShape 41">
              <a:extLst>
                <a:ext uri="{FF2B5EF4-FFF2-40B4-BE49-F238E27FC236}">
                  <a16:creationId xmlns:a16="http://schemas.microsoft.com/office/drawing/2014/main" id="{18584672-9CE1-E58B-45C0-40ED6B5F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80"/>
              <a:ext cx="768" cy="288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34" name="AutoShape 42">
              <a:extLst>
                <a:ext uri="{FF2B5EF4-FFF2-40B4-BE49-F238E27FC236}">
                  <a16:creationId xmlns:a16="http://schemas.microsoft.com/office/drawing/2014/main" id="{B302ABA1-C227-6ACC-2EA9-0ECA37F82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3552"/>
              <a:ext cx="288" cy="672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35" name="AutoShape 43">
              <a:extLst>
                <a:ext uri="{FF2B5EF4-FFF2-40B4-BE49-F238E27FC236}">
                  <a16:creationId xmlns:a16="http://schemas.microsoft.com/office/drawing/2014/main" id="{4FB3EFE5-8D2C-966D-3649-072433634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552"/>
              <a:ext cx="768" cy="288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</p:grpSp>
      <p:sp>
        <p:nvSpPr>
          <p:cNvPr id="36" name="AutoShape 44">
            <a:extLst>
              <a:ext uri="{FF2B5EF4-FFF2-40B4-BE49-F238E27FC236}">
                <a16:creationId xmlns:a16="http://schemas.microsoft.com/office/drawing/2014/main" id="{A0715114-9DE3-4A44-851F-E5C2F7A02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739" y="3233376"/>
            <a:ext cx="1074775" cy="931472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34A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AA119A7-C16A-1F64-1E52-DB72B7224658}"/>
              </a:ext>
            </a:extLst>
          </p:cNvPr>
          <p:cNvSpPr/>
          <p:nvPr/>
        </p:nvSpPr>
        <p:spPr>
          <a:xfrm>
            <a:off x="7801390" y="5027448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图中蓝色的圈是多余的</a:t>
            </a:r>
          </a:p>
        </p:txBody>
      </p:sp>
    </p:spTree>
    <p:extLst>
      <p:ext uri="{BB962C8B-B14F-4D97-AF65-F5344CB8AC3E}">
        <p14:creationId xmlns:p14="http://schemas.microsoft.com/office/powerpoint/2010/main" val="3771286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 autoUpdateAnimBg="0"/>
      <p:bldP spid="3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8F4E-9112-89BF-2B3B-5A5BF695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1A75B08-A58E-A2D0-722A-A4916376D8E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课堂练习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9423786-A628-F8C1-0139-E57F73C1E4D8}"/>
                  </a:ext>
                </a:extLst>
              </p:cNvPr>
              <p:cNvSpPr/>
              <p:nvPr/>
            </p:nvSpPr>
            <p:spPr>
              <a:xfrm>
                <a:off x="2897618" y="1294846"/>
                <a:ext cx="6416885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𝐴𝐵𝐷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9423786-A628-F8C1-0139-E57F73C1E4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618" y="1294846"/>
                <a:ext cx="6416885" cy="462434"/>
              </a:xfrm>
              <a:prstGeom prst="rect">
                <a:avLst/>
              </a:prstGeom>
              <a:blipFill>
                <a:blip r:embed="rId4"/>
                <a:stretch>
                  <a:fillRect r="-6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AutoShape 66">
            <a:extLst>
              <a:ext uri="{FF2B5EF4-FFF2-40B4-BE49-F238E27FC236}">
                <a16:creationId xmlns:a16="http://schemas.microsoft.com/office/drawing/2014/main" id="{4F4B1571-3FDF-7D1E-EF87-72E91F2B2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0858" y="4021285"/>
            <a:ext cx="861895" cy="369384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7EFA1E0-8FB2-2310-2520-DAEADFFFB074}"/>
              </a:ext>
            </a:extLst>
          </p:cNvPr>
          <p:cNvGrpSpPr/>
          <p:nvPr/>
        </p:nvGrpSpPr>
        <p:grpSpPr>
          <a:xfrm>
            <a:off x="5271972" y="2980454"/>
            <a:ext cx="2400993" cy="1970046"/>
            <a:chOff x="1306482" y="2961459"/>
            <a:chExt cx="2400993" cy="1970046"/>
          </a:xfrm>
        </p:grpSpPr>
        <p:sp>
          <p:nvSpPr>
            <p:cNvPr id="41" name="Rectangle 68">
              <a:extLst>
                <a:ext uri="{FF2B5EF4-FFF2-40B4-BE49-F238E27FC236}">
                  <a16:creationId xmlns:a16="http://schemas.microsoft.com/office/drawing/2014/main" id="{72F7DC8D-B77C-C785-E99B-BB78320EA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528" y="4500557"/>
              <a:ext cx="430947" cy="430948"/>
            </a:xfrm>
            <a:prstGeom prst="rect">
              <a:avLst/>
            </a:prstGeom>
            <a:noFill/>
            <a:ln w="19050">
              <a:solidFill>
                <a:srgbClr val="B5011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42" name="Rectangle 69">
              <a:extLst>
                <a:ext uri="{FF2B5EF4-FFF2-40B4-BE49-F238E27FC236}">
                  <a16:creationId xmlns:a16="http://schemas.microsoft.com/office/drawing/2014/main" id="{73478E4E-089B-339C-2709-3FA3A3008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482" y="4500557"/>
              <a:ext cx="430947" cy="430948"/>
            </a:xfrm>
            <a:prstGeom prst="rect">
              <a:avLst/>
            </a:prstGeom>
            <a:noFill/>
            <a:ln w="19050">
              <a:solidFill>
                <a:srgbClr val="B5011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43" name="Rectangle 71">
              <a:extLst>
                <a:ext uri="{FF2B5EF4-FFF2-40B4-BE49-F238E27FC236}">
                  <a16:creationId xmlns:a16="http://schemas.microsoft.com/office/drawing/2014/main" id="{B848FE56-E366-3211-7B97-58FBECFC7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6482" y="2961459"/>
              <a:ext cx="492511" cy="430948"/>
            </a:xfrm>
            <a:prstGeom prst="rect">
              <a:avLst/>
            </a:prstGeom>
            <a:noFill/>
            <a:ln w="19050">
              <a:solidFill>
                <a:srgbClr val="B5011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44" name="Rectangle 70">
              <a:extLst>
                <a:ext uri="{FF2B5EF4-FFF2-40B4-BE49-F238E27FC236}">
                  <a16:creationId xmlns:a16="http://schemas.microsoft.com/office/drawing/2014/main" id="{7C672742-38B7-DE1A-EF56-14653DDBB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528" y="2961459"/>
              <a:ext cx="430947" cy="430948"/>
            </a:xfrm>
            <a:prstGeom prst="rect">
              <a:avLst/>
            </a:prstGeom>
            <a:noFill/>
            <a:ln w="19050">
              <a:solidFill>
                <a:srgbClr val="B5011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</p:grpSp>
      <p:grpSp>
        <p:nvGrpSpPr>
          <p:cNvPr id="45" name="Group 72">
            <a:extLst>
              <a:ext uri="{FF2B5EF4-FFF2-40B4-BE49-F238E27FC236}">
                <a16:creationId xmlns:a16="http://schemas.microsoft.com/office/drawing/2014/main" id="{139F4C7B-88BB-56AB-B2DF-B9AD8361D419}"/>
              </a:ext>
            </a:extLst>
          </p:cNvPr>
          <p:cNvGrpSpPr>
            <a:grpSpLocks/>
          </p:cNvGrpSpPr>
          <p:nvPr/>
        </p:nvGrpSpPr>
        <p:grpSpPr bwMode="auto">
          <a:xfrm>
            <a:off x="5271972" y="3033366"/>
            <a:ext cx="2400993" cy="861895"/>
            <a:chOff x="828" y="2640"/>
            <a:chExt cx="1872" cy="672"/>
          </a:xfrm>
        </p:grpSpPr>
        <p:sp>
          <p:nvSpPr>
            <p:cNvPr id="46" name="Rectangle 73">
              <a:extLst>
                <a:ext uri="{FF2B5EF4-FFF2-40B4-BE49-F238E27FC236}">
                  <a16:creationId xmlns:a16="http://schemas.microsoft.com/office/drawing/2014/main" id="{3A66C18B-EE8E-FB1A-C45F-09647C117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2640"/>
              <a:ext cx="432" cy="672"/>
            </a:xfrm>
            <a:prstGeom prst="rect">
              <a:avLst/>
            </a:prstGeom>
            <a:noFill/>
            <a:ln w="28575">
              <a:solidFill>
                <a:srgbClr val="034A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47" name="Rectangle 74">
              <a:extLst>
                <a:ext uri="{FF2B5EF4-FFF2-40B4-BE49-F238E27FC236}">
                  <a16:creationId xmlns:a16="http://schemas.microsoft.com/office/drawing/2014/main" id="{10A7CF01-B1D8-17FD-5A9C-3D7FEB0D7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" y="2640"/>
              <a:ext cx="432" cy="672"/>
            </a:xfrm>
            <a:prstGeom prst="rect">
              <a:avLst/>
            </a:prstGeom>
            <a:noFill/>
            <a:ln w="28575">
              <a:solidFill>
                <a:srgbClr val="034A9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</p:grpSp>
      <p:sp>
        <p:nvSpPr>
          <p:cNvPr id="48" name="AutoShape 75">
            <a:extLst>
              <a:ext uri="{FF2B5EF4-FFF2-40B4-BE49-F238E27FC236}">
                <a16:creationId xmlns:a16="http://schemas.microsoft.com/office/drawing/2014/main" id="{A8E87307-5255-802D-A00C-F707B0DF8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415" y="3033365"/>
            <a:ext cx="369384" cy="184692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055EA02-81A9-26CA-3B08-C4EF50D2EF8C}"/>
              </a:ext>
            </a:extLst>
          </p:cNvPr>
          <p:cNvGrpSpPr/>
          <p:nvPr/>
        </p:nvGrpSpPr>
        <p:grpSpPr>
          <a:xfrm>
            <a:off x="4529716" y="2344800"/>
            <a:ext cx="3152586" cy="2585685"/>
            <a:chOff x="2406276" y="2842640"/>
            <a:chExt cx="3152586" cy="2585685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F8A2BF17-82E8-77DE-1787-41BBC4EE2672}"/>
                </a:ext>
              </a:extLst>
            </p:cNvPr>
            <p:cNvGrpSpPr/>
            <p:nvPr/>
          </p:nvGrpSpPr>
          <p:grpSpPr>
            <a:xfrm>
              <a:off x="2406276" y="2842640"/>
              <a:ext cx="3152586" cy="2585685"/>
              <a:chOff x="564227" y="2325804"/>
              <a:chExt cx="3152586" cy="2585685"/>
            </a:xfrm>
          </p:grpSpPr>
          <p:sp>
            <p:nvSpPr>
              <p:cNvPr id="62" name="Rectangle 37">
                <a:extLst>
                  <a:ext uri="{FF2B5EF4-FFF2-40B4-BE49-F238E27FC236}">
                    <a16:creationId xmlns:a16="http://schemas.microsoft.com/office/drawing/2014/main" id="{743E7792-8993-EFD2-4309-1FE55FA32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5820" y="2941443"/>
                <a:ext cx="2400993" cy="1970046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000"/>
              </a:p>
            </p:txBody>
          </p:sp>
          <p:sp>
            <p:nvSpPr>
              <p:cNvPr id="63" name="Line 38">
                <a:extLst>
                  <a:ext uri="{FF2B5EF4-FFF2-40B4-BE49-F238E27FC236}">
                    <a16:creationId xmlns:a16="http://schemas.microsoft.com/office/drawing/2014/main" id="{BD4592FA-D40B-BE45-885C-52C9F9F4A2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820" y="3926466"/>
                <a:ext cx="240099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4" name="Line 39">
                <a:extLst>
                  <a:ext uri="{FF2B5EF4-FFF2-40B4-BE49-F238E27FC236}">
                    <a16:creationId xmlns:a16="http://schemas.microsoft.com/office/drawing/2014/main" id="{43A28314-3042-9E99-26F2-44FE18932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00925" y="2941443"/>
                <a:ext cx="0" cy="19700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5" name="Line 40">
                <a:extLst>
                  <a:ext uri="{FF2B5EF4-FFF2-40B4-BE49-F238E27FC236}">
                    <a16:creationId xmlns:a16="http://schemas.microsoft.com/office/drawing/2014/main" id="{B614BE07-1902-F111-91B7-8F4420614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6068" y="2941443"/>
                <a:ext cx="0" cy="19700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6" name="Line 41">
                <a:extLst>
                  <a:ext uri="{FF2B5EF4-FFF2-40B4-BE49-F238E27FC236}">
                    <a16:creationId xmlns:a16="http://schemas.microsoft.com/office/drawing/2014/main" id="{C5F5B78A-A42C-0978-9F29-D861EE311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1174" y="2941443"/>
                <a:ext cx="0" cy="19700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7" name="Line 42">
                <a:extLst>
                  <a:ext uri="{FF2B5EF4-FFF2-40B4-BE49-F238E27FC236}">
                    <a16:creationId xmlns:a16="http://schemas.microsoft.com/office/drawing/2014/main" id="{806DB9A9-0CBF-6DC4-3AC3-83ED508AF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820" y="3480128"/>
                <a:ext cx="240099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8" name="Line 43">
                <a:extLst>
                  <a:ext uri="{FF2B5EF4-FFF2-40B4-BE49-F238E27FC236}">
                    <a16:creationId xmlns:a16="http://schemas.microsoft.com/office/drawing/2014/main" id="{1BB481B3-C6DA-B654-6B6A-D2290DFAEF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15820" y="4418978"/>
                <a:ext cx="240099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69" name="Line 44">
                <a:extLst>
                  <a:ext uri="{FF2B5EF4-FFF2-40B4-BE49-F238E27FC236}">
                    <a16:creationId xmlns:a16="http://schemas.microsoft.com/office/drawing/2014/main" id="{BE33DA81-9E3A-5928-F82C-C90E31DD1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3309" y="2448932"/>
                <a:ext cx="492511" cy="4925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/>
              </a:p>
            </p:txBody>
          </p:sp>
          <p:sp>
            <p:nvSpPr>
              <p:cNvPr id="70" name="Text Box 45">
                <a:extLst>
                  <a:ext uri="{FF2B5EF4-FFF2-40B4-BE49-F238E27FC236}">
                    <a16:creationId xmlns:a16="http://schemas.microsoft.com/office/drawing/2014/main" id="{87C0AD8E-0494-B68E-0DD1-C28A5CB984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4227" y="2572060"/>
                <a:ext cx="55175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</a:t>
                </a:r>
              </a:p>
            </p:txBody>
          </p:sp>
          <p:sp>
            <p:nvSpPr>
              <p:cNvPr id="71" name="Text Box 46">
                <a:extLst>
                  <a:ext uri="{FF2B5EF4-FFF2-40B4-BE49-F238E27FC236}">
                    <a16:creationId xmlns:a16="http://schemas.microsoft.com/office/drawing/2014/main" id="{9D88DE36-34E4-6FFA-B454-757ECC2F0F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46436" y="2325804"/>
                <a:ext cx="556640" cy="400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CD</a:t>
                </a:r>
              </a:p>
            </p:txBody>
          </p:sp>
          <p:sp>
            <p:nvSpPr>
              <p:cNvPr id="72" name="Text Box 47">
                <a:extLst>
                  <a:ext uri="{FF2B5EF4-FFF2-40B4-BE49-F238E27FC236}">
                    <a16:creationId xmlns:a16="http://schemas.microsoft.com/office/drawing/2014/main" id="{B1B20854-FF32-B601-DF1C-EFB25B65E6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232" y="3003007"/>
                <a:ext cx="502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73" name="Text Box 48">
                <a:extLst>
                  <a:ext uri="{FF2B5EF4-FFF2-40B4-BE49-F238E27FC236}">
                    <a16:creationId xmlns:a16="http://schemas.microsoft.com/office/drawing/2014/main" id="{E918EEC3-5759-6F5E-78F7-3CC2597727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232" y="3500649"/>
                <a:ext cx="502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74" name="Text Box 49">
                <a:extLst>
                  <a:ext uri="{FF2B5EF4-FFF2-40B4-BE49-F238E27FC236}">
                    <a16:creationId xmlns:a16="http://schemas.microsoft.com/office/drawing/2014/main" id="{A813F3B8-628B-77C6-B8CD-4DE760F5E7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232" y="3998291"/>
                <a:ext cx="502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75" name="Text Box 50">
                <a:extLst>
                  <a:ext uri="{FF2B5EF4-FFF2-40B4-BE49-F238E27FC236}">
                    <a16:creationId xmlns:a16="http://schemas.microsoft.com/office/drawing/2014/main" id="{B248A5C4-C992-119D-1319-6CC6012C2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232" y="4495932"/>
                <a:ext cx="502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76" name="Text Box 51">
                <a:extLst>
                  <a:ext uri="{FF2B5EF4-FFF2-40B4-BE49-F238E27FC236}">
                    <a16:creationId xmlns:a16="http://schemas.microsoft.com/office/drawing/2014/main" id="{4E2327E1-D730-B034-0935-0D44420A61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62906" y="2572059"/>
                <a:ext cx="50041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77" name="Text Box 52">
                <a:extLst>
                  <a:ext uri="{FF2B5EF4-FFF2-40B4-BE49-F238E27FC236}">
                    <a16:creationId xmlns:a16="http://schemas.microsoft.com/office/drawing/2014/main" id="{374DB877-F308-3A6F-4B7C-F03D6A5B28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0212" y="2572059"/>
                <a:ext cx="502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78" name="Text Box 53">
                <a:extLst>
                  <a:ext uri="{FF2B5EF4-FFF2-40B4-BE49-F238E27FC236}">
                    <a16:creationId xmlns:a16="http://schemas.microsoft.com/office/drawing/2014/main" id="{73317105-EF0E-6800-0508-218B421447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9162" y="2572059"/>
                <a:ext cx="502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79" name="Text Box 54">
                <a:extLst>
                  <a:ext uri="{FF2B5EF4-FFF2-40B4-BE49-F238E27FC236}">
                    <a16:creationId xmlns:a16="http://schemas.microsoft.com/office/drawing/2014/main" id="{E4904B8C-EAC3-30E2-A7DA-697A0437B5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8111" y="2572059"/>
                <a:ext cx="50206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</p:grpSp>
        <p:sp>
          <p:nvSpPr>
            <p:cNvPr id="51" name="Text Box 55">
              <a:extLst>
                <a:ext uri="{FF2B5EF4-FFF2-40B4-BE49-F238E27FC236}">
                  <a16:creationId xmlns:a16="http://schemas.microsoft.com/office/drawing/2014/main" id="{80DCC887-D5A4-CFE4-1E0C-0186B6336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935" y="3537799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2" name="Text Box 56">
              <a:extLst>
                <a:ext uri="{FF2B5EF4-FFF2-40B4-BE49-F238E27FC236}">
                  <a16:creationId xmlns:a16="http://schemas.microsoft.com/office/drawing/2014/main" id="{B6D738DC-957B-A890-3DA8-4A9A14A89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4894" y="3550625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3" name="Text Box 57">
              <a:extLst>
                <a:ext uri="{FF2B5EF4-FFF2-40B4-BE49-F238E27FC236}">
                  <a16:creationId xmlns:a16="http://schemas.microsoft.com/office/drawing/2014/main" id="{E3AD4F65-7CB5-4952-31F1-F7E5D8B828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935" y="4043439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4" name="Text Box 61">
              <a:extLst>
                <a:ext uri="{FF2B5EF4-FFF2-40B4-BE49-F238E27FC236}">
                  <a16:creationId xmlns:a16="http://schemas.microsoft.com/office/drawing/2014/main" id="{DCC02CC6-867F-5F4E-2A9B-F4A6DE741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4894" y="4043439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5" name="Text Box 64">
              <a:extLst>
                <a:ext uri="{FF2B5EF4-FFF2-40B4-BE49-F238E27FC236}">
                  <a16:creationId xmlns:a16="http://schemas.microsoft.com/office/drawing/2014/main" id="{B6D0F2D2-82CE-236A-5001-2488D5C39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0061" y="3575615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6" name="Text Box 65">
              <a:extLst>
                <a:ext uri="{FF2B5EF4-FFF2-40B4-BE49-F238E27FC236}">
                  <a16:creationId xmlns:a16="http://schemas.microsoft.com/office/drawing/2014/main" id="{BB9CA476-3487-C95C-5FE3-21746F183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0061" y="4068127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7" name="Text Box 60">
              <a:extLst>
                <a:ext uri="{FF2B5EF4-FFF2-40B4-BE49-F238E27FC236}">
                  <a16:creationId xmlns:a16="http://schemas.microsoft.com/office/drawing/2014/main" id="{C7C5FB02-AB33-BCFB-5BC0-45886B2F7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2549" y="4504866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8" name="Text Box 63">
              <a:extLst>
                <a:ext uri="{FF2B5EF4-FFF2-40B4-BE49-F238E27FC236}">
                  <a16:creationId xmlns:a16="http://schemas.microsoft.com/office/drawing/2014/main" id="{794DB678-6278-1988-5DDD-19A1DA810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9450" y="4504866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0099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9" name="Text Box 58">
              <a:extLst>
                <a:ext uri="{FF2B5EF4-FFF2-40B4-BE49-F238E27FC236}">
                  <a16:creationId xmlns:a16="http://schemas.microsoft.com/office/drawing/2014/main" id="{0009F1F9-3AE4-BD6E-D9DB-23C9DC172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8935" y="4984552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99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0" name="Text Box 62">
              <a:extLst>
                <a:ext uri="{FF2B5EF4-FFF2-40B4-BE49-F238E27FC236}">
                  <a16:creationId xmlns:a16="http://schemas.microsoft.com/office/drawing/2014/main" id="{88FEF6C7-19DB-8A31-EE63-9F34FD034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5374" y="4997378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99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87779B4D-E982-0798-2930-35A0C9197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3327" y="4971368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7748761B-D5A9-69E6-AC0F-90D245D99A2A}"/>
                  </a:ext>
                </a:extLst>
              </p:cNvPr>
              <p:cNvSpPr txBox="1"/>
              <p:nvPr/>
            </p:nvSpPr>
            <p:spPr>
              <a:xfrm>
                <a:off x="2571830" y="5513404"/>
                <a:ext cx="7048340" cy="462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最简与或式：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7748761B-D5A9-69E6-AC0F-90D245D9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30" y="5513404"/>
                <a:ext cx="7048340" cy="462434"/>
              </a:xfrm>
              <a:prstGeom prst="rect">
                <a:avLst/>
              </a:prstGeom>
              <a:blipFill>
                <a:blip r:embed="rId5"/>
                <a:stretch>
                  <a:fillRect l="-1384" t="-11842" r="-1211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59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8" grpId="0" animBg="1"/>
      <p:bldP spid="8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D8B3-2BD4-E98A-7564-8407A671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1CD915A-4126-F2E7-864D-D16D0014482F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68B311D-FC4F-0305-6C73-DAE03F299BEC}"/>
              </a:ext>
            </a:extLst>
          </p:cNvPr>
          <p:cNvGrpSpPr/>
          <p:nvPr/>
        </p:nvGrpSpPr>
        <p:grpSpPr>
          <a:xfrm>
            <a:off x="4756382" y="1259972"/>
            <a:ext cx="6216679" cy="761130"/>
            <a:chOff x="7532" y="2656"/>
            <a:chExt cx="6950" cy="899"/>
          </a:xfrm>
        </p:grpSpPr>
        <p:sp>
          <p:nvSpPr>
            <p:cNvPr id="30" name="圆角矩形 5">
              <a:extLst>
                <a:ext uri="{FF2B5EF4-FFF2-40B4-BE49-F238E27FC236}">
                  <a16:creationId xmlns:a16="http://schemas.microsoft.com/office/drawing/2014/main" id="{9945FB6D-F314-6B5F-7FB9-D8092319B5AC}"/>
                </a:ext>
              </a:extLst>
            </p:cNvPr>
            <p:cNvSpPr/>
            <p:nvPr/>
          </p:nvSpPr>
          <p:spPr>
            <a:xfrm>
              <a:off x="7532" y="2656"/>
              <a:ext cx="903" cy="899"/>
            </a:xfrm>
            <a:prstGeom prst="roundRect">
              <a:avLst/>
            </a:prstGeom>
            <a:solidFill>
              <a:srgbClr val="014B88"/>
            </a:solidFill>
            <a:ln w="25400" cap="flat" cmpd="sng" algn="ctr">
              <a:noFill/>
              <a:prstDash val="solid"/>
            </a:ln>
            <a:effectLst/>
          </p:spPr>
          <p:txBody>
            <a:bodyPr lIns="72000" rIns="72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rPr>
                <a:t>1</a:t>
              </a:r>
              <a:endPara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MH_SubTitle_1">
              <a:extLst>
                <a:ext uri="{FF2B5EF4-FFF2-40B4-BE49-F238E27FC236}">
                  <a16:creationId xmlns:a16="http://schemas.microsoft.com/office/drawing/2014/main" id="{DD4349A0-4B74-0080-F954-6EBC116DC253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797" y="2789"/>
              <a:ext cx="5685" cy="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代数法（自学）</a:t>
              </a:r>
            </a:p>
          </p:txBody>
        </p:sp>
      </p:grpSp>
      <p:sp>
        <p:nvSpPr>
          <p:cNvPr id="8" name="圆角矩形 5">
            <a:extLst>
              <a:ext uri="{FF2B5EF4-FFF2-40B4-BE49-F238E27FC236}">
                <a16:creationId xmlns:a16="http://schemas.microsoft.com/office/drawing/2014/main" id="{20D4C8AB-5053-0DFE-0AE0-4699EEC67ACB}"/>
              </a:ext>
            </a:extLst>
          </p:cNvPr>
          <p:cNvSpPr/>
          <p:nvPr/>
        </p:nvSpPr>
        <p:spPr>
          <a:xfrm>
            <a:off x="4756382" y="2461587"/>
            <a:ext cx="807721" cy="761130"/>
          </a:xfrm>
          <a:prstGeom prst="round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lIns="72000" r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noProof="1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 Unicode MS" panose="020B0604020202020204" pitchFamily="34" charset="-122"/>
                <a:sym typeface="Arial" panose="020B0604020202020204" pitchFamily="34" charset="0"/>
              </a:rPr>
              <a:t>2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 Unicode MS" panose="020B0604020202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MH_SubTitle_1">
            <a:extLst>
              <a:ext uri="{FF2B5EF4-FFF2-40B4-BE49-F238E27FC236}">
                <a16:creationId xmlns:a16="http://schemas.microsoft.com/office/drawing/2014/main" id="{528982F8-3753-3EFB-5A17-4A8BD289070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2574190"/>
            <a:ext cx="4312318" cy="5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06CAB0-4397-A9D5-699B-CB81CE1DB47A}"/>
              </a:ext>
            </a:extLst>
          </p:cNvPr>
          <p:cNvSpPr/>
          <p:nvPr/>
        </p:nvSpPr>
        <p:spPr>
          <a:xfrm>
            <a:off x="1032931" y="618424"/>
            <a:ext cx="1902774" cy="560153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化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简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FF366849-1F34-A0A3-A37F-9016E015A11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3459631"/>
            <a:ext cx="431231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卡诺图法的基本概念</a:t>
            </a: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F2BDBB58-9363-104B-487F-E61713DC544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6" y="4215592"/>
            <a:ext cx="453625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在卡诺图中合并最小项</a:t>
            </a:r>
          </a:p>
        </p:txBody>
      </p:sp>
      <p:sp>
        <p:nvSpPr>
          <p:cNvPr id="18" name="MH_SubTitle_1">
            <a:extLst>
              <a:ext uri="{FF2B5EF4-FFF2-40B4-BE49-F238E27FC236}">
                <a16:creationId xmlns:a16="http://schemas.microsoft.com/office/drawing/2014/main" id="{38C5D014-DF8E-F455-E3C5-0E43B7D3B476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887906" y="4971553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使用卡诺图化简表达式</a:t>
            </a:r>
          </a:p>
        </p:txBody>
      </p:sp>
      <p:sp>
        <p:nvSpPr>
          <p:cNvPr id="19" name="MH_SubTitle_1">
            <a:extLst>
              <a:ext uri="{FF2B5EF4-FFF2-40B4-BE49-F238E27FC236}">
                <a16:creationId xmlns:a16="http://schemas.microsoft.com/office/drawing/2014/main" id="{A4EE9A7E-63CC-77EA-6767-6585C0C910B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887907" y="5727514"/>
            <a:ext cx="462288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使用无关项化简表达式</a:t>
            </a:r>
          </a:p>
        </p:txBody>
      </p:sp>
    </p:spTree>
    <p:extLst>
      <p:ext uri="{BB962C8B-B14F-4D97-AF65-F5344CB8AC3E}">
        <p14:creationId xmlns:p14="http://schemas.microsoft.com/office/powerpoint/2010/main" val="50816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AE0DC-2978-A90B-29EA-30E2783F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E9E82D4-C561-1F07-C18F-59BB7F1F0E5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无关项的化简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70FC6E-11D4-04D3-F9D6-79F78DC59D85}"/>
              </a:ext>
            </a:extLst>
          </p:cNvPr>
          <p:cNvSpPr txBox="1"/>
          <p:nvPr/>
        </p:nvSpPr>
        <p:spPr>
          <a:xfrm>
            <a:off x="348748" y="1277890"/>
            <a:ext cx="11497812" cy="2827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真值表的输出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当输出的值不重要或者相应的输入组合从不出现时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可以有设计者决定这些输出是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充分利用无关项，可以进一步化简逻辑表达式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098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DC41-A04D-761D-56A7-0635BBC3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73">
            <a:extLst>
              <a:ext uri="{FF2B5EF4-FFF2-40B4-BE49-F238E27FC236}">
                <a16:creationId xmlns:a16="http://schemas.microsoft.com/office/drawing/2014/main" id="{D2386215-151A-49A8-6995-2BB85CA23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4975" y="4277209"/>
            <a:ext cx="596898" cy="504000"/>
          </a:xfrm>
          <a:prstGeom prst="roundRect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102" name="Rectangle 73">
            <a:extLst>
              <a:ext uri="{FF2B5EF4-FFF2-40B4-BE49-F238E27FC236}">
                <a16:creationId xmlns:a16="http://schemas.microsoft.com/office/drawing/2014/main" id="{C905B93B-D83C-6387-B01F-2209451F0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575" y="4277209"/>
            <a:ext cx="596898" cy="504000"/>
          </a:xfrm>
          <a:prstGeom prst="roundRect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101" name="Rectangle 73">
            <a:extLst>
              <a:ext uri="{FF2B5EF4-FFF2-40B4-BE49-F238E27FC236}">
                <a16:creationId xmlns:a16="http://schemas.microsoft.com/office/drawing/2014/main" id="{A5A01DCA-C4EF-ECD8-DFC1-6C9775825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2152" y="2509369"/>
            <a:ext cx="596898" cy="553998"/>
          </a:xfrm>
          <a:prstGeom prst="roundRect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100" name="Rectangle 73">
            <a:extLst>
              <a:ext uri="{FF2B5EF4-FFF2-40B4-BE49-F238E27FC236}">
                <a16:creationId xmlns:a16="http://schemas.microsoft.com/office/drawing/2014/main" id="{1F0CA460-8510-E8DB-D2F9-09441AC0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575" y="2509369"/>
            <a:ext cx="596898" cy="553998"/>
          </a:xfrm>
          <a:prstGeom prst="roundRect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27" name="MH_SubTitle_1">
            <a:extLst>
              <a:ext uri="{FF2B5EF4-FFF2-40B4-BE49-F238E27FC236}">
                <a16:creationId xmlns:a16="http://schemas.microsoft.com/office/drawing/2014/main" id="{26DFCCB2-466F-BE16-2CF5-C8E2489E4D7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>
                <a:solidFill>
                  <a:srgbClr val="FFFFFF"/>
                </a:solidFill>
                <a:latin typeface="微软雅黑"/>
                <a:ea typeface="微软雅黑"/>
              </a:rPr>
              <a:t>考虑无关项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8FFB752-6907-9267-07DE-46EE3723EFBC}"/>
              </a:ext>
            </a:extLst>
          </p:cNvPr>
          <p:cNvCxnSpPr/>
          <p:nvPr/>
        </p:nvCxnSpPr>
        <p:spPr>
          <a:xfrm>
            <a:off x="355600" y="1270000"/>
            <a:ext cx="4307840" cy="0"/>
          </a:xfrm>
          <a:prstGeom prst="line">
            <a:avLst/>
          </a:prstGeom>
          <a:ln w="28575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5CC8125-6BFF-35F1-869F-7CF6B67FD11A}"/>
              </a:ext>
            </a:extLst>
          </p:cNvPr>
          <p:cNvCxnSpPr>
            <a:cxnSpLocks/>
          </p:cNvCxnSpPr>
          <p:nvPr/>
        </p:nvCxnSpPr>
        <p:spPr>
          <a:xfrm>
            <a:off x="3931920" y="822960"/>
            <a:ext cx="0" cy="5486400"/>
          </a:xfrm>
          <a:prstGeom prst="line">
            <a:avLst/>
          </a:prstGeom>
          <a:ln w="28575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F31D03F-8A64-B410-DBC9-3C9799037945}"/>
              </a:ext>
            </a:extLst>
          </p:cNvPr>
          <p:cNvSpPr txBox="1"/>
          <p:nvPr/>
        </p:nvSpPr>
        <p:spPr>
          <a:xfrm>
            <a:off x="680321" y="1298953"/>
            <a:ext cx="2772000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0       0       0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406E3B-880B-D0F8-F734-8F5366C395B8}"/>
              </a:ext>
            </a:extLst>
          </p:cNvPr>
          <p:cNvSpPr txBox="1"/>
          <p:nvPr/>
        </p:nvSpPr>
        <p:spPr>
          <a:xfrm>
            <a:off x="680321" y="1601244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0       0       0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2DC5553-EDAA-B8D7-13C9-25D0E41C7A3B}"/>
              </a:ext>
            </a:extLst>
          </p:cNvPr>
          <p:cNvSpPr txBox="1"/>
          <p:nvPr/>
        </p:nvSpPr>
        <p:spPr>
          <a:xfrm>
            <a:off x="680321" y="1904400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0       0       1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B977FE-BCBB-987F-9AA3-F86DBA0752E0}"/>
              </a:ext>
            </a:extLst>
          </p:cNvPr>
          <p:cNvSpPr txBox="1"/>
          <p:nvPr/>
        </p:nvSpPr>
        <p:spPr>
          <a:xfrm>
            <a:off x="680321" y="2207556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0       0       1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36071C-8C72-8CFB-8AB5-59535E103DC4}"/>
              </a:ext>
            </a:extLst>
          </p:cNvPr>
          <p:cNvSpPr txBox="1"/>
          <p:nvPr/>
        </p:nvSpPr>
        <p:spPr>
          <a:xfrm>
            <a:off x="680321" y="2510712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0       1       0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FC459C-F14B-7DFC-DD75-9E54E2D9AD54}"/>
              </a:ext>
            </a:extLst>
          </p:cNvPr>
          <p:cNvSpPr txBox="1"/>
          <p:nvPr/>
        </p:nvSpPr>
        <p:spPr>
          <a:xfrm>
            <a:off x="680321" y="2813868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0       1       0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EA1C25-AA09-F89A-082C-2999CC286920}"/>
              </a:ext>
            </a:extLst>
          </p:cNvPr>
          <p:cNvSpPr txBox="1"/>
          <p:nvPr/>
        </p:nvSpPr>
        <p:spPr>
          <a:xfrm>
            <a:off x="680321" y="3117024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0       1       1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2A6B0E-802B-10E6-E714-C2DFEFE37DE4}"/>
              </a:ext>
            </a:extLst>
          </p:cNvPr>
          <p:cNvSpPr txBox="1"/>
          <p:nvPr/>
        </p:nvSpPr>
        <p:spPr>
          <a:xfrm>
            <a:off x="680321" y="3420180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0       1       1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A6B04E2-C51F-FC09-6481-A4180B299FFC}"/>
              </a:ext>
            </a:extLst>
          </p:cNvPr>
          <p:cNvSpPr txBox="1"/>
          <p:nvPr/>
        </p:nvSpPr>
        <p:spPr>
          <a:xfrm>
            <a:off x="680321" y="3723336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1       0       0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DA6730-56EA-162F-E1F0-4C66DB108DFF}"/>
              </a:ext>
            </a:extLst>
          </p:cNvPr>
          <p:cNvSpPr txBox="1"/>
          <p:nvPr/>
        </p:nvSpPr>
        <p:spPr>
          <a:xfrm>
            <a:off x="680321" y="4026492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1       0       0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FA8D38-ED64-F16F-203D-FBCA28E0C125}"/>
              </a:ext>
            </a:extLst>
          </p:cNvPr>
          <p:cNvSpPr txBox="1"/>
          <p:nvPr/>
        </p:nvSpPr>
        <p:spPr>
          <a:xfrm>
            <a:off x="680321" y="4329648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1       0       1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2B33417-1A44-80E7-501B-CE77355625C3}"/>
              </a:ext>
            </a:extLst>
          </p:cNvPr>
          <p:cNvSpPr txBox="1"/>
          <p:nvPr/>
        </p:nvSpPr>
        <p:spPr>
          <a:xfrm>
            <a:off x="680321" y="4632804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1       0       1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768787-AAA1-BBE4-4366-B73B3325A55C}"/>
              </a:ext>
            </a:extLst>
          </p:cNvPr>
          <p:cNvSpPr txBox="1"/>
          <p:nvPr/>
        </p:nvSpPr>
        <p:spPr>
          <a:xfrm>
            <a:off x="680321" y="4935960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1       1       0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7A80E5-04EA-B810-946E-07539BBE82F5}"/>
              </a:ext>
            </a:extLst>
          </p:cNvPr>
          <p:cNvSpPr txBox="1"/>
          <p:nvPr/>
        </p:nvSpPr>
        <p:spPr>
          <a:xfrm>
            <a:off x="680321" y="5239116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1       1       0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1DAFED-6FF2-3AA9-C6A7-86CA8A0772DF}"/>
              </a:ext>
            </a:extLst>
          </p:cNvPr>
          <p:cNvSpPr txBox="1"/>
          <p:nvPr/>
        </p:nvSpPr>
        <p:spPr>
          <a:xfrm>
            <a:off x="680321" y="5542272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1       1       1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4FACD3-C377-5340-1F56-62C84C5A437E}"/>
              </a:ext>
            </a:extLst>
          </p:cNvPr>
          <p:cNvSpPr txBox="1"/>
          <p:nvPr/>
        </p:nvSpPr>
        <p:spPr>
          <a:xfrm>
            <a:off x="680321" y="5845432"/>
            <a:ext cx="27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1       1       1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6013AD2-5DCB-8618-806B-95E240E58A59}"/>
              </a:ext>
            </a:extLst>
          </p:cNvPr>
          <p:cNvSpPr txBox="1"/>
          <p:nvPr/>
        </p:nvSpPr>
        <p:spPr>
          <a:xfrm>
            <a:off x="639680" y="811273"/>
            <a:ext cx="2916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     B       C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D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260569-7FA5-9673-75F7-17EBDCC70799}"/>
              </a:ext>
            </a:extLst>
          </p:cNvPr>
          <p:cNvSpPr txBox="1"/>
          <p:nvPr/>
        </p:nvSpPr>
        <p:spPr>
          <a:xfrm>
            <a:off x="4046200" y="811273"/>
            <a:ext cx="536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525813F-D302-DD36-A139-4CE14184CD55}"/>
              </a:ext>
            </a:extLst>
          </p:cNvPr>
          <p:cNvSpPr txBox="1"/>
          <p:nvPr/>
        </p:nvSpPr>
        <p:spPr>
          <a:xfrm>
            <a:off x="4124762" y="1298953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42590C-BC24-35D5-AF64-9B2D2F520387}"/>
              </a:ext>
            </a:extLst>
          </p:cNvPr>
          <p:cNvSpPr txBox="1"/>
          <p:nvPr/>
        </p:nvSpPr>
        <p:spPr>
          <a:xfrm>
            <a:off x="4124762" y="1905035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8849468-5B5A-BEFD-0D3B-0AEE01DE246A}"/>
              </a:ext>
            </a:extLst>
          </p:cNvPr>
          <p:cNvSpPr txBox="1"/>
          <p:nvPr/>
        </p:nvSpPr>
        <p:spPr>
          <a:xfrm>
            <a:off x="4124762" y="1601994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82B23FB-0636-0095-DEFE-11AA16DCBDFB}"/>
              </a:ext>
            </a:extLst>
          </p:cNvPr>
          <p:cNvSpPr txBox="1"/>
          <p:nvPr/>
        </p:nvSpPr>
        <p:spPr>
          <a:xfrm>
            <a:off x="4124762" y="2208076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7CC4B0-27F1-8364-A031-880EC2037A30}"/>
              </a:ext>
            </a:extLst>
          </p:cNvPr>
          <p:cNvSpPr txBox="1"/>
          <p:nvPr/>
        </p:nvSpPr>
        <p:spPr>
          <a:xfrm>
            <a:off x="4124762" y="2511117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6C27E42-5EEF-C218-C8A2-4744E7C946FF}"/>
              </a:ext>
            </a:extLst>
          </p:cNvPr>
          <p:cNvSpPr txBox="1"/>
          <p:nvPr/>
        </p:nvSpPr>
        <p:spPr>
          <a:xfrm>
            <a:off x="4124762" y="2814158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5C290BB-5CD6-D89D-020B-4BD6B10985A2}"/>
              </a:ext>
            </a:extLst>
          </p:cNvPr>
          <p:cNvSpPr txBox="1"/>
          <p:nvPr/>
        </p:nvSpPr>
        <p:spPr>
          <a:xfrm>
            <a:off x="4124762" y="3117199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E8BF80C-7DF9-4554-BE1E-6ED371655AE9}"/>
              </a:ext>
            </a:extLst>
          </p:cNvPr>
          <p:cNvSpPr txBox="1"/>
          <p:nvPr/>
        </p:nvSpPr>
        <p:spPr>
          <a:xfrm>
            <a:off x="4124762" y="4027187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ABF262-6B73-B54A-8DC3-8535C88274A5}"/>
              </a:ext>
            </a:extLst>
          </p:cNvPr>
          <p:cNvSpPr txBox="1"/>
          <p:nvPr/>
        </p:nvSpPr>
        <p:spPr>
          <a:xfrm>
            <a:off x="4124762" y="3724146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5969216-15E6-77AA-17C3-3C97DFACB7C5}"/>
              </a:ext>
            </a:extLst>
          </p:cNvPr>
          <p:cNvSpPr txBox="1"/>
          <p:nvPr/>
        </p:nvSpPr>
        <p:spPr>
          <a:xfrm>
            <a:off x="4124762" y="3420240"/>
            <a:ext cx="150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DA4A9BA-5251-9575-D5A7-28FC01C69EA6}"/>
              </a:ext>
            </a:extLst>
          </p:cNvPr>
          <p:cNvSpPr txBox="1"/>
          <p:nvPr/>
        </p:nvSpPr>
        <p:spPr>
          <a:xfrm>
            <a:off x="4124762" y="4330228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0BF568A-CD9C-9A69-B499-17BB2A7DD819}"/>
              </a:ext>
            </a:extLst>
          </p:cNvPr>
          <p:cNvSpPr txBox="1"/>
          <p:nvPr/>
        </p:nvSpPr>
        <p:spPr>
          <a:xfrm>
            <a:off x="4124762" y="4633269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9DB4095-8E59-6432-D70E-C7C0DEE29AB9}"/>
              </a:ext>
            </a:extLst>
          </p:cNvPr>
          <p:cNvSpPr txBox="1"/>
          <p:nvPr/>
        </p:nvSpPr>
        <p:spPr>
          <a:xfrm>
            <a:off x="4124762" y="4936310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824D57C-33C0-F90B-401B-4BBA61D69B97}"/>
              </a:ext>
            </a:extLst>
          </p:cNvPr>
          <p:cNvSpPr txBox="1"/>
          <p:nvPr/>
        </p:nvSpPr>
        <p:spPr>
          <a:xfrm>
            <a:off x="4124762" y="5239351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EEA0A96-A193-4170-675E-3747F4415479}"/>
              </a:ext>
            </a:extLst>
          </p:cNvPr>
          <p:cNvSpPr txBox="1"/>
          <p:nvPr/>
        </p:nvSpPr>
        <p:spPr>
          <a:xfrm>
            <a:off x="4124762" y="5542392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9C589AB-54BD-720C-C9AD-DA93FDA7861D}"/>
              </a:ext>
            </a:extLst>
          </p:cNvPr>
          <p:cNvSpPr txBox="1"/>
          <p:nvPr/>
        </p:nvSpPr>
        <p:spPr>
          <a:xfrm>
            <a:off x="4124762" y="5845432"/>
            <a:ext cx="345836" cy="46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8DFD5CD7-1B9A-7B05-183C-F2246E2D7625}"/>
              </a:ext>
            </a:extLst>
          </p:cNvPr>
          <p:cNvGrpSpPr/>
          <p:nvPr/>
        </p:nvGrpSpPr>
        <p:grpSpPr>
          <a:xfrm>
            <a:off x="6908897" y="1788223"/>
            <a:ext cx="3669162" cy="3009370"/>
            <a:chOff x="6908897" y="1788223"/>
            <a:chExt cx="3669162" cy="3009370"/>
          </a:xfrm>
        </p:grpSpPr>
        <p:sp>
          <p:nvSpPr>
            <p:cNvPr id="45" name="Rectangle 8">
              <a:extLst>
                <a:ext uri="{FF2B5EF4-FFF2-40B4-BE49-F238E27FC236}">
                  <a16:creationId xmlns:a16="http://schemas.microsoft.com/office/drawing/2014/main" id="{5126139C-FE2C-06A5-6794-3B688C66B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3644" y="2504740"/>
              <a:ext cx="2794415" cy="2292853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000"/>
            </a:p>
          </p:txBody>
        </p:sp>
        <p:sp>
          <p:nvSpPr>
            <p:cNvPr id="46" name="Line 9">
              <a:extLst>
                <a:ext uri="{FF2B5EF4-FFF2-40B4-BE49-F238E27FC236}">
                  <a16:creationId xmlns:a16="http://schemas.microsoft.com/office/drawing/2014/main" id="{4A47A759-E68D-488E-2F1F-077A47381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3644" y="3651166"/>
              <a:ext cx="27944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7" name="Line 10">
              <a:extLst>
                <a:ext uri="{FF2B5EF4-FFF2-40B4-BE49-F238E27FC236}">
                  <a16:creationId xmlns:a16="http://schemas.microsoft.com/office/drawing/2014/main" id="{987A7AFE-FB8A-215A-75DA-4289A29E1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62939" y="2504740"/>
              <a:ext cx="0" cy="22928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8" name="Line 11">
              <a:extLst>
                <a:ext uri="{FF2B5EF4-FFF2-40B4-BE49-F238E27FC236}">
                  <a16:creationId xmlns:a16="http://schemas.microsoft.com/office/drawing/2014/main" id="{62C51C3C-FCCA-C1B2-7FBA-8DC0CA628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2248" y="2504740"/>
              <a:ext cx="0" cy="22928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9" name="Line 12">
              <a:extLst>
                <a:ext uri="{FF2B5EF4-FFF2-40B4-BE49-F238E27FC236}">
                  <a16:creationId xmlns:a16="http://schemas.microsoft.com/office/drawing/2014/main" id="{40BC1AD3-ABB2-3229-D6E0-E7F6C696F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61542" y="2504740"/>
              <a:ext cx="0" cy="22928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0" name="Line 13">
              <a:extLst>
                <a:ext uri="{FF2B5EF4-FFF2-40B4-BE49-F238E27FC236}">
                  <a16:creationId xmlns:a16="http://schemas.microsoft.com/office/drawing/2014/main" id="{F3E139B0-1D95-68BD-96E6-BEE411A46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3644" y="3131692"/>
              <a:ext cx="27944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1" name="Line 14">
              <a:extLst>
                <a:ext uri="{FF2B5EF4-FFF2-40B4-BE49-F238E27FC236}">
                  <a16:creationId xmlns:a16="http://schemas.microsoft.com/office/drawing/2014/main" id="{88C06198-C0FF-C5C4-4ADF-CEB0EC281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3644" y="4224380"/>
              <a:ext cx="27944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2" name="Line 15">
              <a:extLst>
                <a:ext uri="{FF2B5EF4-FFF2-40B4-BE49-F238E27FC236}">
                  <a16:creationId xmlns:a16="http://schemas.microsoft.com/office/drawing/2014/main" id="{A4895E27-D94F-5766-CA16-72DB98D8F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10431" y="1931526"/>
              <a:ext cx="573213" cy="57321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53" name="Text Box 16">
              <a:extLst>
                <a:ext uri="{FF2B5EF4-FFF2-40B4-BE49-F238E27FC236}">
                  <a16:creationId xmlns:a16="http://schemas.microsoft.com/office/drawing/2014/main" id="{6C2085A7-46CF-E0DF-95C1-9E2F09A1D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8897" y="2074830"/>
              <a:ext cx="561271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CD</a:t>
              </a:r>
            </a:p>
          </p:txBody>
        </p:sp>
        <p:sp>
          <p:nvSpPr>
            <p:cNvPr id="54" name="Text Box 17">
              <a:extLst>
                <a:ext uri="{FF2B5EF4-FFF2-40B4-BE49-F238E27FC236}">
                  <a16:creationId xmlns:a16="http://schemas.microsoft.com/office/drawing/2014/main" id="{251BCD66-184C-497A-E1A0-6A352122B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3734" y="1788223"/>
              <a:ext cx="552315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</a:p>
          </p:txBody>
        </p:sp>
        <p:sp>
          <p:nvSpPr>
            <p:cNvPr id="55" name="Text Box 18">
              <a:extLst>
                <a:ext uri="{FF2B5EF4-FFF2-40B4-BE49-F238E27FC236}">
                  <a16:creationId xmlns:a16="http://schemas.microsoft.com/office/drawing/2014/main" id="{C40B40FB-592B-2116-8637-D80520B8DB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2083" y="2576391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56" name="Text Box 19">
              <a:extLst>
                <a:ext uri="{FF2B5EF4-FFF2-40B4-BE49-F238E27FC236}">
                  <a16:creationId xmlns:a16="http://schemas.microsoft.com/office/drawing/2014/main" id="{60A3F851-EE46-0995-17EF-242835FC8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2083" y="3155576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57" name="Text Box 20">
              <a:extLst>
                <a:ext uri="{FF2B5EF4-FFF2-40B4-BE49-F238E27FC236}">
                  <a16:creationId xmlns:a16="http://schemas.microsoft.com/office/drawing/2014/main" id="{9AB6AD9C-C9CE-B9BA-D24F-F3BE4BEA9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2083" y="3734760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58" name="Text Box 21">
              <a:extLst>
                <a:ext uri="{FF2B5EF4-FFF2-40B4-BE49-F238E27FC236}">
                  <a16:creationId xmlns:a16="http://schemas.microsoft.com/office/drawing/2014/main" id="{15DD8163-F338-F341-EB61-44AF10D36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2083" y="4313944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59" name="Text Box 22">
              <a:extLst>
                <a:ext uri="{FF2B5EF4-FFF2-40B4-BE49-F238E27FC236}">
                  <a16:creationId xmlns:a16="http://schemas.microsoft.com/office/drawing/2014/main" id="{AEF29681-242F-A0FF-9432-581EA2636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3209" y="2074830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60" name="Text Box 23">
              <a:extLst>
                <a:ext uri="{FF2B5EF4-FFF2-40B4-BE49-F238E27FC236}">
                  <a16:creationId xmlns:a16="http://schemas.microsoft.com/office/drawing/2014/main" id="{A031BC5E-BC3F-C45E-CD3F-07A878FDE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4798" y="2074830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61" name="Text Box 24">
              <a:extLst>
                <a:ext uri="{FF2B5EF4-FFF2-40B4-BE49-F238E27FC236}">
                  <a16:creationId xmlns:a16="http://schemas.microsoft.com/office/drawing/2014/main" id="{29AED0A7-951F-3A91-0700-6D3AB767F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4894" y="2074830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62" name="Text Box 25">
              <a:extLst>
                <a:ext uri="{FF2B5EF4-FFF2-40B4-BE49-F238E27FC236}">
                  <a16:creationId xmlns:a16="http://schemas.microsoft.com/office/drawing/2014/main" id="{355D7504-51DB-0BFE-E516-75AB6F353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6484" y="2074830"/>
              <a:ext cx="501562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67" name="Text Box 30">
              <a:extLst>
                <a:ext uri="{FF2B5EF4-FFF2-40B4-BE49-F238E27FC236}">
                  <a16:creationId xmlns:a16="http://schemas.microsoft.com/office/drawing/2014/main" id="{230160DA-24CB-72FB-05A6-98779ACB9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7541" y="3719833"/>
              <a:ext cx="364229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70" name="Text Box 38">
              <a:extLst>
                <a:ext uri="{FF2B5EF4-FFF2-40B4-BE49-F238E27FC236}">
                  <a16:creationId xmlns:a16="http://schemas.microsoft.com/office/drawing/2014/main" id="{75241A0B-5B96-1BD0-8594-9F6D4F45E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7031" y="3719833"/>
              <a:ext cx="364229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77" name="Text Box 30">
              <a:extLst>
                <a:ext uri="{FF2B5EF4-FFF2-40B4-BE49-F238E27FC236}">
                  <a16:creationId xmlns:a16="http://schemas.microsoft.com/office/drawing/2014/main" id="{05506CF8-DD1A-60CC-F64E-3A26A670C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7386" y="371983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8" name="Text Box 38">
              <a:extLst>
                <a:ext uri="{FF2B5EF4-FFF2-40B4-BE49-F238E27FC236}">
                  <a16:creationId xmlns:a16="http://schemas.microsoft.com/office/drawing/2014/main" id="{968C5FF8-42FA-E242-ED84-88F67DFC9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7741" y="371983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6" name="Text Box 30">
              <a:extLst>
                <a:ext uri="{FF2B5EF4-FFF2-40B4-BE49-F238E27FC236}">
                  <a16:creationId xmlns:a16="http://schemas.microsoft.com/office/drawing/2014/main" id="{9FA9BD49-3DEB-150B-60F4-DBDD2A73D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7541" y="4309113"/>
              <a:ext cx="364229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7" name="Text Box 38">
              <a:extLst>
                <a:ext uri="{FF2B5EF4-FFF2-40B4-BE49-F238E27FC236}">
                  <a16:creationId xmlns:a16="http://schemas.microsoft.com/office/drawing/2014/main" id="{B13BAF70-B1E0-9753-B8AD-E34362C32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7031" y="4309113"/>
              <a:ext cx="364229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88" name="Text Box 30">
              <a:extLst>
                <a:ext uri="{FF2B5EF4-FFF2-40B4-BE49-F238E27FC236}">
                  <a16:creationId xmlns:a16="http://schemas.microsoft.com/office/drawing/2014/main" id="{28AEB814-4E4B-5732-2A9A-2E971DABF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7386" y="430911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9" name="Text Box 38">
              <a:extLst>
                <a:ext uri="{FF2B5EF4-FFF2-40B4-BE49-F238E27FC236}">
                  <a16:creationId xmlns:a16="http://schemas.microsoft.com/office/drawing/2014/main" id="{3DCE2440-92BF-2B27-2BE4-A94E3F67F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7741" y="430911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90" name="Text Box 30">
              <a:extLst>
                <a:ext uri="{FF2B5EF4-FFF2-40B4-BE49-F238E27FC236}">
                  <a16:creationId xmlns:a16="http://schemas.microsoft.com/office/drawing/2014/main" id="{610097F1-F561-20FF-AD87-40362654F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7541" y="262255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91" name="Text Box 38">
              <a:extLst>
                <a:ext uri="{FF2B5EF4-FFF2-40B4-BE49-F238E27FC236}">
                  <a16:creationId xmlns:a16="http://schemas.microsoft.com/office/drawing/2014/main" id="{55C72D1C-4A79-78FF-C0A2-AE0E979CF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7031" y="2622553"/>
              <a:ext cx="364229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3" name="Text Box 38">
              <a:extLst>
                <a:ext uri="{FF2B5EF4-FFF2-40B4-BE49-F238E27FC236}">
                  <a16:creationId xmlns:a16="http://schemas.microsoft.com/office/drawing/2014/main" id="{C3E111E5-AE64-B30A-481A-9ADE36E23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7741" y="262255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94" name="Text Box 30">
              <a:extLst>
                <a:ext uri="{FF2B5EF4-FFF2-40B4-BE49-F238E27FC236}">
                  <a16:creationId xmlns:a16="http://schemas.microsoft.com/office/drawing/2014/main" id="{22E8D3A3-CDFD-F1CD-D3D3-56A088AA6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7541" y="318135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95" name="Text Box 38">
              <a:extLst>
                <a:ext uri="{FF2B5EF4-FFF2-40B4-BE49-F238E27FC236}">
                  <a16:creationId xmlns:a16="http://schemas.microsoft.com/office/drawing/2014/main" id="{810BDFDF-E171-4E06-126A-79C390924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7031" y="3181353"/>
              <a:ext cx="364229" cy="4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  <p:sp>
          <p:nvSpPr>
            <p:cNvPr id="96" name="Text Box 30">
              <a:extLst>
                <a:ext uri="{FF2B5EF4-FFF2-40B4-BE49-F238E27FC236}">
                  <a16:creationId xmlns:a16="http://schemas.microsoft.com/office/drawing/2014/main" id="{6886E79C-A68F-5FBE-CF35-D1A4029B7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7386" y="3181353"/>
              <a:ext cx="36420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</a:p>
          </p:txBody>
        </p:sp>
      </p:grpSp>
      <p:sp>
        <p:nvSpPr>
          <p:cNvPr id="98" name="Rectangle 73">
            <a:extLst>
              <a:ext uri="{FF2B5EF4-FFF2-40B4-BE49-F238E27FC236}">
                <a16:creationId xmlns:a16="http://schemas.microsoft.com/office/drawing/2014/main" id="{8B85E2D1-36B2-D09B-E7DB-7C2FCCBF9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0802" y="2567105"/>
            <a:ext cx="1120102" cy="2142063"/>
          </a:xfrm>
          <a:prstGeom prst="roundRect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p:sp>
        <p:nvSpPr>
          <p:cNvPr id="99" name="Rectangle 73">
            <a:extLst>
              <a:ext uri="{FF2B5EF4-FFF2-40B4-BE49-F238E27FC236}">
                <a16:creationId xmlns:a16="http://schemas.microsoft.com/office/drawing/2014/main" id="{0A5CA47B-04D1-D093-3280-95391976B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8258" y="3703369"/>
            <a:ext cx="2532646" cy="1005799"/>
          </a:xfrm>
          <a:prstGeom prst="roundRect">
            <a:avLst/>
          </a:prstGeom>
          <a:noFill/>
          <a:ln w="28575">
            <a:solidFill>
              <a:srgbClr val="034A9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8CA14ECB-EB49-5AA2-66DF-9421C1646FB5}"/>
                  </a:ext>
                </a:extLst>
              </p:cNvPr>
              <p:cNvSpPr txBox="1"/>
              <p:nvPr/>
            </p:nvSpPr>
            <p:spPr>
              <a:xfrm>
                <a:off x="7072507" y="5282381"/>
                <a:ext cx="41441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最简与或式：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8CA14ECB-EB49-5AA2-66DF-9421C1646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507" y="5282381"/>
                <a:ext cx="4144148" cy="461665"/>
              </a:xfrm>
              <a:prstGeom prst="rect">
                <a:avLst/>
              </a:prstGeom>
              <a:blipFill>
                <a:blip r:embed="rId4"/>
                <a:stretch>
                  <a:fillRect l="-2206" t="-12000" b="-2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78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2" grpId="0" animBg="1"/>
      <p:bldP spid="101" grpId="0" animBg="1"/>
      <p:bldP spid="100" grpId="0" animBg="1"/>
      <p:bldP spid="98" grpId="0" animBg="1"/>
      <p:bldP spid="99" grpId="0" animBg="1"/>
      <p:bldP spid="10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622BA-881C-5F38-F75B-0EA5834F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DDF34B0-FB63-D7E4-EFDB-F5777E3C8E5A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D6DBBF8-14E9-8915-31CB-13B61F7A70D0}"/>
              </a:ext>
            </a:extLst>
          </p:cNvPr>
          <p:cNvGrpSpPr/>
          <p:nvPr/>
        </p:nvGrpSpPr>
        <p:grpSpPr>
          <a:xfrm>
            <a:off x="147215" y="2411404"/>
            <a:ext cx="3693334" cy="2042945"/>
            <a:chOff x="117" y="2141"/>
            <a:chExt cx="4129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E8368D6-FAA1-CBC2-9451-8FB0A579F41E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第二章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组合逻辑电路设计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FD19C12-4C0A-C344-FF27-6D5E9F087A5C}"/>
                </a:ext>
              </a:extLst>
            </p:cNvPr>
            <p:cNvSpPr/>
            <p:nvPr/>
          </p:nvSpPr>
          <p:spPr>
            <a:xfrm>
              <a:off x="176" y="4190"/>
              <a:ext cx="4012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Combinational Circuit Design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6938B49-EA64-D19C-C3BE-580A88A5A914}"/>
              </a:ext>
            </a:extLst>
          </p:cNvPr>
          <p:cNvGrpSpPr/>
          <p:nvPr/>
        </p:nvGrpSpPr>
        <p:grpSpPr>
          <a:xfrm>
            <a:off x="4756382" y="1259972"/>
            <a:ext cx="5874985" cy="4365976"/>
            <a:chOff x="4679263" y="1182853"/>
            <a:chExt cx="5874985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6D70A93-6820-EBA4-C4F4-9D2A7D365204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E764F1E5-1DC9-4355-79FB-A55588C1539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585C6A4B-B653-ACFE-778B-E37EAD99ADF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306C28A-8745-CDB9-398C-5C8D7810D793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23D0816D-4B46-15B1-1470-2539F7BEC30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97EFF2E6-6873-06E4-820A-C27ACAA0DB6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组合逻辑电路的化简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F537D54-1E0A-35F4-11D5-624568825DDD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B14AF6EC-0AD8-F050-1D92-7BB1D512571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7E4FCBC3-EF3F-D932-AD48-90CFD31F50D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组合逻辑电路模块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33D85FB-0015-2A34-0113-970F90AE17E9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5AD09593-25E6-B711-1542-73C74CC6273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8894A8D8-D1F7-900A-4051-4E839A8FE5E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组合逻辑电路时序分析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540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E0C0-3C06-3F88-F54A-E789A7F9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9836398-BCA1-FAA1-CF5E-CD667995E817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CF561BC-EC4E-826D-1185-77527E255B30}"/>
              </a:ext>
            </a:extLst>
          </p:cNvPr>
          <p:cNvGrpSpPr/>
          <p:nvPr/>
        </p:nvGrpSpPr>
        <p:grpSpPr>
          <a:xfrm>
            <a:off x="4756382" y="1259972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2AF01CF-499F-6F6D-2154-4B60FB788EFB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13C821B1-8290-120A-1614-957189644D9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98F0FAF3-C85E-D6E2-46A5-9C08FC9A9EE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8564B0D-6480-81FD-9FA1-FF836DF21550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6937F385-3A6A-AC68-6409-2E1799C1819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EB48D46C-12C8-8193-F545-F2ADF0A06AA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DB30219-5E7E-1EBB-427F-6B3B74A1FF76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9D843329-9416-04A5-452D-CC02795E01B5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C94F017B-ED3C-EC26-F91A-5A5669B8D64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F24AFAC-49DA-1146-27B3-B096FD9DDAAF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1F028A09-9774-6940-A18D-B620C54FB921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20B84588-DA78-717E-0F9F-2EA68ABDADF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4E799A21-8E03-11CF-E270-CDC3C32A5AA7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</p:spTree>
    <p:extLst>
      <p:ext uri="{BB962C8B-B14F-4D97-AF65-F5344CB8AC3E}">
        <p14:creationId xmlns:p14="http://schemas.microsoft.com/office/powerpoint/2010/main" val="225941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1D83-749D-42F4-CDE9-D15518F9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CF35B14-B390-AD3F-91CF-2C62237AA565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A066204-B54F-D0CA-53B2-B02FD94E01A6}"/>
              </a:ext>
            </a:extLst>
          </p:cNvPr>
          <p:cNvGrpSpPr/>
          <p:nvPr/>
        </p:nvGrpSpPr>
        <p:grpSpPr>
          <a:xfrm>
            <a:off x="4756382" y="1259972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76C9DF5-B16A-777A-7E7B-42FA1A15F195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C58D9107-C172-3D03-6C8C-A71A507F575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FC7A56F2-AC31-395D-8860-1AB0CED9135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C59F062-9957-2059-1408-C0F80A95D7C5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C457021F-E069-17AD-5A21-2986EE15CB5D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18C74975-2787-4DF9-CFE9-E6F76F728AF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DF6CFCF-C0F9-F1F4-DA5D-D6DA7DD13556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AA698317-9DBE-E835-845D-D716FCB136B2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7671FB1A-86BC-DCC8-6C19-1DE0E24B0F1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12F64D7-E4E1-CBFD-C674-C23E96FBB252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1BCC52F6-E2FA-3D9D-CCFC-BDB6D026EDD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B6FBB8DA-5D5D-A8E4-EBBB-CA624075BF2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C5D974E6-C36F-9C94-BB4A-607EF8EF2368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</p:spTree>
    <p:extLst>
      <p:ext uri="{BB962C8B-B14F-4D97-AF65-F5344CB8AC3E}">
        <p14:creationId xmlns:p14="http://schemas.microsoft.com/office/powerpoint/2010/main" val="105118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8734-BBBA-ADD4-F2E9-78FE7FA8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C13FF22-7409-2F8A-4E79-8933E4EDB65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编码器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60047-F9FE-FBB0-1B0D-C1055916D91C}"/>
              </a:ext>
            </a:extLst>
          </p:cNvPr>
          <p:cNvSpPr txBox="1"/>
          <p:nvPr/>
        </p:nvSpPr>
        <p:spPr>
          <a:xfrm>
            <a:off x="348748" y="1277890"/>
            <a:ext cx="8439652" cy="364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位二进制代码对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N=2</a:t>
            </a:r>
            <a:r>
              <a:rPr lang="en-US" altLang="zh-CN" sz="2400" baseline="30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个特定信息进行编码的逻辑电路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例：设计一个具有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路信号输入的优先级编码器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aseline="-25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aseline="-25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baseline="-25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(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高电平有效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输出：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baseline="-25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（用于判定是否存在有效输入）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功能：将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个输入信号进行二进制编码（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线编码器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B17FF49-A388-45C8-5EC7-125451D97C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300139"/>
              </p:ext>
            </p:extLst>
          </p:nvPr>
        </p:nvGraphicFramePr>
        <p:xfrm>
          <a:off x="8445891" y="2334769"/>
          <a:ext cx="3640822" cy="289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549449" imgH="1225769" progId="Visio.Drawing.15">
                  <p:embed/>
                </p:oleObj>
              </mc:Choice>
              <mc:Fallback>
                <p:oleObj name="Visio" r:id="rId4" imgW="1549449" imgH="1225769" progId="Visio.Drawing.15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45891" y="2334769"/>
                        <a:ext cx="3640822" cy="2891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197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31E1-5527-E489-BEDA-7303117B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8B554E0-B0A2-6A28-7071-529DE599C34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编码器（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12A8FF-E764-EAE8-7C8E-4D887548E852}"/>
              </a:ext>
            </a:extLst>
          </p:cNvPr>
          <p:cNvSpPr txBox="1"/>
          <p:nvPr/>
        </p:nvSpPr>
        <p:spPr>
          <a:xfrm>
            <a:off x="348748" y="1277890"/>
            <a:ext cx="5107172" cy="4520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优先级编码：当有多个信号同时输入时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只对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优先权最高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的一个信号进行编码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zh-CN" altLang="en-US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输出使能端：用于判别电路是否有信号输入，使用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表示。当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Valid=0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表示有信号输入；当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Valid=1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表示无信号输入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2E80E7B-2A32-FED7-B318-46A67A83A1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081091"/>
                  </p:ext>
                </p:extLst>
              </p:nvPr>
            </p:nvGraphicFramePr>
            <p:xfrm>
              <a:off x="5812845" y="1408854"/>
              <a:ext cx="6044086" cy="37046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79913">
                      <a:extLst>
                        <a:ext uri="{9D8B030D-6E8A-4147-A177-3AD203B41FA5}">
                          <a16:colId xmlns:a16="http://schemas.microsoft.com/office/drawing/2014/main" val="2732770"/>
                        </a:ext>
                      </a:extLst>
                    </a:gridCol>
                    <a:gridCol w="921391">
                      <a:extLst>
                        <a:ext uri="{9D8B030D-6E8A-4147-A177-3AD203B41FA5}">
                          <a16:colId xmlns:a16="http://schemas.microsoft.com/office/drawing/2014/main" val="4064307348"/>
                        </a:ext>
                      </a:extLst>
                    </a:gridCol>
                    <a:gridCol w="921391">
                      <a:extLst>
                        <a:ext uri="{9D8B030D-6E8A-4147-A177-3AD203B41FA5}">
                          <a16:colId xmlns:a16="http://schemas.microsoft.com/office/drawing/2014/main" val="2079784252"/>
                        </a:ext>
                      </a:extLst>
                    </a:gridCol>
                    <a:gridCol w="921391">
                      <a:extLst>
                        <a:ext uri="{9D8B030D-6E8A-4147-A177-3AD203B41FA5}">
                          <a16:colId xmlns:a16="http://schemas.microsoft.com/office/drawing/2014/main" val="4126675364"/>
                        </a:ext>
                      </a:extLst>
                    </a:gridCol>
                  </a:tblGrid>
                  <a:tr h="617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i="0" baseline="-25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i="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sz="1800" i="0" kern="1200" baseline="-25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i="0" kern="12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Valid</a:t>
                          </a:r>
                          <a:endParaRPr lang="zh-CN" altLang="en-US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5718348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无有效输入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6725250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有效且</a:t>
                          </a:r>
                          <a:r>
                            <a:rPr lang="zh-CN" altLang="en-US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无效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3100858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有效</a:t>
                          </a:r>
                          <a:r>
                            <a:rPr lang="zh-CN" altLang="en-US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且</a:t>
                          </a:r>
                          <a:r>
                            <a:rPr lang="zh-CN" altLang="en-US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无效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0222874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有效且</a:t>
                          </a:r>
                          <a:r>
                            <a:rPr lang="zh-CN" altLang="en-US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无效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7598438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9765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2E80E7B-2A32-FED7-B318-46A67A83A1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081091"/>
                  </p:ext>
                </p:extLst>
              </p:nvPr>
            </p:nvGraphicFramePr>
            <p:xfrm>
              <a:off x="5812845" y="1408854"/>
              <a:ext cx="6044086" cy="37046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79913">
                      <a:extLst>
                        <a:ext uri="{9D8B030D-6E8A-4147-A177-3AD203B41FA5}">
                          <a16:colId xmlns:a16="http://schemas.microsoft.com/office/drawing/2014/main" val="2732770"/>
                        </a:ext>
                      </a:extLst>
                    </a:gridCol>
                    <a:gridCol w="921391">
                      <a:extLst>
                        <a:ext uri="{9D8B030D-6E8A-4147-A177-3AD203B41FA5}">
                          <a16:colId xmlns:a16="http://schemas.microsoft.com/office/drawing/2014/main" val="4064307348"/>
                        </a:ext>
                      </a:extLst>
                    </a:gridCol>
                    <a:gridCol w="921391">
                      <a:extLst>
                        <a:ext uri="{9D8B030D-6E8A-4147-A177-3AD203B41FA5}">
                          <a16:colId xmlns:a16="http://schemas.microsoft.com/office/drawing/2014/main" val="2079784252"/>
                        </a:ext>
                      </a:extLst>
                    </a:gridCol>
                    <a:gridCol w="921391">
                      <a:extLst>
                        <a:ext uri="{9D8B030D-6E8A-4147-A177-3AD203B41FA5}">
                          <a16:colId xmlns:a16="http://schemas.microsoft.com/office/drawing/2014/main" val="4126675364"/>
                        </a:ext>
                      </a:extLst>
                    </a:gridCol>
                  </a:tblGrid>
                  <a:tr h="617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i="0" baseline="-25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i="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sz="1800" i="0" kern="1200" baseline="-25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800" i="0" kern="12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Valid</a:t>
                          </a:r>
                          <a:endParaRPr lang="zh-CN" altLang="en-US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5718348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无有效输入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6725250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0990" r="-84416" b="-3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3100858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00990" r="-84416" b="-2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0222874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97059" r="-8441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7598438"/>
                      </a:ext>
                    </a:extLst>
                  </a:tr>
                  <a:tr h="6174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01980" r="-84416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9765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354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E30C0-F713-8F59-A4EF-2326FD67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61B8927-E855-ECFB-EF06-7C10BD6841E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编码器（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3" name="下箭头 7">
            <a:extLst>
              <a:ext uri="{FF2B5EF4-FFF2-40B4-BE49-F238E27FC236}">
                <a16:creationId xmlns:a16="http://schemas.microsoft.com/office/drawing/2014/main" id="{CFF85A46-5F32-5899-7FC3-51C3DD2CF369}"/>
              </a:ext>
            </a:extLst>
          </p:cNvPr>
          <p:cNvSpPr/>
          <p:nvPr/>
        </p:nvSpPr>
        <p:spPr>
          <a:xfrm rot="16200000">
            <a:off x="4594615" y="3716683"/>
            <a:ext cx="383524" cy="597849"/>
          </a:xfrm>
          <a:prstGeom prst="downArrow">
            <a:avLst/>
          </a:prstGeom>
          <a:solidFill>
            <a:srgbClr val="034A9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404CD53-1987-EA1A-CAF9-B9AB2E6C6C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483257"/>
                  </p:ext>
                </p:extLst>
              </p:nvPr>
            </p:nvGraphicFramePr>
            <p:xfrm>
              <a:off x="118385" y="2859459"/>
              <a:ext cx="4385010" cy="205267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79591">
                      <a:extLst>
                        <a:ext uri="{9D8B030D-6E8A-4147-A177-3AD203B41FA5}">
                          <a16:colId xmlns:a16="http://schemas.microsoft.com/office/drawing/2014/main" val="2732770"/>
                        </a:ext>
                      </a:extLst>
                    </a:gridCol>
                    <a:gridCol w="668473">
                      <a:extLst>
                        <a:ext uri="{9D8B030D-6E8A-4147-A177-3AD203B41FA5}">
                          <a16:colId xmlns:a16="http://schemas.microsoft.com/office/drawing/2014/main" val="4064307348"/>
                        </a:ext>
                      </a:extLst>
                    </a:gridCol>
                    <a:gridCol w="668473">
                      <a:extLst>
                        <a:ext uri="{9D8B030D-6E8A-4147-A177-3AD203B41FA5}">
                          <a16:colId xmlns:a16="http://schemas.microsoft.com/office/drawing/2014/main" val="2079784252"/>
                        </a:ext>
                      </a:extLst>
                    </a:gridCol>
                    <a:gridCol w="668473">
                      <a:extLst>
                        <a:ext uri="{9D8B030D-6E8A-4147-A177-3AD203B41FA5}">
                          <a16:colId xmlns:a16="http://schemas.microsoft.com/office/drawing/2014/main" val="4126675364"/>
                        </a:ext>
                      </a:extLst>
                    </a:gridCol>
                  </a:tblGrid>
                  <a:tr h="3421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sz="1400" i="0" baseline="-25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i="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sz="1400" i="0" kern="1200" baseline="-25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400" i="0" kern="12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Valid</a:t>
                          </a:r>
                          <a:endParaRPr lang="zh-CN" altLang="en-US" sz="1400" b="0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5718348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无有效输入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6725250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1400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有效且</a:t>
                          </a:r>
                          <a:r>
                            <a:rPr lang="zh-CN" altLang="en-US" sz="1400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无效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3100858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有效</a:t>
                          </a:r>
                          <a:r>
                            <a:rPr lang="zh-CN" altLang="en-US" sz="1400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且</a:t>
                          </a:r>
                          <a:r>
                            <a:rPr lang="zh-CN" altLang="en-US" sz="1400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无效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0222874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有效且</a:t>
                          </a:r>
                          <a:r>
                            <a:rPr lang="zh-CN" altLang="en-US" sz="1400" b="0" i="1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无效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7598438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9765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404CD53-1987-EA1A-CAF9-B9AB2E6C6C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9483257"/>
                  </p:ext>
                </p:extLst>
              </p:nvPr>
            </p:nvGraphicFramePr>
            <p:xfrm>
              <a:off x="118385" y="2859459"/>
              <a:ext cx="4385010" cy="205267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79591">
                      <a:extLst>
                        <a:ext uri="{9D8B030D-6E8A-4147-A177-3AD203B41FA5}">
                          <a16:colId xmlns:a16="http://schemas.microsoft.com/office/drawing/2014/main" val="2732770"/>
                        </a:ext>
                      </a:extLst>
                    </a:gridCol>
                    <a:gridCol w="668473">
                      <a:extLst>
                        <a:ext uri="{9D8B030D-6E8A-4147-A177-3AD203B41FA5}">
                          <a16:colId xmlns:a16="http://schemas.microsoft.com/office/drawing/2014/main" val="4064307348"/>
                        </a:ext>
                      </a:extLst>
                    </a:gridCol>
                    <a:gridCol w="668473">
                      <a:extLst>
                        <a:ext uri="{9D8B030D-6E8A-4147-A177-3AD203B41FA5}">
                          <a16:colId xmlns:a16="http://schemas.microsoft.com/office/drawing/2014/main" val="2079784252"/>
                        </a:ext>
                      </a:extLst>
                    </a:gridCol>
                    <a:gridCol w="668473">
                      <a:extLst>
                        <a:ext uri="{9D8B030D-6E8A-4147-A177-3AD203B41FA5}">
                          <a16:colId xmlns:a16="http://schemas.microsoft.com/office/drawing/2014/main" val="4126675364"/>
                        </a:ext>
                      </a:extLst>
                    </a:gridCol>
                  </a:tblGrid>
                  <a:tr h="3421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sz="1400" i="0" baseline="-25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i="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i="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</a:t>
                          </a:r>
                          <a:r>
                            <a:rPr lang="en-US" altLang="zh-CN" sz="1400" i="0" kern="1200" baseline="-25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1400" i="0" kern="1200" baseline="-25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b="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Valid</a:t>
                          </a:r>
                          <a:endParaRPr lang="zh-CN" altLang="en-US" sz="1400" b="0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45718348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无有效输入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solidFill>
                              <a:srgbClr val="FF000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6725250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96491" r="-84399" b="-307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3100858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01786" r="-84399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10222874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1786" r="-84399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17598438"/>
                      </a:ext>
                    </a:extLst>
                  </a:tr>
                  <a:tr h="3421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01786" r="-84399" b="-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249765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下箭头 12">
            <a:extLst>
              <a:ext uri="{FF2B5EF4-FFF2-40B4-BE49-F238E27FC236}">
                <a16:creationId xmlns:a16="http://schemas.microsoft.com/office/drawing/2014/main" id="{43FB237D-70FE-9E93-9EB2-64BA35E30178}"/>
              </a:ext>
            </a:extLst>
          </p:cNvPr>
          <p:cNvSpPr/>
          <p:nvPr/>
        </p:nvSpPr>
        <p:spPr>
          <a:xfrm rot="16200000">
            <a:off x="8475636" y="3688974"/>
            <a:ext cx="383524" cy="653265"/>
          </a:xfrm>
          <a:prstGeom prst="downArrow">
            <a:avLst/>
          </a:prstGeom>
          <a:solidFill>
            <a:srgbClr val="034A9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4814593-72EB-F804-5DB0-30AC1C7D142F}"/>
              </a:ext>
            </a:extLst>
          </p:cNvPr>
          <p:cNvGrpSpPr/>
          <p:nvPr/>
        </p:nvGrpSpPr>
        <p:grpSpPr>
          <a:xfrm>
            <a:off x="5089474" y="857738"/>
            <a:ext cx="3221400" cy="5148127"/>
            <a:chOff x="5369977" y="1070728"/>
            <a:chExt cx="2431495" cy="4611020"/>
          </a:xfrm>
        </p:grpSpPr>
        <p:graphicFrame>
          <p:nvGraphicFramePr>
            <p:cNvPr id="8" name="内容占位符 4">
              <a:extLst>
                <a:ext uri="{FF2B5EF4-FFF2-40B4-BE49-F238E27FC236}">
                  <a16:creationId xmlns:a16="http://schemas.microsoft.com/office/drawing/2014/main" id="{E04165F1-CBE9-E407-D709-0AA5034730D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36652669"/>
                </p:ext>
              </p:extLst>
            </p:nvPr>
          </p:nvGraphicFramePr>
          <p:xfrm>
            <a:off x="5369977" y="1680149"/>
            <a:ext cx="2431495" cy="4001599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460200">
                    <a:extLst>
                      <a:ext uri="{9D8B030D-6E8A-4147-A177-3AD203B41FA5}">
                        <a16:colId xmlns:a16="http://schemas.microsoft.com/office/drawing/2014/main" val="1885618818"/>
                      </a:ext>
                    </a:extLst>
                  </a:gridCol>
                  <a:gridCol w="460200">
                    <a:extLst>
                      <a:ext uri="{9D8B030D-6E8A-4147-A177-3AD203B41FA5}">
                        <a16:colId xmlns:a16="http://schemas.microsoft.com/office/drawing/2014/main" val="3260722341"/>
                      </a:ext>
                    </a:extLst>
                  </a:gridCol>
                  <a:gridCol w="460200">
                    <a:extLst>
                      <a:ext uri="{9D8B030D-6E8A-4147-A177-3AD203B41FA5}">
                        <a16:colId xmlns:a16="http://schemas.microsoft.com/office/drawing/2014/main" val="1509844100"/>
                      </a:ext>
                    </a:extLst>
                  </a:gridCol>
                  <a:gridCol w="460200">
                    <a:extLst>
                      <a:ext uri="{9D8B030D-6E8A-4147-A177-3AD203B41FA5}">
                        <a16:colId xmlns:a16="http://schemas.microsoft.com/office/drawing/2014/main" val="735123590"/>
                      </a:ext>
                    </a:extLst>
                  </a:gridCol>
                  <a:gridCol w="460200">
                    <a:extLst>
                      <a:ext uri="{9D8B030D-6E8A-4147-A177-3AD203B41FA5}">
                        <a16:colId xmlns:a16="http://schemas.microsoft.com/office/drawing/2014/main" val="309718676"/>
                      </a:ext>
                    </a:extLst>
                  </a:gridCol>
                  <a:gridCol w="460200">
                    <a:extLst>
                      <a:ext uri="{9D8B030D-6E8A-4147-A177-3AD203B41FA5}">
                        <a16:colId xmlns:a16="http://schemas.microsoft.com/office/drawing/2014/main" val="2620105900"/>
                      </a:ext>
                    </a:extLst>
                  </a:gridCol>
                  <a:gridCol w="460200">
                    <a:extLst>
                      <a:ext uri="{9D8B030D-6E8A-4147-A177-3AD203B41FA5}">
                        <a16:colId xmlns:a16="http://schemas.microsoft.com/office/drawing/2014/main" val="1875702159"/>
                      </a:ext>
                    </a:extLst>
                  </a:gridCol>
                </a:tblGrid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3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2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baseline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A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baseline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A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baseline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Valid</a:t>
                        </a:r>
                        <a:endPara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0" marR="0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833688131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28172223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850006571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183151939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3529919774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332819225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710095761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242719958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30016884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835078634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037264626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495483245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877006292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988261392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3695896487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406957865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874345923"/>
                    </a:ext>
                  </a:extLst>
                </a:tr>
              </a:tbl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489BE1D-9424-5636-2283-508024607AD4}"/>
                </a:ext>
              </a:extLst>
            </p:cNvPr>
            <p:cNvSpPr txBox="1"/>
            <p:nvPr/>
          </p:nvSpPr>
          <p:spPr>
            <a:xfrm>
              <a:off x="6234507" y="1070728"/>
              <a:ext cx="720155" cy="3583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真值表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6DA2CAE-4866-1611-E8C2-396CF00A559D}"/>
              </a:ext>
            </a:extLst>
          </p:cNvPr>
          <p:cNvGrpSpPr/>
          <p:nvPr/>
        </p:nvGrpSpPr>
        <p:grpSpPr>
          <a:xfrm>
            <a:off x="9129851" y="2515672"/>
            <a:ext cx="2836330" cy="2288356"/>
            <a:chOff x="9276468" y="2414072"/>
            <a:chExt cx="2836330" cy="2288356"/>
          </a:xfrm>
        </p:grpSpPr>
        <p:graphicFrame>
          <p:nvGraphicFramePr>
            <p:cNvPr id="11" name="内容占位符 4">
              <a:extLst>
                <a:ext uri="{FF2B5EF4-FFF2-40B4-BE49-F238E27FC236}">
                  <a16:creationId xmlns:a16="http://schemas.microsoft.com/office/drawing/2014/main" id="{F234CE22-5171-C30C-1FB5-953515CE879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25992404"/>
                </p:ext>
              </p:extLst>
            </p:nvPr>
          </p:nvGraphicFramePr>
          <p:xfrm>
            <a:off x="9276468" y="3125586"/>
            <a:ext cx="2836330" cy="1576842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405190">
                    <a:extLst>
                      <a:ext uri="{9D8B030D-6E8A-4147-A177-3AD203B41FA5}">
                        <a16:colId xmlns:a16="http://schemas.microsoft.com/office/drawing/2014/main" val="1885618818"/>
                      </a:ext>
                    </a:extLst>
                  </a:gridCol>
                  <a:gridCol w="405190">
                    <a:extLst>
                      <a:ext uri="{9D8B030D-6E8A-4147-A177-3AD203B41FA5}">
                        <a16:colId xmlns:a16="http://schemas.microsoft.com/office/drawing/2014/main" val="3260722341"/>
                      </a:ext>
                    </a:extLst>
                  </a:gridCol>
                  <a:gridCol w="405190">
                    <a:extLst>
                      <a:ext uri="{9D8B030D-6E8A-4147-A177-3AD203B41FA5}">
                        <a16:colId xmlns:a16="http://schemas.microsoft.com/office/drawing/2014/main" val="1509844100"/>
                      </a:ext>
                    </a:extLst>
                  </a:gridCol>
                  <a:gridCol w="405190">
                    <a:extLst>
                      <a:ext uri="{9D8B030D-6E8A-4147-A177-3AD203B41FA5}">
                        <a16:colId xmlns:a16="http://schemas.microsoft.com/office/drawing/2014/main" val="735123590"/>
                      </a:ext>
                    </a:extLst>
                  </a:gridCol>
                  <a:gridCol w="323789">
                    <a:extLst>
                      <a:ext uri="{9D8B030D-6E8A-4147-A177-3AD203B41FA5}">
                        <a16:colId xmlns:a16="http://schemas.microsoft.com/office/drawing/2014/main" val="309718676"/>
                      </a:ext>
                    </a:extLst>
                  </a:gridCol>
                  <a:gridCol w="304800">
                    <a:extLst>
                      <a:ext uri="{9D8B030D-6E8A-4147-A177-3AD203B41FA5}">
                        <a16:colId xmlns:a16="http://schemas.microsoft.com/office/drawing/2014/main" val="2620105900"/>
                      </a:ext>
                    </a:extLst>
                  </a:gridCol>
                  <a:gridCol w="586981">
                    <a:extLst>
                      <a:ext uri="{9D8B030D-6E8A-4147-A177-3AD203B41FA5}">
                        <a16:colId xmlns:a16="http://schemas.microsoft.com/office/drawing/2014/main" val="1875702159"/>
                      </a:ext>
                    </a:extLst>
                  </a:gridCol>
                </a:tblGrid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3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2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baseline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A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0" marR="0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baseline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A</a:t>
                        </a:r>
                        <a:r>
                          <a:rPr lang="en-US" altLang="zh-CN" sz="1400" baseline="-25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0" marR="0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baseline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Valid</a:t>
                        </a:r>
                        <a:endPara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0" marR="0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</a:tcPr>
                  </a:tc>
                  <a:extLst>
                    <a:ext uri="{0D108BD9-81ED-4DB2-BD59-A6C34878D82A}">
                      <a16:rowId xmlns:a16="http://schemas.microsoft.com/office/drawing/2014/main" val="833688131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28172223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2850006571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4183151939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332819225"/>
                    </a:ext>
                  </a:extLst>
                </a:tr>
                <a:tr h="262807"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X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1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zh-CN" sz="14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a:t>0</a:t>
                        </a:r>
                        <a:endPara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endParaRPr>
                      </a:p>
                    </a:txBody>
                    <a:tcPr marL="84976" marR="84976" marT="36000" marB="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835078634"/>
                    </a:ext>
                  </a:extLst>
                </a:tr>
              </a:tbl>
            </a:graphicData>
          </a:graphic>
        </p:graphicFrame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1B53A29-DFEB-CD45-5539-089D9E6384D0}"/>
                </a:ext>
              </a:extLst>
            </p:cNvPr>
            <p:cNvSpPr txBox="1"/>
            <p:nvPr/>
          </p:nvSpPr>
          <p:spPr>
            <a:xfrm>
              <a:off x="9448138" y="2414072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使用无关项简化真值表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325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49F4-90DE-6CF9-795E-415D3AE0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B815A40A-1FAA-3218-8FF9-A9D0D7475F4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编码器（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AutoShape 117">
            <a:extLst>
              <a:ext uri="{FF2B5EF4-FFF2-40B4-BE49-F238E27FC236}">
                <a16:creationId xmlns:a16="http://schemas.microsoft.com/office/drawing/2014/main" id="{F1AAD7EA-FFDA-60BD-6167-55B46E0B9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6732" y="4719520"/>
            <a:ext cx="2151517" cy="76702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sp>
        <p:nvSpPr>
          <p:cNvPr id="4" name="AutoShape 118">
            <a:extLst>
              <a:ext uri="{FF2B5EF4-FFF2-40B4-BE49-F238E27FC236}">
                <a16:creationId xmlns:a16="http://schemas.microsoft.com/office/drawing/2014/main" id="{E1111C4D-F565-F508-B924-5BEE68AEA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0368" y="5188521"/>
            <a:ext cx="2160724" cy="769027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124">
                <a:extLst>
                  <a:ext uri="{FF2B5EF4-FFF2-40B4-BE49-F238E27FC236}">
                    <a16:creationId xmlns:a16="http://schemas.microsoft.com/office/drawing/2014/main" id="{965F75F4-4281-09ED-F904-CF4B88A4AD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76732" y="2462579"/>
                <a:ext cx="194915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rgbClr val="034A90"/>
                  </a:solidFill>
                </a:endParaRPr>
              </a:p>
            </p:txBody>
          </p:sp>
        </mc:Choice>
        <mc:Fallback xmlns="">
          <p:sp>
            <p:nvSpPr>
              <p:cNvPr id="13" name="Text Box 124">
                <a:extLst>
                  <a:ext uri="{FF2B5EF4-FFF2-40B4-BE49-F238E27FC236}">
                    <a16:creationId xmlns:a16="http://schemas.microsoft.com/office/drawing/2014/main" id="{965F75F4-4281-09ED-F904-CF4B88A4A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76732" y="2462579"/>
                <a:ext cx="1949153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25">
                <a:extLst>
                  <a:ext uri="{FF2B5EF4-FFF2-40B4-BE49-F238E27FC236}">
                    <a16:creationId xmlns:a16="http://schemas.microsoft.com/office/drawing/2014/main" id="{B4978398-6EE2-7E32-3AC1-FF58B291DA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56061" y="2466504"/>
                <a:ext cx="238225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rgbClr val="034A90"/>
                  </a:solidFill>
                </a:endParaRPr>
              </a:p>
            </p:txBody>
          </p:sp>
        </mc:Choice>
        <mc:Fallback xmlns="">
          <p:sp>
            <p:nvSpPr>
              <p:cNvPr id="14" name="Text Box 125">
                <a:extLst>
                  <a:ext uri="{FF2B5EF4-FFF2-40B4-BE49-F238E27FC236}">
                    <a16:creationId xmlns:a16="http://schemas.microsoft.com/office/drawing/2014/main" id="{B4978398-6EE2-7E32-3AC1-FF58B291D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6061" y="2466504"/>
                <a:ext cx="2382254" cy="400110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A75F45-B83E-4CF6-E519-D2916FE66A31}"/>
              </a:ext>
            </a:extLst>
          </p:cNvPr>
          <p:cNvGrpSpPr/>
          <p:nvPr/>
        </p:nvGrpSpPr>
        <p:grpSpPr>
          <a:xfrm>
            <a:off x="8410819" y="3180932"/>
            <a:ext cx="3080143" cy="2818162"/>
            <a:chOff x="8410819" y="3434932"/>
            <a:chExt cx="3080143" cy="2818162"/>
          </a:xfrm>
        </p:grpSpPr>
        <p:grpSp>
          <p:nvGrpSpPr>
            <p:cNvPr id="16" name="Group 191">
              <a:extLst>
                <a:ext uri="{FF2B5EF4-FFF2-40B4-BE49-F238E27FC236}">
                  <a16:creationId xmlns:a16="http://schemas.microsoft.com/office/drawing/2014/main" id="{5ADB30A9-023C-70CF-722C-8F7B2D1F95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10819" y="3696358"/>
              <a:ext cx="3080143" cy="2556736"/>
              <a:chOff x="1872" y="96"/>
              <a:chExt cx="2554" cy="2120"/>
            </a:xfrm>
          </p:grpSpPr>
          <p:sp>
            <p:nvSpPr>
              <p:cNvPr id="18" name="Rectangle 8">
                <a:extLst>
                  <a:ext uri="{FF2B5EF4-FFF2-40B4-BE49-F238E27FC236}">
                    <a16:creationId xmlns:a16="http://schemas.microsoft.com/office/drawing/2014/main" id="{087E0269-EB54-DA46-EE4E-C758A13DE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4" y="672"/>
                <a:ext cx="1872" cy="1536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9">
                <a:extLst>
                  <a:ext uri="{FF2B5EF4-FFF2-40B4-BE49-F238E27FC236}">
                    <a16:creationId xmlns:a16="http://schemas.microsoft.com/office/drawing/2014/main" id="{78481114-9A2C-0C59-7597-E56A5957E0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4" y="1440"/>
                <a:ext cx="187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10">
                <a:extLst>
                  <a:ext uri="{FF2B5EF4-FFF2-40B4-BE49-F238E27FC236}">
                    <a16:creationId xmlns:a16="http://schemas.microsoft.com/office/drawing/2014/main" id="{48A6EEF1-E518-2322-F50A-5BA207EBD2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8" y="672"/>
                <a:ext cx="0" cy="15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11">
                <a:extLst>
                  <a:ext uri="{FF2B5EF4-FFF2-40B4-BE49-F238E27FC236}">
                    <a16:creationId xmlns:a16="http://schemas.microsoft.com/office/drawing/2014/main" id="{9BD93BCB-78FB-D547-0505-B6170D717F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2" y="672"/>
                <a:ext cx="0" cy="15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12">
                <a:extLst>
                  <a:ext uri="{FF2B5EF4-FFF2-40B4-BE49-F238E27FC236}">
                    <a16:creationId xmlns:a16="http://schemas.microsoft.com/office/drawing/2014/main" id="{9A7F60B0-57DC-CC3C-98B0-044D4EB57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6" y="672"/>
                <a:ext cx="0" cy="15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Line 13">
                <a:extLst>
                  <a:ext uri="{FF2B5EF4-FFF2-40B4-BE49-F238E27FC236}">
                    <a16:creationId xmlns:a16="http://schemas.microsoft.com/office/drawing/2014/main" id="{FB3AB5D3-A62D-FA0C-7D26-F3B389AE47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4" y="1092"/>
                <a:ext cx="187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Line 14">
                <a:extLst>
                  <a:ext uri="{FF2B5EF4-FFF2-40B4-BE49-F238E27FC236}">
                    <a16:creationId xmlns:a16="http://schemas.microsoft.com/office/drawing/2014/main" id="{5C26FD54-15B3-F468-9441-0A82CA466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4" y="1824"/>
                <a:ext cx="187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Line 15">
                <a:extLst>
                  <a:ext uri="{FF2B5EF4-FFF2-40B4-BE49-F238E27FC236}">
                    <a16:creationId xmlns:a16="http://schemas.microsoft.com/office/drawing/2014/main" id="{102A0D7A-C87F-CCE5-6474-A470F84105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70" y="288"/>
                <a:ext cx="384" cy="38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Text Box 16">
                <a:extLst>
                  <a:ext uri="{FF2B5EF4-FFF2-40B4-BE49-F238E27FC236}">
                    <a16:creationId xmlns:a16="http://schemas.microsoft.com/office/drawing/2014/main" id="{4C387823-6552-90A1-9821-14FCFCFA6D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432"/>
                <a:ext cx="62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000" baseline="-25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en-US" altLang="zh-CN" sz="2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000" baseline="-25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Text Box 17">
                <a:extLst>
                  <a:ext uri="{FF2B5EF4-FFF2-40B4-BE49-F238E27FC236}">
                    <a16:creationId xmlns:a16="http://schemas.microsoft.com/office/drawing/2014/main" id="{65BC25CD-EC9B-F8A1-23CD-61C4A56161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4" y="96"/>
                <a:ext cx="62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000" baseline="-25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en-US" altLang="zh-CN" sz="2000" baseline="-25000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Text Box 18">
                <a:extLst>
                  <a:ext uri="{FF2B5EF4-FFF2-40B4-BE49-F238E27FC236}">
                    <a16:creationId xmlns:a16="http://schemas.microsoft.com/office/drawing/2014/main" id="{76ED25BE-EC99-6131-0A9F-544FA90C2D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6" y="720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30" name="Text Box 19">
                <a:extLst>
                  <a:ext uri="{FF2B5EF4-FFF2-40B4-BE49-F238E27FC236}">
                    <a16:creationId xmlns:a16="http://schemas.microsoft.com/office/drawing/2014/main" id="{86C641D5-B5C0-2A81-668C-7AB14B6A7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6" y="1108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31" name="Text Box 20">
                <a:extLst>
                  <a:ext uri="{FF2B5EF4-FFF2-40B4-BE49-F238E27FC236}">
                    <a16:creationId xmlns:a16="http://schemas.microsoft.com/office/drawing/2014/main" id="{FA5215B3-3775-D9B7-FA52-286A1C31EC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6" y="1496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32" name="Text Box 21">
                <a:extLst>
                  <a:ext uri="{FF2B5EF4-FFF2-40B4-BE49-F238E27FC236}">
                    <a16:creationId xmlns:a16="http://schemas.microsoft.com/office/drawing/2014/main" id="{55BD0821-0FC4-4626-AA3D-7045FF3B2A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6" y="1884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33" name="Text Box 22">
                <a:extLst>
                  <a:ext uri="{FF2B5EF4-FFF2-40B4-BE49-F238E27FC236}">
                    <a16:creationId xmlns:a16="http://schemas.microsoft.com/office/drawing/2014/main" id="{0F9AA419-C189-5EFE-9FC9-076840949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4" y="384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</a:p>
            </p:txBody>
          </p:sp>
          <p:sp>
            <p:nvSpPr>
              <p:cNvPr id="34" name="Text Box 23">
                <a:extLst>
                  <a:ext uri="{FF2B5EF4-FFF2-40B4-BE49-F238E27FC236}">
                    <a16:creationId xmlns:a16="http://schemas.microsoft.com/office/drawing/2014/main" id="{88B91591-DBDF-CB96-12B9-33965BF98A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7" y="384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35" name="Text Box 24">
                <a:extLst>
                  <a:ext uri="{FF2B5EF4-FFF2-40B4-BE49-F238E27FC236}">
                    <a16:creationId xmlns:a16="http://schemas.microsoft.com/office/drawing/2014/main" id="{155A376D-F3A1-9D6D-8B62-F48A3E0B28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0" y="384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</a:p>
            </p:txBody>
          </p:sp>
          <p:sp>
            <p:nvSpPr>
              <p:cNvPr id="36" name="Text Box 25">
                <a:extLst>
                  <a:ext uri="{FF2B5EF4-FFF2-40B4-BE49-F238E27FC236}">
                    <a16:creationId xmlns:a16="http://schemas.microsoft.com/office/drawing/2014/main" id="{16C0FA72-3BA4-E80E-8140-E6C39E5CC8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3" y="384"/>
                <a:ext cx="416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</a:p>
            </p:txBody>
          </p:sp>
          <p:sp>
            <p:nvSpPr>
              <p:cNvPr id="37" name="Text Box 29">
                <a:extLst>
                  <a:ext uri="{FF2B5EF4-FFF2-40B4-BE49-F238E27FC236}">
                    <a16:creationId xmlns:a16="http://schemas.microsoft.com/office/drawing/2014/main" id="{5C054C0D-50E6-BF7D-E89C-9F788D081D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8" y="1862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38" name="Text Box 31">
                <a:extLst>
                  <a:ext uri="{FF2B5EF4-FFF2-40B4-BE49-F238E27FC236}">
                    <a16:creationId xmlns:a16="http://schemas.microsoft.com/office/drawing/2014/main" id="{3AEE5FF0-9672-3DCD-F7E9-A053DC628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1152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39" name="Text Box 69">
                <a:extLst>
                  <a:ext uri="{FF2B5EF4-FFF2-40B4-BE49-F238E27FC236}">
                    <a16:creationId xmlns:a16="http://schemas.microsoft.com/office/drawing/2014/main" id="{77D7C80E-CC52-AEEA-F3CD-E15FF8611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733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40" name="Text Box 70">
                <a:extLst>
                  <a:ext uri="{FF2B5EF4-FFF2-40B4-BE49-F238E27FC236}">
                    <a16:creationId xmlns:a16="http://schemas.microsoft.com/office/drawing/2014/main" id="{27CCFF51-BAAC-87FF-76EB-BE3B84DBD0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725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41" name="Text Box 71">
                <a:extLst>
                  <a:ext uri="{FF2B5EF4-FFF2-40B4-BE49-F238E27FC236}">
                    <a16:creationId xmlns:a16="http://schemas.microsoft.com/office/drawing/2014/main" id="{57F28390-BD8F-995B-E0C8-B24308AB0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1152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2" name="Text Box 72">
                <a:extLst>
                  <a:ext uri="{FF2B5EF4-FFF2-40B4-BE49-F238E27FC236}">
                    <a16:creationId xmlns:a16="http://schemas.microsoft.com/office/drawing/2014/main" id="{2DB1E332-6B25-7006-EB60-97B1379B5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152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3" name="Text Box 73">
                <a:extLst>
                  <a:ext uri="{FF2B5EF4-FFF2-40B4-BE49-F238E27FC236}">
                    <a16:creationId xmlns:a16="http://schemas.microsoft.com/office/drawing/2014/main" id="{B4AB9873-67C7-2C30-BD27-CC43961F6E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1152"/>
                <a:ext cx="349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</a:t>
                </a:r>
              </a:p>
            </p:txBody>
          </p:sp>
          <p:sp>
            <p:nvSpPr>
              <p:cNvPr id="44" name="Text Box 74">
                <a:extLst>
                  <a:ext uri="{FF2B5EF4-FFF2-40B4-BE49-F238E27FC236}">
                    <a16:creationId xmlns:a16="http://schemas.microsoft.com/office/drawing/2014/main" id="{3CB65C4D-3DCB-3F5C-6727-A422B1E086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0" y="1488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5" name="Text Box 75">
                <a:extLst>
                  <a:ext uri="{FF2B5EF4-FFF2-40B4-BE49-F238E27FC236}">
                    <a16:creationId xmlns:a16="http://schemas.microsoft.com/office/drawing/2014/main" id="{EF2C85FF-AF25-9DF6-6F53-9B58970526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8" y="1489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6" name="Text Box 76">
                <a:extLst>
                  <a:ext uri="{FF2B5EF4-FFF2-40B4-BE49-F238E27FC236}">
                    <a16:creationId xmlns:a16="http://schemas.microsoft.com/office/drawing/2014/main" id="{FCBA6717-F860-9454-15FE-AAA9F083F6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6" y="1480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7" name="Text Box 77">
                <a:extLst>
                  <a:ext uri="{FF2B5EF4-FFF2-40B4-BE49-F238E27FC236}">
                    <a16:creationId xmlns:a16="http://schemas.microsoft.com/office/drawing/2014/main" id="{64991FE4-A1CF-45D3-9B0D-E6C3C8102B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3" y="1480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8" name="Text Box 78">
                <a:extLst>
                  <a:ext uri="{FF2B5EF4-FFF2-40B4-BE49-F238E27FC236}">
                    <a16:creationId xmlns:a16="http://schemas.microsoft.com/office/drawing/2014/main" id="{96B7EAA9-31F1-9019-B233-5FA82BA4F4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0" y="1840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49" name="Text Box 79">
                <a:extLst>
                  <a:ext uri="{FF2B5EF4-FFF2-40B4-BE49-F238E27FC236}">
                    <a16:creationId xmlns:a16="http://schemas.microsoft.com/office/drawing/2014/main" id="{8947B3C8-D7E1-D273-B1D6-329BC79F85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9" y="1848"/>
                <a:ext cx="310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50" name="Text Box 80">
                <a:extLst>
                  <a:ext uri="{FF2B5EF4-FFF2-40B4-BE49-F238E27FC236}">
                    <a16:creationId xmlns:a16="http://schemas.microsoft.com/office/drawing/2014/main" id="{4175F087-5715-1D2D-3F07-BB00ECCB7B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4" y="1848"/>
                <a:ext cx="310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51" name="Text Box 81">
                <a:extLst>
                  <a:ext uri="{FF2B5EF4-FFF2-40B4-BE49-F238E27FC236}">
                    <a16:creationId xmlns:a16="http://schemas.microsoft.com/office/drawing/2014/main" id="{AFD2C8B9-F670-95C9-C9B8-5E073F6E9A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730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  <p:sp>
            <p:nvSpPr>
              <p:cNvPr id="52" name="Text Box 82">
                <a:extLst>
                  <a:ext uri="{FF2B5EF4-FFF2-40B4-BE49-F238E27FC236}">
                    <a16:creationId xmlns:a16="http://schemas.microsoft.com/office/drawing/2014/main" id="{4F04CB34-D518-6192-EAB5-578B4400E3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3" y="719"/>
                <a:ext cx="285" cy="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</a:p>
            </p:txBody>
          </p:sp>
        </p:grpSp>
        <p:sp>
          <p:nvSpPr>
            <p:cNvPr id="17" name="Text Box 152">
              <a:extLst>
                <a:ext uri="{FF2B5EF4-FFF2-40B4-BE49-F238E27FC236}">
                  <a16:creationId xmlns:a16="http://schemas.microsoft.com/office/drawing/2014/main" id="{F56645B0-59AD-4BAB-D15B-AF5902600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7698" y="3434932"/>
              <a:ext cx="15859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3" name="内容占位符 4">
            <a:extLst>
              <a:ext uri="{FF2B5EF4-FFF2-40B4-BE49-F238E27FC236}">
                <a16:creationId xmlns:a16="http://schemas.microsoft.com/office/drawing/2014/main" id="{27D610A6-4F46-C253-4354-6FA0B82F41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3611727"/>
              </p:ext>
            </p:extLst>
          </p:nvPr>
        </p:nvGraphicFramePr>
        <p:xfrm>
          <a:off x="330276" y="1121029"/>
          <a:ext cx="4159288" cy="48780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4184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  <a:gridCol w="594184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  <a:gridCol w="594184">
                  <a:extLst>
                    <a:ext uri="{9D8B030D-6E8A-4147-A177-3AD203B41FA5}">
                      <a16:colId xmlns:a16="http://schemas.microsoft.com/office/drawing/2014/main" val="1509844100"/>
                    </a:ext>
                  </a:extLst>
                </a:gridCol>
                <a:gridCol w="594184">
                  <a:extLst>
                    <a:ext uri="{9D8B030D-6E8A-4147-A177-3AD203B41FA5}">
                      <a16:colId xmlns:a16="http://schemas.microsoft.com/office/drawing/2014/main" val="735123590"/>
                    </a:ext>
                  </a:extLst>
                </a:gridCol>
                <a:gridCol w="594184">
                  <a:extLst>
                    <a:ext uri="{9D8B030D-6E8A-4147-A177-3AD203B41FA5}">
                      <a16:colId xmlns:a16="http://schemas.microsoft.com/office/drawing/2014/main" val="309718676"/>
                    </a:ext>
                  </a:extLst>
                </a:gridCol>
                <a:gridCol w="594184">
                  <a:extLst>
                    <a:ext uri="{9D8B030D-6E8A-4147-A177-3AD203B41FA5}">
                      <a16:colId xmlns:a16="http://schemas.microsoft.com/office/drawing/2014/main" val="2620105900"/>
                    </a:ext>
                  </a:extLst>
                </a:gridCol>
                <a:gridCol w="594184">
                  <a:extLst>
                    <a:ext uri="{9D8B030D-6E8A-4147-A177-3AD203B41FA5}">
                      <a16:colId xmlns:a16="http://schemas.microsoft.com/office/drawing/2014/main" val="1875702159"/>
                    </a:ext>
                  </a:extLst>
                </a:gridCol>
              </a:tblGrid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1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Valid</a:t>
                      </a:r>
                      <a:endParaRPr lang="zh-CN" altLang="en-US" sz="14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172223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919774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095761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719958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16884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264626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483245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006292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261392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896487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957865"/>
                  </a:ext>
                </a:extLst>
              </a:tr>
              <a:tr h="2869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4345923"/>
                  </a:ext>
                </a:extLst>
              </a:tr>
            </a:tbl>
          </a:graphicData>
        </a:graphic>
      </p:graphicFrame>
      <p:sp>
        <p:nvSpPr>
          <p:cNvPr id="54" name="AutoShape 120">
            <a:extLst>
              <a:ext uri="{FF2B5EF4-FFF2-40B4-BE49-F238E27FC236}">
                <a16:creationId xmlns:a16="http://schemas.microsoft.com/office/drawing/2014/main" id="{567FC15B-8BCC-9C21-9FBF-2166AFFDC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243" y="4998758"/>
            <a:ext cx="2102072" cy="877974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 sz="200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7C05CA2-5278-38D9-92F2-420149E50C98}"/>
              </a:ext>
            </a:extLst>
          </p:cNvPr>
          <p:cNvGrpSpPr/>
          <p:nvPr/>
        </p:nvGrpSpPr>
        <p:grpSpPr>
          <a:xfrm>
            <a:off x="4805695" y="3197447"/>
            <a:ext cx="3279599" cy="2721127"/>
            <a:chOff x="8451517" y="3447579"/>
            <a:chExt cx="3279599" cy="2721127"/>
          </a:xfrm>
        </p:grpSpPr>
        <p:sp>
          <p:nvSpPr>
            <p:cNvPr id="56" name="Rectangle 83">
              <a:extLst>
                <a:ext uri="{FF2B5EF4-FFF2-40B4-BE49-F238E27FC236}">
                  <a16:creationId xmlns:a16="http://schemas.microsoft.com/office/drawing/2014/main" id="{8FD436D0-8018-F482-D5EF-C0DDF740E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9146" y="4306915"/>
              <a:ext cx="2257647" cy="1852428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84">
              <a:extLst>
                <a:ext uri="{FF2B5EF4-FFF2-40B4-BE49-F238E27FC236}">
                  <a16:creationId xmlns:a16="http://schemas.microsoft.com/office/drawing/2014/main" id="{78965BCA-B8ED-33DB-7DE0-CBFF93D8C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9146" y="5233129"/>
              <a:ext cx="22576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85">
              <a:extLst>
                <a:ext uri="{FF2B5EF4-FFF2-40B4-BE49-F238E27FC236}">
                  <a16:creationId xmlns:a16="http://schemas.microsoft.com/office/drawing/2014/main" id="{F2531ED7-B090-85B0-BE97-588CC0ED6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03498" y="4306915"/>
              <a:ext cx="0" cy="18524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86">
              <a:extLst>
                <a:ext uri="{FF2B5EF4-FFF2-40B4-BE49-F238E27FC236}">
                  <a16:creationId xmlns:a16="http://schemas.microsoft.com/office/drawing/2014/main" id="{EE894AF7-099B-7D31-C19B-7FC7660DE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3558" y="4306915"/>
              <a:ext cx="0" cy="18524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87">
              <a:extLst>
                <a:ext uri="{FF2B5EF4-FFF2-40B4-BE49-F238E27FC236}">
                  <a16:creationId xmlns:a16="http://schemas.microsoft.com/office/drawing/2014/main" id="{3DFEA740-00F2-9625-6090-E29DC45A7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7909" y="4306915"/>
              <a:ext cx="0" cy="18524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88">
              <a:extLst>
                <a:ext uri="{FF2B5EF4-FFF2-40B4-BE49-F238E27FC236}">
                  <a16:creationId xmlns:a16="http://schemas.microsoft.com/office/drawing/2014/main" id="{183807DD-2FE9-BD0E-0393-129AD9046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9146" y="4813438"/>
              <a:ext cx="22576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89">
              <a:extLst>
                <a:ext uri="{FF2B5EF4-FFF2-40B4-BE49-F238E27FC236}">
                  <a16:creationId xmlns:a16="http://schemas.microsoft.com/office/drawing/2014/main" id="{35557612-26DD-2399-2977-59B0EF4DF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9146" y="5696236"/>
              <a:ext cx="22576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90">
              <a:extLst>
                <a:ext uri="{FF2B5EF4-FFF2-40B4-BE49-F238E27FC236}">
                  <a16:creationId xmlns:a16="http://schemas.microsoft.com/office/drawing/2014/main" id="{9966888D-4304-FB9D-87C0-483F07371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26039" y="3843808"/>
              <a:ext cx="463107" cy="463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Text Box 93">
              <a:extLst>
                <a:ext uri="{FF2B5EF4-FFF2-40B4-BE49-F238E27FC236}">
                  <a16:creationId xmlns:a16="http://schemas.microsoft.com/office/drawing/2014/main" id="{5AC13239-34B9-B850-61B3-766DC748EB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3288" y="4364803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65" name="Text Box 94">
              <a:extLst>
                <a:ext uri="{FF2B5EF4-FFF2-40B4-BE49-F238E27FC236}">
                  <a16:creationId xmlns:a16="http://schemas.microsoft.com/office/drawing/2014/main" id="{1C7A8CFF-E98C-DF11-1660-4E40E00B8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3288" y="4832734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66" name="Text Box 95">
              <a:extLst>
                <a:ext uri="{FF2B5EF4-FFF2-40B4-BE49-F238E27FC236}">
                  <a16:creationId xmlns:a16="http://schemas.microsoft.com/office/drawing/2014/main" id="{9220A5D3-2A0F-A115-935D-189539609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3288" y="5300665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67" name="Text Box 96">
              <a:extLst>
                <a:ext uri="{FF2B5EF4-FFF2-40B4-BE49-F238E27FC236}">
                  <a16:creationId xmlns:a16="http://schemas.microsoft.com/office/drawing/2014/main" id="{C7129EA8-B27F-871F-3AE9-E06C85314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3288" y="5768596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68" name="Text Box 97">
              <a:extLst>
                <a:ext uri="{FF2B5EF4-FFF2-40B4-BE49-F238E27FC236}">
                  <a16:creationId xmlns:a16="http://schemas.microsoft.com/office/drawing/2014/main" id="{487CF464-1B56-3BF7-C061-C3EB6D04E4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61507" y="3959584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</a:p>
          </p:txBody>
        </p:sp>
        <p:sp>
          <p:nvSpPr>
            <p:cNvPr id="69" name="Text Box 98">
              <a:extLst>
                <a:ext uri="{FF2B5EF4-FFF2-40B4-BE49-F238E27FC236}">
                  <a16:creationId xmlns:a16="http://schemas.microsoft.com/office/drawing/2014/main" id="{04917EBA-C854-71C1-8EB1-26B207C66A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7036" y="3959584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70" name="Text Box 99">
              <a:extLst>
                <a:ext uri="{FF2B5EF4-FFF2-40B4-BE49-F238E27FC236}">
                  <a16:creationId xmlns:a16="http://schemas.microsoft.com/office/drawing/2014/main" id="{85FD4023-9A42-1F76-AE08-254306AB8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52565" y="3959584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  <p:sp>
          <p:nvSpPr>
            <p:cNvPr id="71" name="Text Box 100">
              <a:extLst>
                <a:ext uri="{FF2B5EF4-FFF2-40B4-BE49-F238E27FC236}">
                  <a16:creationId xmlns:a16="http://schemas.microsoft.com/office/drawing/2014/main" id="{7BFA4731-F1E4-5D94-C94A-8FE1EE428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98094" y="3959584"/>
              <a:ext cx="5020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  <p:sp>
          <p:nvSpPr>
            <p:cNvPr id="72" name="Text Box 101">
              <a:extLst>
                <a:ext uri="{FF2B5EF4-FFF2-40B4-BE49-F238E27FC236}">
                  <a16:creationId xmlns:a16="http://schemas.microsoft.com/office/drawing/2014/main" id="{5D6807E4-CFC0-4B14-D66B-0C7E8E1BC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41103" y="5743270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3" name="Text Box 102">
              <a:extLst>
                <a:ext uri="{FF2B5EF4-FFF2-40B4-BE49-F238E27FC236}">
                  <a16:creationId xmlns:a16="http://schemas.microsoft.com/office/drawing/2014/main" id="{12A50290-9BF4-1116-386C-06DEB4BBD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3365" y="4837558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74" name="Text Box 103">
              <a:extLst>
                <a:ext uri="{FF2B5EF4-FFF2-40B4-BE49-F238E27FC236}">
                  <a16:creationId xmlns:a16="http://schemas.microsoft.com/office/drawing/2014/main" id="{6F55DC0E-0406-CE6E-F11B-B8E115E40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2863" y="4380481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75" name="Text Box 104">
              <a:extLst>
                <a:ext uri="{FF2B5EF4-FFF2-40B4-BE49-F238E27FC236}">
                  <a16:creationId xmlns:a16="http://schemas.microsoft.com/office/drawing/2014/main" id="{A9494D23-A729-5499-0693-5FE29BC78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4249" y="4373245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6" name="Text Box 105">
              <a:extLst>
                <a:ext uri="{FF2B5EF4-FFF2-40B4-BE49-F238E27FC236}">
                  <a16:creationId xmlns:a16="http://schemas.microsoft.com/office/drawing/2014/main" id="{B7601014-B3E7-98F2-54EE-AE6FADA8E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4601" y="4844794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Text Box 106">
              <a:extLst>
                <a:ext uri="{FF2B5EF4-FFF2-40B4-BE49-F238E27FC236}">
                  <a16:creationId xmlns:a16="http://schemas.microsoft.com/office/drawing/2014/main" id="{C0C57E1A-EA85-9ACC-0782-A324878A2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60772" y="4823086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78" name="Text Box 107">
              <a:extLst>
                <a:ext uri="{FF2B5EF4-FFF2-40B4-BE49-F238E27FC236}">
                  <a16:creationId xmlns:a16="http://schemas.microsoft.com/office/drawing/2014/main" id="{83880D89-7734-2DEB-1192-D3AAD6BD5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5365" y="4837558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79" name="Text Box 108">
              <a:extLst>
                <a:ext uri="{FF2B5EF4-FFF2-40B4-BE49-F238E27FC236}">
                  <a16:creationId xmlns:a16="http://schemas.microsoft.com/office/drawing/2014/main" id="{E86BAD66-E566-8AAC-6484-2F7B1C565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1455" y="5291017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0" name="Text Box 109">
              <a:extLst>
                <a:ext uri="{FF2B5EF4-FFF2-40B4-BE49-F238E27FC236}">
                  <a16:creationId xmlns:a16="http://schemas.microsoft.com/office/drawing/2014/main" id="{915533EE-6243-927E-F60C-8763DFD4D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3305" y="5281369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1" name="Text Box 110">
              <a:extLst>
                <a:ext uri="{FF2B5EF4-FFF2-40B4-BE49-F238E27FC236}">
                  <a16:creationId xmlns:a16="http://schemas.microsoft.com/office/drawing/2014/main" id="{44296DF3-7475-D919-ED14-90C0AEE30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33746" y="5281369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2" name="Text Box 111">
              <a:extLst>
                <a:ext uri="{FF2B5EF4-FFF2-40B4-BE49-F238E27FC236}">
                  <a16:creationId xmlns:a16="http://schemas.microsoft.com/office/drawing/2014/main" id="{9E7FFBA9-DC96-E7EA-8262-C0E37D443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3334" y="5271721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3" name="Text Box 112">
              <a:extLst>
                <a:ext uri="{FF2B5EF4-FFF2-40B4-BE49-F238E27FC236}">
                  <a16:creationId xmlns:a16="http://schemas.microsoft.com/office/drawing/2014/main" id="{D38186E8-D8BF-FF1A-A213-AF572D3F8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1776" y="5725180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4" name="Text Box 113">
              <a:extLst>
                <a:ext uri="{FF2B5EF4-FFF2-40B4-BE49-F238E27FC236}">
                  <a16:creationId xmlns:a16="http://schemas.microsoft.com/office/drawing/2014/main" id="{36BF3399-D3C7-96B7-3F69-3A733FD8C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8219" y="5725180"/>
              <a:ext cx="373862" cy="400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5" name="Text Box 114">
              <a:extLst>
                <a:ext uri="{FF2B5EF4-FFF2-40B4-BE49-F238E27FC236}">
                  <a16:creationId xmlns:a16="http://schemas.microsoft.com/office/drawing/2014/main" id="{355106A8-E409-A389-946A-1AC0F7AD6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4159" y="5733622"/>
              <a:ext cx="373862" cy="400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6" name="Text Box 115">
              <a:extLst>
                <a:ext uri="{FF2B5EF4-FFF2-40B4-BE49-F238E27FC236}">
                  <a16:creationId xmlns:a16="http://schemas.microsoft.com/office/drawing/2014/main" id="{45896701-205C-489A-0316-8EC3BB000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8129" y="4367215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87" name="Text Box 116">
              <a:extLst>
                <a:ext uri="{FF2B5EF4-FFF2-40B4-BE49-F238E27FC236}">
                  <a16:creationId xmlns:a16="http://schemas.microsoft.com/office/drawing/2014/main" id="{CF33F854-652D-6D06-06BE-AC238CC0E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89716" y="4364803"/>
              <a:ext cx="3433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88" name="Text Box 122">
              <a:extLst>
                <a:ext uri="{FF2B5EF4-FFF2-40B4-BE49-F238E27FC236}">
                  <a16:creationId xmlns:a16="http://schemas.microsoft.com/office/drawing/2014/main" id="{1F61BBF0-3A4C-5C15-0147-7CC7059CF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517" y="4030704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000" baseline="-25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000" baseline="-25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Text Box 123">
              <a:extLst>
                <a:ext uri="{FF2B5EF4-FFF2-40B4-BE49-F238E27FC236}">
                  <a16:creationId xmlns:a16="http://schemas.microsoft.com/office/drawing/2014/main" id="{1B0BBE68-2539-0CBF-F916-4CF6C2A67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36544" y="3667071"/>
              <a:ext cx="75533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000" baseline="-250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0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altLang="zh-CN" sz="2000" baseline="-250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153">
              <a:extLst>
                <a:ext uri="{FF2B5EF4-FFF2-40B4-BE49-F238E27FC236}">
                  <a16:creationId xmlns:a16="http://schemas.microsoft.com/office/drawing/2014/main" id="{6D92C992-0EC0-9B29-D8A6-B3FAA70A5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5216" y="3447579"/>
              <a:ext cx="15859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75000"/>
                </a:lnSpc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en-US" altLang="zh-CN" sz="2000" baseline="-250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1" name="任意多边形 89">
            <a:extLst>
              <a:ext uri="{FF2B5EF4-FFF2-40B4-BE49-F238E27FC236}">
                <a16:creationId xmlns:a16="http://schemas.microsoft.com/office/drawing/2014/main" id="{E22B7C5E-65C6-A2F1-02DE-A332262AC131}"/>
              </a:ext>
            </a:extLst>
          </p:cNvPr>
          <p:cNvSpPr/>
          <p:nvPr/>
        </p:nvSpPr>
        <p:spPr>
          <a:xfrm>
            <a:off x="6880689" y="4067166"/>
            <a:ext cx="937068" cy="446222"/>
          </a:xfrm>
          <a:custGeom>
            <a:avLst/>
            <a:gdLst>
              <a:gd name="connsiteX0" fmla="*/ 0 w 937068"/>
              <a:gd name="connsiteY0" fmla="*/ 0 h 446222"/>
              <a:gd name="connsiteX1" fmla="*/ 937068 w 937068"/>
              <a:gd name="connsiteY1" fmla="*/ 0 h 446222"/>
              <a:gd name="connsiteX2" fmla="*/ 937068 w 937068"/>
              <a:gd name="connsiteY2" fmla="*/ 306222 h 446222"/>
              <a:gd name="connsiteX3" fmla="*/ 797068 w 937068"/>
              <a:gd name="connsiteY3" fmla="*/ 446222 h 446222"/>
              <a:gd name="connsiteX4" fmla="*/ 140000 w 937068"/>
              <a:gd name="connsiteY4" fmla="*/ 446222 h 446222"/>
              <a:gd name="connsiteX5" fmla="*/ 0 w 937068"/>
              <a:gd name="connsiteY5" fmla="*/ 306222 h 446222"/>
              <a:gd name="connsiteX6" fmla="*/ 0 w 937068"/>
              <a:gd name="connsiteY6" fmla="*/ 0 h 44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068" h="446222">
                <a:moveTo>
                  <a:pt x="0" y="0"/>
                </a:moveTo>
                <a:lnTo>
                  <a:pt x="937068" y="0"/>
                </a:lnTo>
                <a:lnTo>
                  <a:pt x="937068" y="306222"/>
                </a:lnTo>
                <a:cubicBezTo>
                  <a:pt x="937068" y="383542"/>
                  <a:pt x="874388" y="446222"/>
                  <a:pt x="797068" y="446222"/>
                </a:cubicBezTo>
                <a:lnTo>
                  <a:pt x="140000" y="446222"/>
                </a:lnTo>
                <a:cubicBezTo>
                  <a:pt x="62680" y="446222"/>
                  <a:pt x="0" y="383542"/>
                  <a:pt x="0" y="306222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33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任意多边形 92">
            <a:extLst>
              <a:ext uri="{FF2B5EF4-FFF2-40B4-BE49-F238E27FC236}">
                <a16:creationId xmlns:a16="http://schemas.microsoft.com/office/drawing/2014/main" id="{638612DA-625B-0CFC-0AEF-3BC6BB2CE2B5}"/>
              </a:ext>
            </a:extLst>
          </p:cNvPr>
          <p:cNvSpPr/>
          <p:nvPr/>
        </p:nvSpPr>
        <p:spPr>
          <a:xfrm rot="10800000">
            <a:off x="6846773" y="5441881"/>
            <a:ext cx="937068" cy="446222"/>
          </a:xfrm>
          <a:custGeom>
            <a:avLst/>
            <a:gdLst>
              <a:gd name="connsiteX0" fmla="*/ 0 w 937068"/>
              <a:gd name="connsiteY0" fmla="*/ 0 h 446222"/>
              <a:gd name="connsiteX1" fmla="*/ 937068 w 937068"/>
              <a:gd name="connsiteY1" fmla="*/ 0 h 446222"/>
              <a:gd name="connsiteX2" fmla="*/ 937068 w 937068"/>
              <a:gd name="connsiteY2" fmla="*/ 306222 h 446222"/>
              <a:gd name="connsiteX3" fmla="*/ 797068 w 937068"/>
              <a:gd name="connsiteY3" fmla="*/ 446222 h 446222"/>
              <a:gd name="connsiteX4" fmla="*/ 140000 w 937068"/>
              <a:gd name="connsiteY4" fmla="*/ 446222 h 446222"/>
              <a:gd name="connsiteX5" fmla="*/ 0 w 937068"/>
              <a:gd name="connsiteY5" fmla="*/ 306222 h 446222"/>
              <a:gd name="connsiteX6" fmla="*/ 0 w 937068"/>
              <a:gd name="connsiteY6" fmla="*/ 0 h 44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068" h="446222">
                <a:moveTo>
                  <a:pt x="0" y="0"/>
                </a:moveTo>
                <a:lnTo>
                  <a:pt x="937068" y="0"/>
                </a:lnTo>
                <a:lnTo>
                  <a:pt x="937068" y="306222"/>
                </a:lnTo>
                <a:cubicBezTo>
                  <a:pt x="937068" y="383542"/>
                  <a:pt x="874388" y="446222"/>
                  <a:pt x="797068" y="446222"/>
                </a:cubicBezTo>
                <a:lnTo>
                  <a:pt x="140000" y="446222"/>
                </a:lnTo>
                <a:cubicBezTo>
                  <a:pt x="62680" y="446222"/>
                  <a:pt x="0" y="383542"/>
                  <a:pt x="0" y="306222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33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 Box 124">
                <a:extLst>
                  <a:ext uri="{FF2B5EF4-FFF2-40B4-BE49-F238E27FC236}">
                    <a16:creationId xmlns:a16="http://schemas.microsoft.com/office/drawing/2014/main" id="{F4A7143B-77C8-4206-F184-F9B4C3FD0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49005" y="1285460"/>
                <a:ext cx="531176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 smtClean="0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Valid</m:t>
                      </m:r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  <m:r>
                        <a:rPr lang="en-US" altLang="zh-CN" sz="2000" b="1" i="1" smtClean="0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altLang="zh-CN" sz="2000" b="1" i="1" smtClean="0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  <m:r>
                        <a:rPr lang="en-US" altLang="zh-CN" sz="2000" b="1" i="1" smtClean="0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  <m:r>
                        <a:rPr lang="en-US" altLang="zh-CN" sz="2000" b="1" i="1" smtClean="0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sz="2000" dirty="0">
                  <a:solidFill>
                    <a:srgbClr val="FF0066"/>
                  </a:solidFill>
                </a:endParaRPr>
              </a:p>
            </p:txBody>
          </p:sp>
        </mc:Choice>
        <mc:Fallback xmlns="">
          <p:sp>
            <p:nvSpPr>
              <p:cNvPr id="93" name="Text Box 124">
                <a:extLst>
                  <a:ext uri="{FF2B5EF4-FFF2-40B4-BE49-F238E27FC236}">
                    <a16:creationId xmlns:a16="http://schemas.microsoft.com/office/drawing/2014/main" id="{F4A7143B-77C8-4206-F184-F9B4C3FD0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9005" y="1285460"/>
                <a:ext cx="5311767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4421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3" grpId="0"/>
      <p:bldP spid="14" grpId="0"/>
      <p:bldP spid="54" grpId="0" animBg="1"/>
      <p:bldP spid="91" grpId="0" animBg="1"/>
      <p:bldP spid="92" grpId="0" animBg="1"/>
      <p:bldP spid="93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4D823-8E86-EB0A-50A7-6BF2243A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8BF2F4D-E15A-9366-D9AA-B52809E196B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编码器（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24">
                <a:extLst>
                  <a:ext uri="{FF2B5EF4-FFF2-40B4-BE49-F238E27FC236}">
                    <a16:creationId xmlns:a16="http://schemas.microsoft.com/office/drawing/2014/main" id="{26E317A1-359A-806E-9E75-FB99EC0F54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7979" y="4285306"/>
                <a:ext cx="194915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rgbClr val="034A90"/>
                  </a:solidFill>
                </a:endParaRPr>
              </a:p>
            </p:txBody>
          </p:sp>
        </mc:Choice>
        <mc:Fallback xmlns="">
          <p:sp>
            <p:nvSpPr>
              <p:cNvPr id="5" name="Text Box 124">
                <a:extLst>
                  <a:ext uri="{FF2B5EF4-FFF2-40B4-BE49-F238E27FC236}">
                    <a16:creationId xmlns:a16="http://schemas.microsoft.com/office/drawing/2014/main" id="{26E317A1-359A-806E-9E75-FB99EC0F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7979" y="4285306"/>
                <a:ext cx="1949153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125">
                <a:extLst>
                  <a:ext uri="{FF2B5EF4-FFF2-40B4-BE49-F238E27FC236}">
                    <a16:creationId xmlns:a16="http://schemas.microsoft.com/office/drawing/2014/main" id="{E2D0902C-32C5-041A-AEFE-F85617B138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8345" y="3588182"/>
                <a:ext cx="236643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solidFill>
                    <a:srgbClr val="034A90"/>
                  </a:solidFill>
                </a:endParaRPr>
              </a:p>
            </p:txBody>
          </p:sp>
        </mc:Choice>
        <mc:Fallback xmlns="">
          <p:sp>
            <p:nvSpPr>
              <p:cNvPr id="6" name="Text Box 125">
                <a:extLst>
                  <a:ext uri="{FF2B5EF4-FFF2-40B4-BE49-F238E27FC236}">
                    <a16:creationId xmlns:a16="http://schemas.microsoft.com/office/drawing/2014/main" id="{E2D0902C-32C5-041A-AEFE-F85617B13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8345" y="3588182"/>
                <a:ext cx="2366438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24">
                <a:extLst>
                  <a:ext uri="{FF2B5EF4-FFF2-40B4-BE49-F238E27FC236}">
                    <a16:creationId xmlns:a16="http://schemas.microsoft.com/office/drawing/2014/main" id="{81BC97D4-37C0-0072-C3B7-2CF01AD4AB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3484" y="2896288"/>
                <a:ext cx="343475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75000"/>
                  </a:lnSpc>
                  <a:spcBef>
                    <a:spcPct val="50000"/>
                  </a:spcBef>
                  <a:spcAft>
                    <a:spcPct val="0"/>
                  </a:spcAft>
                  <a:defRPr kumimoji="1" sz="24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Valid</m:t>
                      </m:r>
                      <m:r>
                        <a:rPr lang="en-US" altLang="zh-CN" sz="2000" i="1">
                          <a:solidFill>
                            <a:srgbClr val="034A9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rgbClr val="034A9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034A9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sz="2000" dirty="0">
                  <a:solidFill>
                    <a:srgbClr val="034A90"/>
                  </a:solidFill>
                </a:endParaRPr>
              </a:p>
            </p:txBody>
          </p:sp>
        </mc:Choice>
        <mc:Fallback xmlns="">
          <p:sp>
            <p:nvSpPr>
              <p:cNvPr id="7" name="Text Box 124">
                <a:extLst>
                  <a:ext uri="{FF2B5EF4-FFF2-40B4-BE49-F238E27FC236}">
                    <a16:creationId xmlns:a16="http://schemas.microsoft.com/office/drawing/2014/main" id="{81BC97D4-37C0-0072-C3B7-2CF01AD4A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3484" y="2896288"/>
                <a:ext cx="3434751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左大括号 7">
            <a:extLst>
              <a:ext uri="{FF2B5EF4-FFF2-40B4-BE49-F238E27FC236}">
                <a16:creationId xmlns:a16="http://schemas.microsoft.com/office/drawing/2014/main" id="{972F5F15-8890-8498-3833-1D1887AD2C7B}"/>
              </a:ext>
            </a:extLst>
          </p:cNvPr>
          <p:cNvSpPr/>
          <p:nvPr/>
        </p:nvSpPr>
        <p:spPr>
          <a:xfrm>
            <a:off x="1152359" y="3102909"/>
            <a:ext cx="281491" cy="1415642"/>
          </a:xfrm>
          <a:prstGeom prst="leftBrace">
            <a:avLst>
              <a:gd name="adj1" fmla="val 99581"/>
              <a:gd name="adj2" fmla="val 49886"/>
            </a:avLst>
          </a:prstGeom>
          <a:ln w="28575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4A9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114654-AC5D-B684-2DC1-F5771BEDF880}"/>
              </a:ext>
            </a:extLst>
          </p:cNvPr>
          <p:cNvGrpSpPr/>
          <p:nvPr/>
        </p:nvGrpSpPr>
        <p:grpSpPr>
          <a:xfrm>
            <a:off x="4937760" y="1273175"/>
            <a:ext cx="6715125" cy="4679950"/>
            <a:chOff x="4937760" y="1273175"/>
            <a:chExt cx="6715125" cy="4679950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9E68F566-EC2B-4272-2D8E-D0757D4BE5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2075209"/>
                </p:ext>
              </p:extLst>
            </p:nvPr>
          </p:nvGraphicFramePr>
          <p:xfrm>
            <a:off x="4937760" y="1273175"/>
            <a:ext cx="6715125" cy="4679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9" imgW="3886447" imgH="2711669" progId="Visio.Drawing.15">
                    <p:embed/>
                  </p:oleObj>
                </mc:Choice>
                <mc:Fallback>
                  <p:oleObj name="Visio" r:id="rId9" imgW="3886447" imgH="2711669" progId="Visio.Drawing.15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37760" y="1273175"/>
                          <a:ext cx="6715125" cy="46799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3666B51-B1AD-87A9-486F-EAA70673B369}"/>
                </a:ext>
              </a:extLst>
            </p:cNvPr>
            <p:cNvSpPr/>
            <p:nvPr/>
          </p:nvSpPr>
          <p:spPr>
            <a:xfrm>
              <a:off x="10499834" y="4899923"/>
              <a:ext cx="662152" cy="3405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Valid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626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EC00-55BD-02A9-97BA-D70DD4FC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9E6641B-465A-9502-4E68-C8B8AC147BCF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C621434-8EA8-FFCC-C9E2-69C2D2608945}"/>
              </a:ext>
            </a:extLst>
          </p:cNvPr>
          <p:cNvGrpSpPr/>
          <p:nvPr/>
        </p:nvGrpSpPr>
        <p:grpSpPr>
          <a:xfrm>
            <a:off x="4756382" y="1259972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89A3222-61B8-0BE1-76CA-B5481F321678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16CE2264-418F-DE08-CD4F-B2C2F9101853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37677669-BB0A-7EA6-281D-0B4E7672F1A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0537D09-5B14-E24A-B778-06CBA7129247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9396B0A9-5407-4FBF-528D-5B9AFA6BE9E4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C907877E-CF20-7543-E16D-2F0F3214CF3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98F701E-9BFD-6A07-273C-7E01375DFE34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C1F5CC11-4D4B-6359-BEE3-27295469B68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0E96B1ED-BA48-D0C8-AB9B-8D81A3DA1E5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919C5C7-D6C3-82D9-86CD-06BE02A6DF9A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6EE9AE60-AF9C-BB58-F63A-CD9DCE01BF68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EB29EDB7-62A3-5347-C073-868502EE90B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3C358AF-BA9D-86F7-8D75-B0BDCDAA0763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</p:spTree>
    <p:extLst>
      <p:ext uri="{BB962C8B-B14F-4D97-AF65-F5344CB8AC3E}">
        <p14:creationId xmlns:p14="http://schemas.microsoft.com/office/powerpoint/2010/main" val="228936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7CA6-E614-F4A6-0378-58EEC233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68337FC-2C0D-0BA3-B763-52B0B154587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译码器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22D3C6-8849-3944-D5E6-BFC90B77EF23}"/>
              </a:ext>
            </a:extLst>
          </p:cNvPr>
          <p:cNvSpPr txBox="1"/>
          <p:nvPr/>
        </p:nvSpPr>
        <p:spPr>
          <a:xfrm>
            <a:off x="348748" y="1277890"/>
            <a:ext cx="5747252" cy="4135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译码器有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个输入，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个输出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每一种输入的组合对应使能某个特定的输出信号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输出是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独热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one-hot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，互斥）的，同一时刻只能输出一个有效信号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有效可以指高电平有效，也可以是低电平有效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AB6D5243-B82E-CE71-BEF9-C93F066791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810723"/>
              </p:ext>
            </p:extLst>
          </p:nvPr>
        </p:nvGraphicFramePr>
        <p:xfrm>
          <a:off x="6922492" y="2060291"/>
          <a:ext cx="4485690" cy="2026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615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747615">
                  <a:extLst>
                    <a:ext uri="{9D8B030D-6E8A-4147-A177-3AD203B41FA5}">
                      <a16:colId xmlns:a16="http://schemas.microsoft.com/office/drawing/2014/main" val="1341871488"/>
                    </a:ext>
                  </a:extLst>
                </a:gridCol>
                <a:gridCol w="747615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  <a:gridCol w="747615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  <a:gridCol w="747615">
                  <a:extLst>
                    <a:ext uri="{9D8B030D-6E8A-4147-A177-3AD203B41FA5}">
                      <a16:colId xmlns:a16="http://schemas.microsoft.com/office/drawing/2014/main" val="1509844100"/>
                    </a:ext>
                  </a:extLst>
                </a:gridCol>
                <a:gridCol w="747615">
                  <a:extLst>
                    <a:ext uri="{9D8B030D-6E8A-4147-A177-3AD203B41FA5}">
                      <a16:colId xmlns:a16="http://schemas.microsoft.com/office/drawing/2014/main" val="735123590"/>
                    </a:ext>
                  </a:extLst>
                </a:gridCol>
              </a:tblGrid>
              <a:tr h="405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405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405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405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405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</a:tbl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659747A-AF3D-F4DA-4E8D-0D1D92A29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662254"/>
              </p:ext>
            </p:extLst>
          </p:nvPr>
        </p:nvGraphicFramePr>
        <p:xfrm>
          <a:off x="7468637" y="4236695"/>
          <a:ext cx="3393399" cy="2686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549449" imgH="1225769" progId="Visio.Drawing.15">
                  <p:embed/>
                </p:oleObj>
              </mc:Choice>
              <mc:Fallback>
                <p:oleObj name="Visio" r:id="rId4" imgW="1549449" imgH="1225769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68637" y="4236695"/>
                        <a:ext cx="3393399" cy="2686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FD99EA9-3035-79FD-D458-6FCE7BA4D4D0}"/>
              </a:ext>
            </a:extLst>
          </p:cNvPr>
          <p:cNvSpPr txBox="1"/>
          <p:nvPr/>
        </p:nvSpPr>
        <p:spPr>
          <a:xfrm>
            <a:off x="6822389" y="1277890"/>
            <a:ext cx="4685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线译码器（高电平为有效输出信号）</a:t>
            </a:r>
          </a:p>
        </p:txBody>
      </p:sp>
    </p:spTree>
    <p:extLst>
      <p:ext uri="{BB962C8B-B14F-4D97-AF65-F5344CB8AC3E}">
        <p14:creationId xmlns:p14="http://schemas.microsoft.com/office/powerpoint/2010/main" val="3547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B6600-63D7-17FC-F833-776A5B2E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6E993FC-2E8C-8718-72DA-DEB48192928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译码器（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8B37CC7-AFC4-53F8-54E2-1B4CAE6212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144349"/>
              </p:ext>
            </p:extLst>
          </p:nvPr>
        </p:nvGraphicFramePr>
        <p:xfrm>
          <a:off x="339312" y="905032"/>
          <a:ext cx="6608293" cy="5069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715087" imgH="4381358" progId="Visio.Drawing.15">
                  <p:embed/>
                </p:oleObj>
              </mc:Choice>
              <mc:Fallback>
                <p:oleObj name="Visio" r:id="rId4" imgW="5715087" imgH="4381358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9312" y="905032"/>
                        <a:ext cx="6608293" cy="5069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FDFC4F9-0994-AE74-594D-83312C5A9EB3}"/>
              </a:ext>
            </a:extLst>
          </p:cNvPr>
          <p:cNvSpPr txBox="1"/>
          <p:nvPr/>
        </p:nvSpPr>
        <p:spPr>
          <a:xfrm>
            <a:off x="7227212" y="2896396"/>
            <a:ext cx="4395828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分别对应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四个最小项</a:t>
            </a:r>
            <a:endParaRPr lang="zh-CN" altLang="en-US" sz="2400" baseline="-25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620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C964D-A730-522A-06EB-7A7C0F2A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AADFFF92-D3F7-1663-BE8D-B8AEE8397A0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译码器的应用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1E4508-39EE-C699-5006-F5174C8EF15F}"/>
              </a:ext>
            </a:extLst>
          </p:cNvPr>
          <p:cNvSpPr/>
          <p:nvPr/>
        </p:nvSpPr>
        <p:spPr>
          <a:xfrm>
            <a:off x="808034" y="2686554"/>
            <a:ext cx="1090247" cy="3713408"/>
          </a:xfrm>
          <a:prstGeom prst="rect">
            <a:avLst/>
          </a:prstGeom>
          <a:solidFill>
            <a:schemeClr val="bg1"/>
          </a:solidFill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</a:t>
            </a:r>
          </a:p>
        </p:txBody>
      </p:sp>
      <p:sp>
        <p:nvSpPr>
          <p:cNvPr id="4" name="左右箭头 6">
            <a:extLst>
              <a:ext uri="{FF2B5EF4-FFF2-40B4-BE49-F238E27FC236}">
                <a16:creationId xmlns:a16="http://schemas.microsoft.com/office/drawing/2014/main" id="{6CBBE024-2476-2352-FB8D-659CA1E1980E}"/>
              </a:ext>
            </a:extLst>
          </p:cNvPr>
          <p:cNvSpPr/>
          <p:nvPr/>
        </p:nvSpPr>
        <p:spPr>
          <a:xfrm>
            <a:off x="1907070" y="3407495"/>
            <a:ext cx="9106475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EADAEF-C0EB-0D95-0949-BE6C2F6A779D}"/>
              </a:ext>
            </a:extLst>
          </p:cNvPr>
          <p:cNvSpPr txBox="1"/>
          <p:nvPr/>
        </p:nvSpPr>
        <p:spPr>
          <a:xfrm>
            <a:off x="4131426" y="30933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031435-0B79-2CAA-F65E-72A4BBA16AC3}"/>
              </a:ext>
            </a:extLst>
          </p:cNvPr>
          <p:cNvSpPr/>
          <p:nvPr/>
        </p:nvSpPr>
        <p:spPr>
          <a:xfrm>
            <a:off x="2490294" y="1296676"/>
            <a:ext cx="1562102" cy="1458493"/>
          </a:xfrm>
          <a:prstGeom prst="rect">
            <a:avLst/>
          </a:prstGeom>
          <a:solidFill>
            <a:schemeClr val="bg1"/>
          </a:solidFill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外部设备</a:t>
            </a:r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左右箭头 12">
            <a:extLst>
              <a:ext uri="{FF2B5EF4-FFF2-40B4-BE49-F238E27FC236}">
                <a16:creationId xmlns:a16="http://schemas.microsoft.com/office/drawing/2014/main" id="{4513372E-E769-A3C2-8BA7-91F26D8E2869}"/>
              </a:ext>
            </a:extLst>
          </p:cNvPr>
          <p:cNvSpPr/>
          <p:nvPr/>
        </p:nvSpPr>
        <p:spPr>
          <a:xfrm rot="16200000">
            <a:off x="2901220" y="2923072"/>
            <a:ext cx="740250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左右箭头 13">
            <a:extLst>
              <a:ext uri="{FF2B5EF4-FFF2-40B4-BE49-F238E27FC236}">
                <a16:creationId xmlns:a16="http://schemas.microsoft.com/office/drawing/2014/main" id="{E8400C6C-506D-F1C6-48F1-250C8E757AD0}"/>
              </a:ext>
            </a:extLst>
          </p:cNvPr>
          <p:cNvSpPr/>
          <p:nvPr/>
        </p:nvSpPr>
        <p:spPr>
          <a:xfrm rot="16200000">
            <a:off x="5146190" y="2930169"/>
            <a:ext cx="740250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左右箭头 14">
            <a:extLst>
              <a:ext uri="{FF2B5EF4-FFF2-40B4-BE49-F238E27FC236}">
                <a16:creationId xmlns:a16="http://schemas.microsoft.com/office/drawing/2014/main" id="{C7130F81-50BE-7488-3843-8C34C1429144}"/>
              </a:ext>
            </a:extLst>
          </p:cNvPr>
          <p:cNvSpPr/>
          <p:nvPr/>
        </p:nvSpPr>
        <p:spPr>
          <a:xfrm rot="16200000">
            <a:off x="7391160" y="2940841"/>
            <a:ext cx="740250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5B20E36-E2B4-BED3-387C-FB69EC135926}"/>
              </a:ext>
            </a:extLst>
          </p:cNvPr>
          <p:cNvGrpSpPr/>
          <p:nvPr/>
        </p:nvGrpSpPr>
        <p:grpSpPr>
          <a:xfrm>
            <a:off x="3113082" y="1927519"/>
            <a:ext cx="447499" cy="818858"/>
            <a:chOff x="4123767" y="4528037"/>
            <a:chExt cx="447499" cy="818858"/>
          </a:xfrm>
        </p:grpSpPr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B2A98987-9281-0B28-7A46-8E5410C058C7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970138A-4498-0C79-2DF2-7A10B168932E}"/>
                </a:ext>
              </a:extLst>
            </p:cNvPr>
            <p:cNvCxnSpPr/>
            <p:nvPr/>
          </p:nvCxnSpPr>
          <p:spPr>
            <a:xfrm>
              <a:off x="4281854" y="4528037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61B769F-853E-CA22-6F15-F184CCC23AF1}"/>
                </a:ext>
              </a:extLst>
            </p:cNvPr>
            <p:cNvCxnSpPr/>
            <p:nvPr/>
          </p:nvCxnSpPr>
          <p:spPr>
            <a:xfrm>
              <a:off x="4281853" y="5065540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68E57830-9000-73D0-C47C-FE37C6110E4E}"/>
                </a:ext>
              </a:extLst>
            </p:cNvPr>
            <p:cNvCxnSpPr/>
            <p:nvPr/>
          </p:nvCxnSpPr>
          <p:spPr>
            <a:xfrm flipH="1">
              <a:off x="4372665" y="4950944"/>
              <a:ext cx="198601" cy="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1BB2E677-C6EC-330D-68B1-EB160A64C66A}"/>
              </a:ext>
            </a:extLst>
          </p:cNvPr>
          <p:cNvSpPr/>
          <p:nvPr/>
        </p:nvSpPr>
        <p:spPr>
          <a:xfrm>
            <a:off x="4739659" y="1320352"/>
            <a:ext cx="1562102" cy="1458493"/>
          </a:xfrm>
          <a:prstGeom prst="rect">
            <a:avLst/>
          </a:prstGeom>
          <a:solidFill>
            <a:schemeClr val="bg1"/>
          </a:solidFill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外部设备</a:t>
            </a:r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B6FEB9-38EA-7020-E781-DF46DF284732}"/>
              </a:ext>
            </a:extLst>
          </p:cNvPr>
          <p:cNvGrpSpPr/>
          <p:nvPr/>
        </p:nvGrpSpPr>
        <p:grpSpPr>
          <a:xfrm>
            <a:off x="5362447" y="1951195"/>
            <a:ext cx="447499" cy="818858"/>
            <a:chOff x="4123767" y="4528037"/>
            <a:chExt cx="447499" cy="818858"/>
          </a:xfrm>
        </p:grpSpPr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2C9FF4AC-8948-D831-2F61-CE19911FE350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C15E37B-1DF0-8A73-9DED-28FC511EAFAF}"/>
                </a:ext>
              </a:extLst>
            </p:cNvPr>
            <p:cNvCxnSpPr/>
            <p:nvPr/>
          </p:nvCxnSpPr>
          <p:spPr>
            <a:xfrm>
              <a:off x="4281854" y="4528037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69A5C7F-058D-D4F0-6B3D-62634D9981F4}"/>
                </a:ext>
              </a:extLst>
            </p:cNvPr>
            <p:cNvCxnSpPr/>
            <p:nvPr/>
          </p:nvCxnSpPr>
          <p:spPr>
            <a:xfrm>
              <a:off x="4281853" y="5065540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EE17F13-544B-3B9A-7114-AD6AF3CB2E46}"/>
                </a:ext>
              </a:extLst>
            </p:cNvPr>
            <p:cNvCxnSpPr/>
            <p:nvPr/>
          </p:nvCxnSpPr>
          <p:spPr>
            <a:xfrm flipH="1">
              <a:off x="4372665" y="4950944"/>
              <a:ext cx="198601" cy="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A81D4EEF-BD7D-852C-3318-F5EBD600ABF6}"/>
              </a:ext>
            </a:extLst>
          </p:cNvPr>
          <p:cNvSpPr/>
          <p:nvPr/>
        </p:nvSpPr>
        <p:spPr>
          <a:xfrm>
            <a:off x="6967602" y="1320352"/>
            <a:ext cx="1562102" cy="1458493"/>
          </a:xfrm>
          <a:prstGeom prst="rect">
            <a:avLst/>
          </a:prstGeom>
          <a:solidFill>
            <a:schemeClr val="bg1"/>
          </a:solidFill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外部设备</a:t>
            </a:r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758FA55-CE49-AD53-7D03-15E84AC0EBB0}"/>
              </a:ext>
            </a:extLst>
          </p:cNvPr>
          <p:cNvGrpSpPr/>
          <p:nvPr/>
        </p:nvGrpSpPr>
        <p:grpSpPr>
          <a:xfrm>
            <a:off x="7590390" y="1951195"/>
            <a:ext cx="447499" cy="818858"/>
            <a:chOff x="4123767" y="4528037"/>
            <a:chExt cx="447499" cy="818858"/>
          </a:xfrm>
        </p:grpSpPr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5C2E69EB-B826-9B41-7558-2D6EBB3CC45B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78C7CE4E-79A9-7C29-6930-87020F0E1A6A}"/>
                </a:ext>
              </a:extLst>
            </p:cNvPr>
            <p:cNvCxnSpPr/>
            <p:nvPr/>
          </p:nvCxnSpPr>
          <p:spPr>
            <a:xfrm>
              <a:off x="4281854" y="4528037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7DA5882-E1B7-80D4-5827-E98519FF620F}"/>
                </a:ext>
              </a:extLst>
            </p:cNvPr>
            <p:cNvCxnSpPr/>
            <p:nvPr/>
          </p:nvCxnSpPr>
          <p:spPr>
            <a:xfrm>
              <a:off x="4281853" y="5065540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D07FD1EF-B6B1-90A6-A22B-37B2F0A2428E}"/>
                </a:ext>
              </a:extLst>
            </p:cNvPr>
            <p:cNvCxnSpPr/>
            <p:nvPr/>
          </p:nvCxnSpPr>
          <p:spPr>
            <a:xfrm flipH="1">
              <a:off x="4372665" y="4950944"/>
              <a:ext cx="198601" cy="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6A39E999-C382-3D68-73AB-6BAE7E81A591}"/>
              </a:ext>
            </a:extLst>
          </p:cNvPr>
          <p:cNvSpPr txBox="1"/>
          <p:nvPr/>
        </p:nvSpPr>
        <p:spPr>
          <a:xfrm>
            <a:off x="2009591" y="49608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30" name="左右箭头 63">
            <a:extLst>
              <a:ext uri="{FF2B5EF4-FFF2-40B4-BE49-F238E27FC236}">
                <a16:creationId xmlns:a16="http://schemas.microsoft.com/office/drawing/2014/main" id="{EBA508A3-5246-D4AF-12EC-905C8328CD3D}"/>
              </a:ext>
            </a:extLst>
          </p:cNvPr>
          <p:cNvSpPr/>
          <p:nvPr/>
        </p:nvSpPr>
        <p:spPr>
          <a:xfrm rot="16200000">
            <a:off x="9581371" y="2940841"/>
            <a:ext cx="740250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326020-D7BB-A603-447E-A1B6CD088F45}"/>
              </a:ext>
            </a:extLst>
          </p:cNvPr>
          <p:cNvSpPr/>
          <p:nvPr/>
        </p:nvSpPr>
        <p:spPr>
          <a:xfrm>
            <a:off x="9157813" y="1320352"/>
            <a:ext cx="1562102" cy="1458493"/>
          </a:xfrm>
          <a:prstGeom prst="rect">
            <a:avLst/>
          </a:prstGeom>
          <a:solidFill>
            <a:schemeClr val="bg1"/>
          </a:solidFill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外部设备</a:t>
            </a:r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A98D949-61C1-348F-FB9E-074AFF68F799}"/>
              </a:ext>
            </a:extLst>
          </p:cNvPr>
          <p:cNvGrpSpPr/>
          <p:nvPr/>
        </p:nvGrpSpPr>
        <p:grpSpPr>
          <a:xfrm>
            <a:off x="9780601" y="1951195"/>
            <a:ext cx="447499" cy="818858"/>
            <a:chOff x="4123767" y="4528037"/>
            <a:chExt cx="447499" cy="818858"/>
          </a:xfrm>
        </p:grpSpPr>
        <p:sp>
          <p:nvSpPr>
            <p:cNvPr id="33" name="等腰三角形 32">
              <a:extLst>
                <a:ext uri="{FF2B5EF4-FFF2-40B4-BE49-F238E27FC236}">
                  <a16:creationId xmlns:a16="http://schemas.microsoft.com/office/drawing/2014/main" id="{02D8B5C6-89FD-1703-D7A1-C13F1EF2BE14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C249DBD-79F7-CFCA-72B6-A29DFCE91F53}"/>
                </a:ext>
              </a:extLst>
            </p:cNvPr>
            <p:cNvCxnSpPr/>
            <p:nvPr/>
          </p:nvCxnSpPr>
          <p:spPr>
            <a:xfrm>
              <a:off x="4281854" y="4528037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41EC1CB-14D0-C027-8F67-C9454CCA5CEE}"/>
                </a:ext>
              </a:extLst>
            </p:cNvPr>
            <p:cNvCxnSpPr/>
            <p:nvPr/>
          </p:nvCxnSpPr>
          <p:spPr>
            <a:xfrm>
              <a:off x="4281853" y="5065540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E0517B4-397A-39D3-DA5D-D0D4557518E7}"/>
                </a:ext>
              </a:extLst>
            </p:cNvPr>
            <p:cNvCxnSpPr/>
            <p:nvPr/>
          </p:nvCxnSpPr>
          <p:spPr>
            <a:xfrm flipH="1">
              <a:off x="4372665" y="4950944"/>
              <a:ext cx="198601" cy="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A058569-CD15-2B38-F8EF-2336A2E6B82A}"/>
              </a:ext>
            </a:extLst>
          </p:cNvPr>
          <p:cNvGrpSpPr/>
          <p:nvPr/>
        </p:nvGrpSpPr>
        <p:grpSpPr>
          <a:xfrm>
            <a:off x="1898282" y="2355248"/>
            <a:ext cx="9011570" cy="3125808"/>
            <a:chOff x="2941618" y="2497488"/>
            <a:chExt cx="9011570" cy="3125808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5616B65-23C5-BEC1-1F08-731DEBFF4457}"/>
                </a:ext>
              </a:extLst>
            </p:cNvPr>
            <p:cNvSpPr/>
            <p:nvPr/>
          </p:nvSpPr>
          <p:spPr>
            <a:xfrm>
              <a:off x="3810568" y="4231153"/>
              <a:ext cx="583224" cy="13921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译码器</a:t>
              </a:r>
            </a:p>
          </p:txBody>
        </p:sp>
        <p:sp>
          <p:nvSpPr>
            <p:cNvPr id="39" name="左右箭头 37">
              <a:extLst>
                <a:ext uri="{FF2B5EF4-FFF2-40B4-BE49-F238E27FC236}">
                  <a16:creationId xmlns:a16="http://schemas.microsoft.com/office/drawing/2014/main" id="{812F0A53-37AC-51D7-F41B-4398BB114569}"/>
                </a:ext>
              </a:extLst>
            </p:cNvPr>
            <p:cNvSpPr/>
            <p:nvPr/>
          </p:nvSpPr>
          <p:spPr>
            <a:xfrm>
              <a:off x="2941618" y="4698603"/>
              <a:ext cx="835268" cy="404446"/>
            </a:xfrm>
            <a:prstGeom prst="leftRightArrow">
              <a:avLst/>
            </a:prstGeom>
            <a:solidFill>
              <a:srgbClr val="034A9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833AC7C-4F37-7835-C4AE-EE2F8F0C25D8}"/>
                </a:ext>
              </a:extLst>
            </p:cNvPr>
            <p:cNvCxnSpPr/>
            <p:nvPr/>
          </p:nvCxnSpPr>
          <p:spPr>
            <a:xfrm>
              <a:off x="4393792" y="4428969"/>
              <a:ext cx="75593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B28A35A-8ABD-B458-A867-1254EC9C6D4E}"/>
                </a:ext>
              </a:extLst>
            </p:cNvPr>
            <p:cNvCxnSpPr/>
            <p:nvPr/>
          </p:nvCxnSpPr>
          <p:spPr>
            <a:xfrm>
              <a:off x="4393792" y="4818762"/>
              <a:ext cx="755939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37DE2EDC-113F-2529-3124-FB7A6FEEF074}"/>
                </a:ext>
              </a:extLst>
            </p:cNvPr>
            <p:cNvCxnSpPr/>
            <p:nvPr/>
          </p:nvCxnSpPr>
          <p:spPr>
            <a:xfrm>
              <a:off x="4400397" y="5161662"/>
              <a:ext cx="755279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5097D3A-845C-6EE9-789B-4813828A37F9}"/>
                </a:ext>
              </a:extLst>
            </p:cNvPr>
            <p:cNvCxnSpPr/>
            <p:nvPr/>
          </p:nvCxnSpPr>
          <p:spPr>
            <a:xfrm>
              <a:off x="4401697" y="5486975"/>
              <a:ext cx="755149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B1D62B4D-594F-B318-12E9-6C23BC9212F4}"/>
                </a:ext>
              </a:extLst>
            </p:cNvPr>
            <p:cNvGrpSpPr/>
            <p:nvPr/>
          </p:nvGrpSpPr>
          <p:grpSpPr>
            <a:xfrm>
              <a:off x="4393792" y="2497488"/>
              <a:ext cx="403750" cy="1931480"/>
              <a:chOff x="4450353" y="3466998"/>
              <a:chExt cx="403750" cy="1931480"/>
            </a:xfrm>
          </p:grpSpPr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643111B6-E857-453B-5B08-3A7AA42F14FF}"/>
                  </a:ext>
                </a:extLst>
              </p:cNvPr>
              <p:cNvCxnSpPr/>
              <p:nvPr/>
            </p:nvCxnSpPr>
            <p:spPr>
              <a:xfrm flipH="1" flipV="1">
                <a:off x="4848693" y="3485852"/>
                <a:ext cx="5410" cy="191262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6BC0EB8E-813C-C8E7-977B-3D1B9064428C}"/>
                  </a:ext>
                </a:extLst>
              </p:cNvPr>
              <p:cNvCxnSpPr/>
              <p:nvPr/>
            </p:nvCxnSpPr>
            <p:spPr>
              <a:xfrm flipH="1" flipV="1">
                <a:off x="4450353" y="3466998"/>
                <a:ext cx="398340" cy="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8AE242B9-C8E4-9610-9D65-80B564509DAC}"/>
                </a:ext>
              </a:extLst>
            </p:cNvPr>
            <p:cNvGrpSpPr/>
            <p:nvPr/>
          </p:nvGrpSpPr>
          <p:grpSpPr>
            <a:xfrm>
              <a:off x="6649931" y="2511127"/>
              <a:ext cx="398340" cy="2325223"/>
              <a:chOff x="4450353" y="3485852"/>
              <a:chExt cx="398340" cy="1912627"/>
            </a:xfrm>
          </p:grpSpPr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7BF5EC3F-662A-7338-0A28-64C30C6B23B7}"/>
                  </a:ext>
                </a:extLst>
              </p:cNvPr>
              <p:cNvCxnSpPr/>
              <p:nvPr/>
            </p:nvCxnSpPr>
            <p:spPr>
              <a:xfrm flipH="1" flipV="1">
                <a:off x="4831109" y="3485853"/>
                <a:ext cx="5410" cy="191262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8B874047-1388-A661-CFE3-C4063687DEDD}"/>
                  </a:ext>
                </a:extLst>
              </p:cNvPr>
              <p:cNvCxnSpPr/>
              <p:nvPr/>
            </p:nvCxnSpPr>
            <p:spPr>
              <a:xfrm flipH="1" flipV="1">
                <a:off x="4450353" y="3485852"/>
                <a:ext cx="398340" cy="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B303B121-D49C-6A45-4BBD-185E2E7D6655}"/>
                </a:ext>
              </a:extLst>
            </p:cNvPr>
            <p:cNvGrpSpPr/>
            <p:nvPr/>
          </p:nvGrpSpPr>
          <p:grpSpPr>
            <a:xfrm>
              <a:off x="8873337" y="2511127"/>
              <a:ext cx="398340" cy="2650535"/>
              <a:chOff x="4450353" y="3485852"/>
              <a:chExt cx="398340" cy="1912627"/>
            </a:xfrm>
          </p:grpSpPr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F375D4E6-B6D6-69F5-E3D1-4A85BD9F030F}"/>
                  </a:ext>
                </a:extLst>
              </p:cNvPr>
              <p:cNvCxnSpPr/>
              <p:nvPr/>
            </p:nvCxnSpPr>
            <p:spPr>
              <a:xfrm flipH="1" flipV="1">
                <a:off x="4831109" y="3485853"/>
                <a:ext cx="5410" cy="191262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CA27F12-7AC0-3AC9-C700-9F1AD863C563}"/>
                  </a:ext>
                </a:extLst>
              </p:cNvPr>
              <p:cNvCxnSpPr/>
              <p:nvPr/>
            </p:nvCxnSpPr>
            <p:spPr>
              <a:xfrm flipH="1" flipV="1">
                <a:off x="4450353" y="3485852"/>
                <a:ext cx="398340" cy="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37B2D07A-C920-3502-C2CA-5ECAF3C12BBE}"/>
                </a:ext>
              </a:extLst>
            </p:cNvPr>
            <p:cNvGrpSpPr/>
            <p:nvPr/>
          </p:nvGrpSpPr>
          <p:grpSpPr>
            <a:xfrm>
              <a:off x="11063548" y="2511127"/>
              <a:ext cx="398340" cy="2961254"/>
              <a:chOff x="4450353" y="3485852"/>
              <a:chExt cx="398340" cy="1912627"/>
            </a:xfrm>
          </p:grpSpPr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1564906E-D6CF-5373-0E70-E40E0D4FD10D}"/>
                  </a:ext>
                </a:extLst>
              </p:cNvPr>
              <p:cNvCxnSpPr/>
              <p:nvPr/>
            </p:nvCxnSpPr>
            <p:spPr>
              <a:xfrm flipH="1" flipV="1">
                <a:off x="4831109" y="3485853"/>
                <a:ext cx="5410" cy="1912626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82F9FDBF-8ADC-2D09-910C-64143CD2E85D}"/>
                  </a:ext>
                </a:extLst>
              </p:cNvPr>
              <p:cNvCxnSpPr/>
              <p:nvPr/>
            </p:nvCxnSpPr>
            <p:spPr>
              <a:xfrm flipH="1" flipV="1">
                <a:off x="4450353" y="3485852"/>
                <a:ext cx="398340" cy="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1495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5E9F-3666-31FB-6CC1-46BCF283F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6E72084-CA84-C347-74FA-2F33E3B111F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译码器的应用（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036C61-E3BC-138A-D82B-2F31CF4346C5}"/>
              </a:ext>
            </a:extLst>
          </p:cNvPr>
          <p:cNvSpPr/>
          <p:nvPr/>
        </p:nvSpPr>
        <p:spPr>
          <a:xfrm>
            <a:off x="432143" y="2828794"/>
            <a:ext cx="1090247" cy="3713408"/>
          </a:xfrm>
          <a:prstGeom prst="rect">
            <a:avLst/>
          </a:prstGeom>
          <a:solidFill>
            <a:schemeClr val="bg1"/>
          </a:solidFill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处理器</a:t>
            </a:r>
          </a:p>
        </p:txBody>
      </p:sp>
      <p:sp>
        <p:nvSpPr>
          <p:cNvPr id="3" name="左右箭头 46">
            <a:extLst>
              <a:ext uri="{FF2B5EF4-FFF2-40B4-BE49-F238E27FC236}">
                <a16:creationId xmlns:a16="http://schemas.microsoft.com/office/drawing/2014/main" id="{12F979E3-8355-90A0-F706-DD8FBEF840CD}"/>
              </a:ext>
            </a:extLst>
          </p:cNvPr>
          <p:cNvSpPr/>
          <p:nvPr/>
        </p:nvSpPr>
        <p:spPr>
          <a:xfrm>
            <a:off x="1531179" y="3549735"/>
            <a:ext cx="9106475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887C9F-3E29-68EB-3259-BE7CF7FE30D7}"/>
              </a:ext>
            </a:extLst>
          </p:cNvPr>
          <p:cNvSpPr txBox="1"/>
          <p:nvPr/>
        </p:nvSpPr>
        <p:spPr>
          <a:xfrm>
            <a:off x="6084416" y="38545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BA37BD-300D-91E4-4A7A-4C01933380E9}"/>
              </a:ext>
            </a:extLst>
          </p:cNvPr>
          <p:cNvSpPr/>
          <p:nvPr/>
        </p:nvSpPr>
        <p:spPr>
          <a:xfrm>
            <a:off x="2114402" y="1116624"/>
            <a:ext cx="4373627" cy="178078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外部设备</a:t>
            </a:r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左右箭头 50">
            <a:extLst>
              <a:ext uri="{FF2B5EF4-FFF2-40B4-BE49-F238E27FC236}">
                <a16:creationId xmlns:a16="http://schemas.microsoft.com/office/drawing/2014/main" id="{3A302AED-EED1-1DA1-CFA8-703437A4F231}"/>
              </a:ext>
            </a:extLst>
          </p:cNvPr>
          <p:cNvSpPr/>
          <p:nvPr/>
        </p:nvSpPr>
        <p:spPr>
          <a:xfrm rot="16200000">
            <a:off x="2525329" y="3065312"/>
            <a:ext cx="740250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070ED6-3DF2-BAC9-E865-215AA99088B8}"/>
              </a:ext>
            </a:extLst>
          </p:cNvPr>
          <p:cNvGrpSpPr/>
          <p:nvPr/>
        </p:nvGrpSpPr>
        <p:grpSpPr>
          <a:xfrm rot="5400000">
            <a:off x="3290342" y="1406865"/>
            <a:ext cx="428647" cy="857174"/>
            <a:chOff x="4123767" y="4528037"/>
            <a:chExt cx="428647" cy="857174"/>
          </a:xfrm>
        </p:grpSpPr>
        <p:sp>
          <p:nvSpPr>
            <p:cNvPr id="8" name="等腰三角形 7">
              <a:extLst>
                <a:ext uri="{FF2B5EF4-FFF2-40B4-BE49-F238E27FC236}">
                  <a16:creationId xmlns:a16="http://schemas.microsoft.com/office/drawing/2014/main" id="{D221FB89-CBF5-DDDF-BC72-4460D11A9578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43C66CD1-8DEC-E971-F682-492B61963B2E}"/>
                </a:ext>
              </a:extLst>
            </p:cNvPr>
            <p:cNvCxnSpPr/>
            <p:nvPr/>
          </p:nvCxnSpPr>
          <p:spPr>
            <a:xfrm>
              <a:off x="4281854" y="4528037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DE76AC9-6BFD-4ABC-41B5-CA3E77CD8382}"/>
                </a:ext>
              </a:extLst>
            </p:cNvPr>
            <p:cNvCxnSpPr/>
            <p:nvPr/>
          </p:nvCxnSpPr>
          <p:spPr>
            <a:xfrm>
              <a:off x="4281853" y="5065540"/>
              <a:ext cx="0" cy="319671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A67AA57-4D31-FF03-2157-0542F154F521}"/>
                </a:ext>
              </a:extLst>
            </p:cNvPr>
            <p:cNvCxnSpPr/>
            <p:nvPr/>
          </p:nvCxnSpPr>
          <p:spPr>
            <a:xfrm flipH="1">
              <a:off x="4353813" y="4941517"/>
              <a:ext cx="198601" cy="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6D28F9E-752E-6ECC-6478-A38C4EF5D0F3}"/>
              </a:ext>
            </a:extLst>
          </p:cNvPr>
          <p:cNvSpPr txBox="1"/>
          <p:nvPr/>
        </p:nvSpPr>
        <p:spPr>
          <a:xfrm>
            <a:off x="1633700" y="51030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6B064F-FEEF-EB9A-0766-A145B23B50F8}"/>
              </a:ext>
            </a:extLst>
          </p:cNvPr>
          <p:cNvSpPr/>
          <p:nvPr/>
        </p:nvSpPr>
        <p:spPr>
          <a:xfrm>
            <a:off x="2391341" y="4231153"/>
            <a:ext cx="583224" cy="139214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</a:p>
        </p:txBody>
      </p:sp>
      <p:sp>
        <p:nvSpPr>
          <p:cNvPr id="14" name="左右箭头 89">
            <a:extLst>
              <a:ext uri="{FF2B5EF4-FFF2-40B4-BE49-F238E27FC236}">
                <a16:creationId xmlns:a16="http://schemas.microsoft.com/office/drawing/2014/main" id="{F558DEA7-63BD-CF19-AE0A-22C135096CFF}"/>
              </a:ext>
            </a:extLst>
          </p:cNvPr>
          <p:cNvSpPr/>
          <p:nvPr/>
        </p:nvSpPr>
        <p:spPr>
          <a:xfrm>
            <a:off x="1522391" y="4698603"/>
            <a:ext cx="835268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A4A4435-4878-C19A-701E-C585A723EDB9}"/>
              </a:ext>
            </a:extLst>
          </p:cNvPr>
          <p:cNvCxnSpPr/>
          <p:nvPr/>
        </p:nvCxnSpPr>
        <p:spPr>
          <a:xfrm>
            <a:off x="2974565" y="4428969"/>
            <a:ext cx="75593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FF2F3E8-3A25-3658-5778-5CE0113A523B}"/>
              </a:ext>
            </a:extLst>
          </p:cNvPr>
          <p:cNvCxnSpPr/>
          <p:nvPr/>
        </p:nvCxnSpPr>
        <p:spPr>
          <a:xfrm>
            <a:off x="2974565" y="4818762"/>
            <a:ext cx="75593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C01C41B-461F-1AA1-30D0-7A8E328CBCCC}"/>
              </a:ext>
            </a:extLst>
          </p:cNvPr>
          <p:cNvCxnSpPr/>
          <p:nvPr/>
        </p:nvCxnSpPr>
        <p:spPr>
          <a:xfrm>
            <a:off x="2981170" y="5161662"/>
            <a:ext cx="755279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AAD498A-E84A-1167-5794-E65BE53BFEEC}"/>
              </a:ext>
            </a:extLst>
          </p:cNvPr>
          <p:cNvCxnSpPr/>
          <p:nvPr/>
        </p:nvCxnSpPr>
        <p:spPr>
          <a:xfrm>
            <a:off x="2982470" y="5486975"/>
            <a:ext cx="755149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AF03544-E371-C721-9AD3-6FB55AA979D8}"/>
              </a:ext>
            </a:extLst>
          </p:cNvPr>
          <p:cNvGrpSpPr/>
          <p:nvPr/>
        </p:nvGrpSpPr>
        <p:grpSpPr>
          <a:xfrm rot="16200000">
            <a:off x="3323693" y="2256471"/>
            <a:ext cx="387071" cy="863443"/>
            <a:chOff x="4123767" y="4483452"/>
            <a:chExt cx="387071" cy="863443"/>
          </a:xfrm>
        </p:grpSpPr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F1301903-78D9-1B5E-E2EB-59CCC1AEC272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99FAB4B-D641-540C-F9F7-39666C54D477}"/>
                </a:ext>
              </a:extLst>
            </p:cNvPr>
            <p:cNvCxnSpPr/>
            <p:nvPr/>
          </p:nvCxnSpPr>
          <p:spPr>
            <a:xfrm rot="5400000">
              <a:off x="4121729" y="4643577"/>
              <a:ext cx="325940" cy="569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027201B-ECFA-40DF-DB1C-D524A8739D3A}"/>
                </a:ext>
              </a:extLst>
            </p:cNvPr>
            <p:cNvCxnSpPr/>
            <p:nvPr/>
          </p:nvCxnSpPr>
          <p:spPr>
            <a:xfrm>
              <a:off x="4281853" y="5065540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4E67EACC-D7F8-E01E-FFB6-C383C026A6D8}"/>
                </a:ext>
              </a:extLst>
            </p:cNvPr>
            <p:cNvCxnSpPr/>
            <p:nvPr/>
          </p:nvCxnSpPr>
          <p:spPr>
            <a:xfrm rot="5400000">
              <a:off x="4430451" y="4870560"/>
              <a:ext cx="3748" cy="157027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任意多边形 111">
            <a:extLst>
              <a:ext uri="{FF2B5EF4-FFF2-40B4-BE49-F238E27FC236}">
                <a16:creationId xmlns:a16="http://schemas.microsoft.com/office/drawing/2014/main" id="{D84D6F71-DA4F-1EFD-EEB2-8711506D84AB}"/>
              </a:ext>
            </a:extLst>
          </p:cNvPr>
          <p:cNvSpPr/>
          <p:nvPr/>
        </p:nvSpPr>
        <p:spPr>
          <a:xfrm>
            <a:off x="4063328" y="1889048"/>
            <a:ext cx="313223" cy="283028"/>
          </a:xfrm>
          <a:custGeom>
            <a:avLst/>
            <a:gdLst>
              <a:gd name="connsiteX0" fmla="*/ 145119 w 313223"/>
              <a:gd name="connsiteY0" fmla="*/ 0 h 290238"/>
              <a:gd name="connsiteX1" fmla="*/ 313223 w 313223"/>
              <a:gd name="connsiteY1" fmla="*/ 0 h 290238"/>
              <a:gd name="connsiteX2" fmla="*/ 313223 w 313223"/>
              <a:gd name="connsiteY2" fmla="*/ 290238 h 290238"/>
              <a:gd name="connsiteX3" fmla="*/ 145119 w 313223"/>
              <a:gd name="connsiteY3" fmla="*/ 290237 h 290238"/>
              <a:gd name="connsiteX4" fmla="*/ 11404 w 313223"/>
              <a:gd name="connsiteY4" fmla="*/ 201605 h 290238"/>
              <a:gd name="connsiteX5" fmla="*/ 0 w 313223"/>
              <a:gd name="connsiteY5" fmla="*/ 145119 h 290238"/>
              <a:gd name="connsiteX6" fmla="*/ 11404 w 313223"/>
              <a:gd name="connsiteY6" fmla="*/ 88632 h 290238"/>
              <a:gd name="connsiteX7" fmla="*/ 145119 w 313223"/>
              <a:gd name="connsiteY7" fmla="*/ 0 h 2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223" h="290238">
                <a:moveTo>
                  <a:pt x="145119" y="0"/>
                </a:moveTo>
                <a:lnTo>
                  <a:pt x="313223" y="0"/>
                </a:lnTo>
                <a:lnTo>
                  <a:pt x="313223" y="290238"/>
                </a:lnTo>
                <a:lnTo>
                  <a:pt x="145119" y="290237"/>
                </a:lnTo>
                <a:cubicBezTo>
                  <a:pt x="85009" y="290237"/>
                  <a:pt x="33434" y="253690"/>
                  <a:pt x="11404" y="201605"/>
                </a:cubicBezTo>
                <a:lnTo>
                  <a:pt x="0" y="145119"/>
                </a:lnTo>
                <a:lnTo>
                  <a:pt x="11404" y="88632"/>
                </a:lnTo>
                <a:cubicBezTo>
                  <a:pt x="33434" y="36547"/>
                  <a:pt x="85009" y="0"/>
                  <a:pt x="145119" y="0"/>
                </a:cubicBezTo>
                <a:close/>
              </a:path>
            </a:pathLst>
          </a:custGeom>
          <a:noFill/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7516A56-64F5-CD17-504C-4790C2F4114F}"/>
              </a:ext>
            </a:extLst>
          </p:cNvPr>
          <p:cNvCxnSpPr/>
          <p:nvPr/>
        </p:nvCxnSpPr>
        <p:spPr>
          <a:xfrm>
            <a:off x="1522390" y="6183984"/>
            <a:ext cx="9247243" cy="0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F80C64B-D03B-00CB-44F5-D857116A34EC}"/>
              </a:ext>
            </a:extLst>
          </p:cNvPr>
          <p:cNvSpPr txBox="1"/>
          <p:nvPr/>
        </p:nvSpPr>
        <p:spPr>
          <a:xfrm>
            <a:off x="5988591" y="6202201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输出信号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90EC0A-616C-8BF3-4195-1C76252DC131}"/>
              </a:ext>
            </a:extLst>
          </p:cNvPr>
          <p:cNvSpPr txBox="1"/>
          <p:nvPr/>
        </p:nvSpPr>
        <p:spPr>
          <a:xfrm>
            <a:off x="1680558" y="62022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2DF5268-5925-3601-22B7-61225D1C7FE9}"/>
              </a:ext>
            </a:extLst>
          </p:cNvPr>
          <p:cNvCxnSpPr/>
          <p:nvPr/>
        </p:nvCxnSpPr>
        <p:spPr>
          <a:xfrm>
            <a:off x="3082403" y="1775428"/>
            <a:ext cx="10894" cy="942523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3791678-E3C2-DD53-D7A5-5C23A183DEF3}"/>
              </a:ext>
            </a:extLst>
          </p:cNvPr>
          <p:cNvCxnSpPr/>
          <p:nvPr/>
        </p:nvCxnSpPr>
        <p:spPr>
          <a:xfrm flipH="1">
            <a:off x="2898251" y="2358373"/>
            <a:ext cx="177828" cy="0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F5AB26E-E5EE-9B58-574C-C78D37402DC7}"/>
              </a:ext>
            </a:extLst>
          </p:cNvPr>
          <p:cNvCxnSpPr>
            <a:endCxn id="6" idx="7"/>
          </p:cNvCxnSpPr>
          <p:nvPr/>
        </p:nvCxnSpPr>
        <p:spPr>
          <a:xfrm flipH="1">
            <a:off x="2895454" y="2358373"/>
            <a:ext cx="2797" cy="539037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5A14C19-85F1-22F2-B552-7CD46D72B1E3}"/>
              </a:ext>
            </a:extLst>
          </p:cNvPr>
          <p:cNvCxnSpPr/>
          <p:nvPr/>
        </p:nvCxnSpPr>
        <p:spPr>
          <a:xfrm>
            <a:off x="3521821" y="2031752"/>
            <a:ext cx="554547" cy="0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任意多边形 127">
            <a:extLst>
              <a:ext uri="{FF2B5EF4-FFF2-40B4-BE49-F238E27FC236}">
                <a16:creationId xmlns:a16="http://schemas.microsoft.com/office/drawing/2014/main" id="{7D7BE435-DB46-7A59-E0D4-7666A6BC5F97}"/>
              </a:ext>
            </a:extLst>
          </p:cNvPr>
          <p:cNvSpPr/>
          <p:nvPr/>
        </p:nvSpPr>
        <p:spPr>
          <a:xfrm>
            <a:off x="4063328" y="2350571"/>
            <a:ext cx="313223" cy="312532"/>
          </a:xfrm>
          <a:custGeom>
            <a:avLst/>
            <a:gdLst>
              <a:gd name="connsiteX0" fmla="*/ 145119 w 313223"/>
              <a:gd name="connsiteY0" fmla="*/ 0 h 290238"/>
              <a:gd name="connsiteX1" fmla="*/ 313223 w 313223"/>
              <a:gd name="connsiteY1" fmla="*/ 0 h 290238"/>
              <a:gd name="connsiteX2" fmla="*/ 313223 w 313223"/>
              <a:gd name="connsiteY2" fmla="*/ 290238 h 290238"/>
              <a:gd name="connsiteX3" fmla="*/ 145119 w 313223"/>
              <a:gd name="connsiteY3" fmla="*/ 290237 h 290238"/>
              <a:gd name="connsiteX4" fmla="*/ 11404 w 313223"/>
              <a:gd name="connsiteY4" fmla="*/ 201605 h 290238"/>
              <a:gd name="connsiteX5" fmla="*/ 0 w 313223"/>
              <a:gd name="connsiteY5" fmla="*/ 145119 h 290238"/>
              <a:gd name="connsiteX6" fmla="*/ 11404 w 313223"/>
              <a:gd name="connsiteY6" fmla="*/ 88632 h 290238"/>
              <a:gd name="connsiteX7" fmla="*/ 145119 w 313223"/>
              <a:gd name="connsiteY7" fmla="*/ 0 h 2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223" h="290238">
                <a:moveTo>
                  <a:pt x="145119" y="0"/>
                </a:moveTo>
                <a:lnTo>
                  <a:pt x="313223" y="0"/>
                </a:lnTo>
                <a:lnTo>
                  <a:pt x="313223" y="290238"/>
                </a:lnTo>
                <a:lnTo>
                  <a:pt x="145119" y="290237"/>
                </a:lnTo>
                <a:cubicBezTo>
                  <a:pt x="85009" y="290237"/>
                  <a:pt x="33434" y="253690"/>
                  <a:pt x="11404" y="201605"/>
                </a:cubicBezTo>
                <a:lnTo>
                  <a:pt x="0" y="145119"/>
                </a:lnTo>
                <a:lnTo>
                  <a:pt x="11404" y="88632"/>
                </a:lnTo>
                <a:cubicBezTo>
                  <a:pt x="33434" y="36547"/>
                  <a:pt x="85009" y="0"/>
                  <a:pt x="145119" y="0"/>
                </a:cubicBezTo>
                <a:close/>
              </a:path>
            </a:pathLst>
          </a:custGeom>
          <a:noFill/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DCE2E3B-6F19-4E70-74BE-0FC043B36B16}"/>
              </a:ext>
            </a:extLst>
          </p:cNvPr>
          <p:cNvCxnSpPr>
            <a:endCxn id="33" idx="5"/>
          </p:cNvCxnSpPr>
          <p:nvPr/>
        </p:nvCxnSpPr>
        <p:spPr>
          <a:xfrm>
            <a:off x="3549255" y="2506498"/>
            <a:ext cx="514073" cy="339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89856E6-2FD1-2AC9-46F1-7CC3A4D60B06}"/>
              </a:ext>
            </a:extLst>
          </p:cNvPr>
          <p:cNvCxnSpPr/>
          <p:nvPr/>
        </p:nvCxnSpPr>
        <p:spPr>
          <a:xfrm flipH="1" flipV="1">
            <a:off x="4757098" y="1954331"/>
            <a:ext cx="5410" cy="24746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81F30B5-A9E4-5B88-4547-3371C3C2F196}"/>
              </a:ext>
            </a:extLst>
          </p:cNvPr>
          <p:cNvCxnSpPr/>
          <p:nvPr/>
        </p:nvCxnSpPr>
        <p:spPr>
          <a:xfrm flipH="1" flipV="1">
            <a:off x="4376342" y="1954330"/>
            <a:ext cx="398340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3BFAFA0-0201-B973-8B2C-16FB982DDFAC}"/>
              </a:ext>
            </a:extLst>
          </p:cNvPr>
          <p:cNvCxnSpPr/>
          <p:nvPr/>
        </p:nvCxnSpPr>
        <p:spPr>
          <a:xfrm flipH="1" flipV="1">
            <a:off x="4376342" y="2453377"/>
            <a:ext cx="398340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2A2D4A2-DE04-D278-5FCA-F0735A9D43B0}"/>
              </a:ext>
            </a:extLst>
          </p:cNvPr>
          <p:cNvCxnSpPr/>
          <p:nvPr/>
        </p:nvCxnSpPr>
        <p:spPr>
          <a:xfrm flipH="1">
            <a:off x="4381438" y="2108035"/>
            <a:ext cx="752860" cy="0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3472C7A-2C02-4768-820B-6B1915E2A276}"/>
              </a:ext>
            </a:extLst>
          </p:cNvPr>
          <p:cNvCxnSpPr/>
          <p:nvPr/>
        </p:nvCxnSpPr>
        <p:spPr>
          <a:xfrm flipH="1" flipV="1">
            <a:off x="4500976" y="2589985"/>
            <a:ext cx="616205" cy="815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F02972CF-BA39-B88C-C2F7-548ADC4C0AF5}"/>
              </a:ext>
            </a:extLst>
          </p:cNvPr>
          <p:cNvSpPr/>
          <p:nvPr/>
        </p:nvSpPr>
        <p:spPr>
          <a:xfrm>
            <a:off x="4390633" y="2533753"/>
            <a:ext cx="103383" cy="103383"/>
          </a:xfrm>
          <a:prstGeom prst="ellipse">
            <a:avLst/>
          </a:prstGeom>
          <a:noFill/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0A355E5-0C4B-872B-8ECC-2A3723F64973}"/>
              </a:ext>
            </a:extLst>
          </p:cNvPr>
          <p:cNvSpPr/>
          <p:nvPr/>
        </p:nvSpPr>
        <p:spPr>
          <a:xfrm>
            <a:off x="6943987" y="1105535"/>
            <a:ext cx="4373627" cy="178078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外部设备</a:t>
            </a:r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en-US" altLang="zh-CN" dirty="0">
              <a:solidFill>
                <a:sysClr val="windowText" lastClr="000000"/>
              </a:solidFill>
            </a:endParaRPr>
          </a:p>
          <a:p>
            <a:pPr algn="ctr"/>
            <a:endParaRPr lang="zh-CN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09B9EA1-CAEC-B418-F5CC-69A8260E9BFE}"/>
              </a:ext>
            </a:extLst>
          </p:cNvPr>
          <p:cNvGrpSpPr/>
          <p:nvPr/>
        </p:nvGrpSpPr>
        <p:grpSpPr>
          <a:xfrm rot="5400000">
            <a:off x="8119927" y="1395776"/>
            <a:ext cx="428647" cy="857174"/>
            <a:chOff x="4123767" y="4528037"/>
            <a:chExt cx="428647" cy="857174"/>
          </a:xfrm>
        </p:grpSpPr>
        <p:sp>
          <p:nvSpPr>
            <p:cNvPr id="43" name="等腰三角形 42">
              <a:extLst>
                <a:ext uri="{FF2B5EF4-FFF2-40B4-BE49-F238E27FC236}">
                  <a16:creationId xmlns:a16="http://schemas.microsoft.com/office/drawing/2014/main" id="{4AE2AA91-0332-852A-EA2E-94DF4AAC9660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E9ABF578-329E-9BA7-984D-607497C034C3}"/>
                </a:ext>
              </a:extLst>
            </p:cNvPr>
            <p:cNvCxnSpPr/>
            <p:nvPr/>
          </p:nvCxnSpPr>
          <p:spPr>
            <a:xfrm>
              <a:off x="4281854" y="4528037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9ED3CD7E-47F8-0BF5-D5BB-5ECE41EC1BAD}"/>
                </a:ext>
              </a:extLst>
            </p:cNvPr>
            <p:cNvCxnSpPr/>
            <p:nvPr/>
          </p:nvCxnSpPr>
          <p:spPr>
            <a:xfrm>
              <a:off x="4281853" y="5065540"/>
              <a:ext cx="0" cy="319671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0692C504-3D14-F784-5ACD-851001D4DEB9}"/>
                </a:ext>
              </a:extLst>
            </p:cNvPr>
            <p:cNvCxnSpPr/>
            <p:nvPr/>
          </p:nvCxnSpPr>
          <p:spPr>
            <a:xfrm flipH="1">
              <a:off x="4353813" y="4941517"/>
              <a:ext cx="198601" cy="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47A372F8-2CF0-3EC3-8368-D1BB88949059}"/>
              </a:ext>
            </a:extLst>
          </p:cNvPr>
          <p:cNvGrpSpPr/>
          <p:nvPr/>
        </p:nvGrpSpPr>
        <p:grpSpPr>
          <a:xfrm rot="16200000">
            <a:off x="8153278" y="2245382"/>
            <a:ext cx="387071" cy="863443"/>
            <a:chOff x="4123767" y="4483452"/>
            <a:chExt cx="387071" cy="863443"/>
          </a:xfrm>
        </p:grpSpPr>
        <p:sp>
          <p:nvSpPr>
            <p:cNvPr id="48" name="等腰三角形 47">
              <a:extLst>
                <a:ext uri="{FF2B5EF4-FFF2-40B4-BE49-F238E27FC236}">
                  <a16:creationId xmlns:a16="http://schemas.microsoft.com/office/drawing/2014/main" id="{DA144D53-F27B-8221-B7DC-27E6E93B453F}"/>
                </a:ext>
              </a:extLst>
            </p:cNvPr>
            <p:cNvSpPr/>
            <p:nvPr/>
          </p:nvSpPr>
          <p:spPr>
            <a:xfrm rot="10800000">
              <a:off x="4123767" y="4792975"/>
              <a:ext cx="316174" cy="272564"/>
            </a:xfrm>
            <a:prstGeom prst="triangle">
              <a:avLst/>
            </a:prstGeom>
            <a:noFill/>
            <a:ln w="19050">
              <a:solidFill>
                <a:srgbClr val="034A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0670491-29C1-EC8D-881C-C82F73676952}"/>
                </a:ext>
              </a:extLst>
            </p:cNvPr>
            <p:cNvCxnSpPr/>
            <p:nvPr/>
          </p:nvCxnSpPr>
          <p:spPr>
            <a:xfrm rot="5400000">
              <a:off x="4121729" y="4643577"/>
              <a:ext cx="325940" cy="5690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8D162A0A-EBDE-C501-ED7D-09CAAB57423B}"/>
                </a:ext>
              </a:extLst>
            </p:cNvPr>
            <p:cNvCxnSpPr/>
            <p:nvPr/>
          </p:nvCxnSpPr>
          <p:spPr>
            <a:xfrm>
              <a:off x="4281853" y="5065540"/>
              <a:ext cx="0" cy="281355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9609AD0-2B55-C13C-E18E-BD6C52DDFF7D}"/>
                </a:ext>
              </a:extLst>
            </p:cNvPr>
            <p:cNvCxnSpPr/>
            <p:nvPr/>
          </p:nvCxnSpPr>
          <p:spPr>
            <a:xfrm rot="5400000">
              <a:off x="4430451" y="4870560"/>
              <a:ext cx="3748" cy="157027"/>
            </a:xfrm>
            <a:prstGeom prst="line">
              <a:avLst/>
            </a:prstGeom>
            <a:ln w="19050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任意多边形 171">
            <a:extLst>
              <a:ext uri="{FF2B5EF4-FFF2-40B4-BE49-F238E27FC236}">
                <a16:creationId xmlns:a16="http://schemas.microsoft.com/office/drawing/2014/main" id="{EB8C6251-1F96-1D0C-F50A-33572F4F8695}"/>
              </a:ext>
            </a:extLst>
          </p:cNvPr>
          <p:cNvSpPr/>
          <p:nvPr/>
        </p:nvSpPr>
        <p:spPr>
          <a:xfrm>
            <a:off x="8892913" y="1877959"/>
            <a:ext cx="313223" cy="283028"/>
          </a:xfrm>
          <a:custGeom>
            <a:avLst/>
            <a:gdLst>
              <a:gd name="connsiteX0" fmla="*/ 145119 w 313223"/>
              <a:gd name="connsiteY0" fmla="*/ 0 h 290238"/>
              <a:gd name="connsiteX1" fmla="*/ 313223 w 313223"/>
              <a:gd name="connsiteY1" fmla="*/ 0 h 290238"/>
              <a:gd name="connsiteX2" fmla="*/ 313223 w 313223"/>
              <a:gd name="connsiteY2" fmla="*/ 290238 h 290238"/>
              <a:gd name="connsiteX3" fmla="*/ 145119 w 313223"/>
              <a:gd name="connsiteY3" fmla="*/ 290237 h 290238"/>
              <a:gd name="connsiteX4" fmla="*/ 11404 w 313223"/>
              <a:gd name="connsiteY4" fmla="*/ 201605 h 290238"/>
              <a:gd name="connsiteX5" fmla="*/ 0 w 313223"/>
              <a:gd name="connsiteY5" fmla="*/ 145119 h 290238"/>
              <a:gd name="connsiteX6" fmla="*/ 11404 w 313223"/>
              <a:gd name="connsiteY6" fmla="*/ 88632 h 290238"/>
              <a:gd name="connsiteX7" fmla="*/ 145119 w 313223"/>
              <a:gd name="connsiteY7" fmla="*/ 0 h 2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223" h="290238">
                <a:moveTo>
                  <a:pt x="145119" y="0"/>
                </a:moveTo>
                <a:lnTo>
                  <a:pt x="313223" y="0"/>
                </a:lnTo>
                <a:lnTo>
                  <a:pt x="313223" y="290238"/>
                </a:lnTo>
                <a:lnTo>
                  <a:pt x="145119" y="290237"/>
                </a:lnTo>
                <a:cubicBezTo>
                  <a:pt x="85009" y="290237"/>
                  <a:pt x="33434" y="253690"/>
                  <a:pt x="11404" y="201605"/>
                </a:cubicBezTo>
                <a:lnTo>
                  <a:pt x="0" y="145119"/>
                </a:lnTo>
                <a:lnTo>
                  <a:pt x="11404" y="88632"/>
                </a:lnTo>
                <a:cubicBezTo>
                  <a:pt x="33434" y="36547"/>
                  <a:pt x="85009" y="0"/>
                  <a:pt x="145119" y="0"/>
                </a:cubicBezTo>
                <a:close/>
              </a:path>
            </a:pathLst>
          </a:custGeom>
          <a:noFill/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C9EACE63-43BF-C958-5791-3E9E17B2ED04}"/>
              </a:ext>
            </a:extLst>
          </p:cNvPr>
          <p:cNvCxnSpPr/>
          <p:nvPr/>
        </p:nvCxnSpPr>
        <p:spPr>
          <a:xfrm>
            <a:off x="7911988" y="1764339"/>
            <a:ext cx="10894" cy="942523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06E9D96-73FD-04B0-1A8E-7873EA01C35F}"/>
              </a:ext>
            </a:extLst>
          </p:cNvPr>
          <p:cNvCxnSpPr/>
          <p:nvPr/>
        </p:nvCxnSpPr>
        <p:spPr>
          <a:xfrm flipH="1">
            <a:off x="7727836" y="2347284"/>
            <a:ext cx="177828" cy="0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8C99392-5CF9-3D63-23AC-CF5CE00F286E}"/>
              </a:ext>
            </a:extLst>
          </p:cNvPr>
          <p:cNvCxnSpPr/>
          <p:nvPr/>
        </p:nvCxnSpPr>
        <p:spPr>
          <a:xfrm flipH="1">
            <a:off x="7725039" y="2347284"/>
            <a:ext cx="2797" cy="539037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B9544AD1-D786-7F4B-228D-E4A591F598A9}"/>
              </a:ext>
            </a:extLst>
          </p:cNvPr>
          <p:cNvCxnSpPr/>
          <p:nvPr/>
        </p:nvCxnSpPr>
        <p:spPr>
          <a:xfrm>
            <a:off x="8351406" y="2020663"/>
            <a:ext cx="554547" cy="0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任意多边形 176">
            <a:extLst>
              <a:ext uri="{FF2B5EF4-FFF2-40B4-BE49-F238E27FC236}">
                <a16:creationId xmlns:a16="http://schemas.microsoft.com/office/drawing/2014/main" id="{27B897E7-87AE-38C0-8BE0-4DA7EC793451}"/>
              </a:ext>
            </a:extLst>
          </p:cNvPr>
          <p:cNvSpPr/>
          <p:nvPr/>
        </p:nvSpPr>
        <p:spPr>
          <a:xfrm>
            <a:off x="8892913" y="2339482"/>
            <a:ext cx="313223" cy="312532"/>
          </a:xfrm>
          <a:custGeom>
            <a:avLst/>
            <a:gdLst>
              <a:gd name="connsiteX0" fmla="*/ 145119 w 313223"/>
              <a:gd name="connsiteY0" fmla="*/ 0 h 290238"/>
              <a:gd name="connsiteX1" fmla="*/ 313223 w 313223"/>
              <a:gd name="connsiteY1" fmla="*/ 0 h 290238"/>
              <a:gd name="connsiteX2" fmla="*/ 313223 w 313223"/>
              <a:gd name="connsiteY2" fmla="*/ 290238 h 290238"/>
              <a:gd name="connsiteX3" fmla="*/ 145119 w 313223"/>
              <a:gd name="connsiteY3" fmla="*/ 290237 h 290238"/>
              <a:gd name="connsiteX4" fmla="*/ 11404 w 313223"/>
              <a:gd name="connsiteY4" fmla="*/ 201605 h 290238"/>
              <a:gd name="connsiteX5" fmla="*/ 0 w 313223"/>
              <a:gd name="connsiteY5" fmla="*/ 145119 h 290238"/>
              <a:gd name="connsiteX6" fmla="*/ 11404 w 313223"/>
              <a:gd name="connsiteY6" fmla="*/ 88632 h 290238"/>
              <a:gd name="connsiteX7" fmla="*/ 145119 w 313223"/>
              <a:gd name="connsiteY7" fmla="*/ 0 h 2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223" h="290238">
                <a:moveTo>
                  <a:pt x="145119" y="0"/>
                </a:moveTo>
                <a:lnTo>
                  <a:pt x="313223" y="0"/>
                </a:lnTo>
                <a:lnTo>
                  <a:pt x="313223" y="290238"/>
                </a:lnTo>
                <a:lnTo>
                  <a:pt x="145119" y="290237"/>
                </a:lnTo>
                <a:cubicBezTo>
                  <a:pt x="85009" y="290237"/>
                  <a:pt x="33434" y="253690"/>
                  <a:pt x="11404" y="201605"/>
                </a:cubicBezTo>
                <a:lnTo>
                  <a:pt x="0" y="145119"/>
                </a:lnTo>
                <a:lnTo>
                  <a:pt x="11404" y="88632"/>
                </a:lnTo>
                <a:cubicBezTo>
                  <a:pt x="33434" y="36547"/>
                  <a:pt x="85009" y="0"/>
                  <a:pt x="145119" y="0"/>
                </a:cubicBezTo>
                <a:close/>
              </a:path>
            </a:pathLst>
          </a:custGeom>
          <a:noFill/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BC23A7E-461A-CC5D-CE0D-4E801DD19C4D}"/>
              </a:ext>
            </a:extLst>
          </p:cNvPr>
          <p:cNvCxnSpPr>
            <a:endCxn id="57" idx="5"/>
          </p:cNvCxnSpPr>
          <p:nvPr/>
        </p:nvCxnSpPr>
        <p:spPr>
          <a:xfrm>
            <a:off x="8378840" y="2495409"/>
            <a:ext cx="514073" cy="339"/>
          </a:xfrm>
          <a:prstGeom prst="line">
            <a:avLst/>
          </a:prstGeom>
          <a:ln w="1905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AD3C5AE-58A1-4AF7-87F4-394493083949}"/>
              </a:ext>
            </a:extLst>
          </p:cNvPr>
          <p:cNvCxnSpPr/>
          <p:nvPr/>
        </p:nvCxnSpPr>
        <p:spPr>
          <a:xfrm flipH="1" flipV="1">
            <a:off x="9205927" y="1943241"/>
            <a:ext cx="398340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4B1118E-DD2F-F2A6-F292-C1368C299E0F}"/>
              </a:ext>
            </a:extLst>
          </p:cNvPr>
          <p:cNvCxnSpPr/>
          <p:nvPr/>
        </p:nvCxnSpPr>
        <p:spPr>
          <a:xfrm flipH="1" flipV="1">
            <a:off x="9205927" y="2442288"/>
            <a:ext cx="398340" cy="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E719B73-18AB-4BA1-476E-C5BF0A10628C}"/>
              </a:ext>
            </a:extLst>
          </p:cNvPr>
          <p:cNvCxnSpPr/>
          <p:nvPr/>
        </p:nvCxnSpPr>
        <p:spPr>
          <a:xfrm flipH="1">
            <a:off x="9211815" y="2096946"/>
            <a:ext cx="764035" cy="0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19D14C13-4A94-571C-F13A-07CE179417DB}"/>
              </a:ext>
            </a:extLst>
          </p:cNvPr>
          <p:cNvCxnSpPr/>
          <p:nvPr/>
        </p:nvCxnSpPr>
        <p:spPr>
          <a:xfrm flipH="1" flipV="1">
            <a:off x="9330561" y="2578896"/>
            <a:ext cx="616205" cy="815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>
            <a:extLst>
              <a:ext uri="{FF2B5EF4-FFF2-40B4-BE49-F238E27FC236}">
                <a16:creationId xmlns:a16="http://schemas.microsoft.com/office/drawing/2014/main" id="{BD322391-B17F-7F26-AF8A-A30895CE4CA3}"/>
              </a:ext>
            </a:extLst>
          </p:cNvPr>
          <p:cNvSpPr/>
          <p:nvPr/>
        </p:nvSpPr>
        <p:spPr>
          <a:xfrm>
            <a:off x="9220218" y="2522664"/>
            <a:ext cx="103383" cy="103383"/>
          </a:xfrm>
          <a:prstGeom prst="ellipse">
            <a:avLst/>
          </a:prstGeom>
          <a:noFill/>
          <a:ln w="19050">
            <a:solidFill>
              <a:srgbClr val="034A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4" name="左右箭头 183">
            <a:extLst>
              <a:ext uri="{FF2B5EF4-FFF2-40B4-BE49-F238E27FC236}">
                <a16:creationId xmlns:a16="http://schemas.microsoft.com/office/drawing/2014/main" id="{D6AC5AB2-4375-88E7-77C1-DB8607568F0D}"/>
              </a:ext>
            </a:extLst>
          </p:cNvPr>
          <p:cNvSpPr/>
          <p:nvPr/>
        </p:nvSpPr>
        <p:spPr>
          <a:xfrm rot="16200000">
            <a:off x="7342744" y="3055738"/>
            <a:ext cx="740250" cy="404446"/>
          </a:xfrm>
          <a:prstGeom prst="leftRightArrow">
            <a:avLst/>
          </a:prstGeom>
          <a:solidFill>
            <a:srgbClr val="034A9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0C8E6BE2-B989-0DF8-6C74-843240B0AB09}"/>
              </a:ext>
            </a:extLst>
          </p:cNvPr>
          <p:cNvCxnSpPr/>
          <p:nvPr/>
        </p:nvCxnSpPr>
        <p:spPr>
          <a:xfrm flipH="1" flipV="1">
            <a:off x="9958547" y="2075102"/>
            <a:ext cx="17303" cy="4123477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9F04067B-76ED-9067-E68A-1BD4FB219F2A}"/>
              </a:ext>
            </a:extLst>
          </p:cNvPr>
          <p:cNvCxnSpPr/>
          <p:nvPr/>
        </p:nvCxnSpPr>
        <p:spPr>
          <a:xfrm flipV="1">
            <a:off x="9605587" y="1926214"/>
            <a:ext cx="0" cy="29101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2DBA3A0C-A903-B33B-5584-C95E84B0D00A}"/>
              </a:ext>
            </a:extLst>
          </p:cNvPr>
          <p:cNvCxnSpPr/>
          <p:nvPr/>
        </p:nvCxnSpPr>
        <p:spPr>
          <a:xfrm flipV="1">
            <a:off x="5122103" y="2096946"/>
            <a:ext cx="0" cy="4075951"/>
          </a:xfrm>
          <a:prstGeom prst="line">
            <a:avLst/>
          </a:prstGeom>
          <a:ln w="38100">
            <a:solidFill>
              <a:srgbClr val="034A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FAF81B2-0D9D-3234-0E49-F8D8B70EF55C}"/>
              </a:ext>
            </a:extLst>
          </p:cNvPr>
          <p:cNvGrpSpPr/>
          <p:nvPr/>
        </p:nvGrpSpPr>
        <p:grpSpPr>
          <a:xfrm>
            <a:off x="10898578" y="3730796"/>
            <a:ext cx="947224" cy="2456312"/>
            <a:chOff x="11050978" y="3730796"/>
            <a:chExt cx="947224" cy="2456312"/>
          </a:xfrm>
        </p:grpSpPr>
        <p:sp>
          <p:nvSpPr>
            <p:cNvPr id="69" name="右大括号 68">
              <a:extLst>
                <a:ext uri="{FF2B5EF4-FFF2-40B4-BE49-F238E27FC236}">
                  <a16:creationId xmlns:a16="http://schemas.microsoft.com/office/drawing/2014/main" id="{7B9DF0CC-B3E8-AA53-7700-9A104603E4FD}"/>
                </a:ext>
              </a:extLst>
            </p:cNvPr>
            <p:cNvSpPr/>
            <p:nvPr/>
          </p:nvSpPr>
          <p:spPr>
            <a:xfrm>
              <a:off x="11050978" y="3730796"/>
              <a:ext cx="287366" cy="2456312"/>
            </a:xfrm>
            <a:prstGeom prst="rightBrace">
              <a:avLst>
                <a:gd name="adj1" fmla="val 84752"/>
                <a:gd name="adj2" fmla="val 50000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7A543164-36EF-78B6-E26C-93A57DED2C37}"/>
                </a:ext>
              </a:extLst>
            </p:cNvPr>
            <p:cNvSpPr txBox="1"/>
            <p:nvPr/>
          </p:nvSpPr>
          <p:spPr>
            <a:xfrm>
              <a:off x="11541777" y="4288959"/>
              <a:ext cx="45642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系统总线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421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A6C4-54A7-94C7-0E73-527537178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015AECD-FDC2-6587-A005-157F0D788F0C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8150117-961D-6696-5FF4-ED3AFF79B5B7}"/>
              </a:ext>
            </a:extLst>
          </p:cNvPr>
          <p:cNvGrpSpPr/>
          <p:nvPr/>
        </p:nvGrpSpPr>
        <p:grpSpPr>
          <a:xfrm>
            <a:off x="4756382" y="1259972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52CF952-67D4-0E26-0AA6-08F95CDBD219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EA9ADE27-100A-8598-9229-BCD0290BF25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838EBBFB-1A84-EF0B-4CFE-53D650C0059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0695AF9-BE84-FBC7-E33E-60A04D092877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D2847232-EF0C-3E42-20CE-3EBECEA3D8F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29C02629-237B-24E4-F6BE-EF2F9E48274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53DC467-E6DF-B872-ED17-833AC0B14541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09C0E09B-999C-501F-17BE-C95D5BF9654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5B9917F3-3039-2795-845D-15E8E598DE5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A20562F-FB6C-2B57-536B-58E72A2B0193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31ED6E7C-423C-93FD-C224-B65612132188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D012A3B4-A423-346A-AAA9-87F9325C7BD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21B384C6-21F7-3C88-010D-4A49AE208683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</p:spTree>
    <p:extLst>
      <p:ext uri="{BB962C8B-B14F-4D97-AF65-F5344CB8AC3E}">
        <p14:creationId xmlns:p14="http://schemas.microsoft.com/office/powerpoint/2010/main" val="403150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AD975-A512-AA0C-DBC7-B2EC7741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FDEE7CA-4555-77EB-CF76-58E68D50BF4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多路选择器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9F56A8-8CC3-94D3-5A00-D022F5CA7A79}"/>
              </a:ext>
            </a:extLst>
          </p:cNvPr>
          <p:cNvSpPr txBox="1"/>
          <p:nvPr/>
        </p:nvSpPr>
        <p:spPr>
          <a:xfrm>
            <a:off x="348748" y="1277890"/>
            <a:ext cx="11528292" cy="121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根据选择信号的值从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个可能的输入中选择一个作为输出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需要使用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⁡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𝑁位选择信号（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也称地址信号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）作为输入，控制输入信号的选择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39DD3C2-9ECD-9C9B-486E-068CC3582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505975"/>
              </p:ext>
            </p:extLst>
          </p:nvPr>
        </p:nvGraphicFramePr>
        <p:xfrm>
          <a:off x="1031087" y="3293194"/>
          <a:ext cx="3135627" cy="228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590858" imgH="1895449" progId="Visio.Drawing.15">
                  <p:embed/>
                </p:oleObj>
              </mc:Choice>
              <mc:Fallback>
                <p:oleObj name="Visio" r:id="rId4" imgW="2590858" imgH="1895449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1087" y="3293194"/>
                        <a:ext cx="3135627" cy="2286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36D04C0-9F68-3B58-106C-CD1B37EB9FAF}"/>
              </a:ext>
            </a:extLst>
          </p:cNvPr>
          <p:cNvSpPr txBox="1"/>
          <p:nvPr/>
        </p:nvSpPr>
        <p:spPr>
          <a:xfrm>
            <a:off x="5175472" y="345496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二选一电路</a:t>
            </a:r>
          </a:p>
        </p:txBody>
      </p:sp>
      <p:graphicFrame>
        <p:nvGraphicFramePr>
          <p:cNvPr id="8" name="内容占位符 4">
            <a:extLst>
              <a:ext uri="{FF2B5EF4-FFF2-40B4-BE49-F238E27FC236}">
                <a16:creationId xmlns:a16="http://schemas.microsoft.com/office/drawing/2014/main" id="{F796090D-91FD-CB4D-D35E-5016DEEBDF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7866308"/>
              </p:ext>
            </p:extLst>
          </p:nvPr>
        </p:nvGraphicFramePr>
        <p:xfrm>
          <a:off x="7394506" y="2874956"/>
          <a:ext cx="2958536" cy="32718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9634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739634">
                  <a:extLst>
                    <a:ext uri="{9D8B030D-6E8A-4147-A177-3AD203B41FA5}">
                      <a16:colId xmlns:a16="http://schemas.microsoft.com/office/drawing/2014/main" val="1341871488"/>
                    </a:ext>
                  </a:extLst>
                </a:gridCol>
                <a:gridCol w="739634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  <a:gridCol w="739634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</a:tblGrid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endParaRPr lang="zh-CN" altLang="en-US" sz="18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861950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779731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653586"/>
                  </a:ext>
                </a:extLst>
              </a:tr>
              <a:tr h="363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275550"/>
                  </a:ext>
                </a:extLst>
              </a:tr>
            </a:tbl>
          </a:graphicData>
        </a:graphic>
      </p:graphicFrame>
      <p:graphicFrame>
        <p:nvGraphicFramePr>
          <p:cNvPr id="9" name="内容占位符 4">
            <a:extLst>
              <a:ext uri="{FF2B5EF4-FFF2-40B4-BE49-F238E27FC236}">
                <a16:creationId xmlns:a16="http://schemas.microsoft.com/office/drawing/2014/main" id="{5957813C-D0DE-FB4C-3335-5EEDEFB1DE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102262"/>
              </p:ext>
            </p:extLst>
          </p:nvPr>
        </p:nvGraphicFramePr>
        <p:xfrm>
          <a:off x="5091558" y="4105053"/>
          <a:ext cx="1550982" cy="14314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5491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775491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</a:tblGrid>
              <a:tr h="477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endParaRPr lang="zh-CN" altLang="en-US" sz="18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477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4771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18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61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DAF4-996D-A24F-E497-E4A98E681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49F6A282-A5EB-198B-DE53-07A7BD7A1FE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多路选择器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E422FE-5F22-4372-88AF-94516B576670}"/>
              </a:ext>
            </a:extLst>
          </p:cNvPr>
          <p:cNvSpPr txBox="1"/>
          <p:nvPr/>
        </p:nvSpPr>
        <p:spPr>
          <a:xfrm>
            <a:off x="348748" y="1279944"/>
            <a:ext cx="3593332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使用门电路实现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内容占位符 31">
            <a:extLst>
              <a:ext uri="{FF2B5EF4-FFF2-40B4-BE49-F238E27FC236}">
                <a16:creationId xmlns:a16="http://schemas.microsoft.com/office/drawing/2014/main" id="{778D1976-9E2E-9C38-85C4-04F611BA2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36269"/>
              </p:ext>
            </p:extLst>
          </p:nvPr>
        </p:nvGraphicFramePr>
        <p:xfrm>
          <a:off x="3284220" y="2569599"/>
          <a:ext cx="2462638" cy="242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095659" imgH="2066783" progId="Visio.Drawing.15">
                  <p:embed/>
                </p:oleObj>
              </mc:Choice>
              <mc:Fallback>
                <p:oleObj name="Visio" r:id="rId4" imgW="2095659" imgH="2066783" progId="Visio.Drawing.15">
                  <p:embed/>
                  <p:pic>
                    <p:nvPicPr>
                      <p:cNvPr id="32" name="内容占位符 3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84220" y="2569599"/>
                        <a:ext cx="2462638" cy="2429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94">
            <a:extLst>
              <a:ext uri="{FF2B5EF4-FFF2-40B4-BE49-F238E27FC236}">
                <a16:creationId xmlns:a16="http://schemas.microsoft.com/office/drawing/2014/main" id="{9F6A2824-B89F-9A1E-DD70-4F496C222852}"/>
              </a:ext>
            </a:extLst>
          </p:cNvPr>
          <p:cNvGrpSpPr>
            <a:grpSpLocks/>
          </p:cNvGrpSpPr>
          <p:nvPr/>
        </p:nvGrpSpPr>
        <p:grpSpPr bwMode="auto">
          <a:xfrm>
            <a:off x="433550" y="2568640"/>
            <a:ext cx="2650470" cy="1493063"/>
            <a:chOff x="-205" y="1226"/>
            <a:chExt cx="3114" cy="1450"/>
          </a:xfrm>
        </p:grpSpPr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A9C65E7B-55C9-93FD-51C3-04B606D1B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05" y="1226"/>
              <a:ext cx="3114" cy="1450"/>
              <a:chOff x="2057" y="2739"/>
              <a:chExt cx="3114" cy="1497"/>
            </a:xfrm>
          </p:grpSpPr>
          <p:grpSp>
            <p:nvGrpSpPr>
              <p:cNvPr id="14" name="Group 11">
                <a:extLst>
                  <a:ext uri="{FF2B5EF4-FFF2-40B4-BE49-F238E27FC236}">
                    <a16:creationId xmlns:a16="http://schemas.microsoft.com/office/drawing/2014/main" id="{A8CF3C01-D8B2-0A56-ACFC-54256DE8F9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7" y="2739"/>
                <a:ext cx="3067" cy="1497"/>
                <a:chOff x="2057" y="2739"/>
                <a:chExt cx="3067" cy="1497"/>
              </a:xfrm>
            </p:grpSpPr>
            <p:sp>
              <p:nvSpPr>
                <p:cNvPr id="21" name="Rectangle 12">
                  <a:extLst>
                    <a:ext uri="{FF2B5EF4-FFF2-40B4-BE49-F238E27FC236}">
                      <a16:creationId xmlns:a16="http://schemas.microsoft.com/office/drawing/2014/main" id="{E183AB70-088B-E649-FC74-64BAABA161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76" y="3324"/>
                  <a:ext cx="2448" cy="91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" name="Line 13">
                  <a:extLst>
                    <a:ext uri="{FF2B5EF4-FFF2-40B4-BE49-F238E27FC236}">
                      <a16:creationId xmlns:a16="http://schemas.microsoft.com/office/drawing/2014/main" id="{4D36DD34-5B17-5C0A-24BC-01004B265C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6" y="3804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Line 14">
                  <a:extLst>
                    <a:ext uri="{FF2B5EF4-FFF2-40B4-BE49-F238E27FC236}">
                      <a16:creationId xmlns:a16="http://schemas.microsoft.com/office/drawing/2014/main" id="{64F27160-33A5-ABB7-571B-B1FDB589EE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88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" name="Line 15">
                  <a:extLst>
                    <a:ext uri="{FF2B5EF4-FFF2-40B4-BE49-F238E27FC236}">
                      <a16:creationId xmlns:a16="http://schemas.microsoft.com/office/drawing/2014/main" id="{34859195-7940-A10B-EB03-55243DA660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76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5" name="Line 16">
                  <a:extLst>
                    <a:ext uri="{FF2B5EF4-FFF2-40B4-BE49-F238E27FC236}">
                      <a16:creationId xmlns:a16="http://schemas.microsoft.com/office/drawing/2014/main" id="{3C5ACCAC-377C-37F0-3CDC-78A0E78A6E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324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Line 17">
                  <a:extLst>
                    <a:ext uri="{FF2B5EF4-FFF2-40B4-BE49-F238E27FC236}">
                      <a16:creationId xmlns:a16="http://schemas.microsoft.com/office/drawing/2014/main" id="{E54B216B-58FA-3D1A-0F76-8425C82B06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340" y="3084"/>
                  <a:ext cx="336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Text Box 18">
                  <a:extLst>
                    <a:ext uri="{FF2B5EF4-FFF2-40B4-BE49-F238E27FC236}">
                      <a16:creationId xmlns:a16="http://schemas.microsoft.com/office/drawing/2014/main" id="{A5F628BB-A70A-1E8F-8059-7A008DD491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57" y="3058"/>
                  <a:ext cx="381" cy="3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18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DD348AED-27CA-9170-9835-4059EFCC67C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98" y="2739"/>
                      <a:ext cx="964" cy="3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𝟎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ea typeface="楷体_GB2312" pitchFamily="49" charset="-122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DD348AED-27CA-9170-9835-4059EFCC67C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298" y="2739"/>
                      <a:ext cx="964" cy="37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639"/>
                      </a:stretch>
                    </a:blipFill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Text Box 20">
                <a:extLst>
                  <a:ext uri="{FF2B5EF4-FFF2-40B4-BE49-F238E27FC236}">
                    <a16:creationId xmlns:a16="http://schemas.microsoft.com/office/drawing/2014/main" id="{5149659E-9EE7-6F95-8D7B-D715FAE27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8" y="3439"/>
                <a:ext cx="366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EBEA31F6-828B-DEDA-03D6-E4495BB15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8" y="3864"/>
                <a:ext cx="366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Text Box 22">
                <a:extLst>
                  <a:ext uri="{FF2B5EF4-FFF2-40B4-BE49-F238E27FC236}">
                    <a16:creationId xmlns:a16="http://schemas.microsoft.com/office/drawing/2014/main" id="{1F5579D5-D722-FC68-3496-ECE95AC8C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6" y="3009"/>
                <a:ext cx="515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Text Box 23">
                <a:extLst>
                  <a:ext uri="{FF2B5EF4-FFF2-40B4-BE49-F238E27FC236}">
                    <a16:creationId xmlns:a16="http://schemas.microsoft.com/office/drawing/2014/main" id="{C0F9FAC6-1DE6-03AC-A1D8-C8135FC6EC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3009"/>
                <a:ext cx="515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 Box 24">
                <a:extLst>
                  <a:ext uri="{FF2B5EF4-FFF2-40B4-BE49-F238E27FC236}">
                    <a16:creationId xmlns:a16="http://schemas.microsoft.com/office/drawing/2014/main" id="{4368B6EE-C1F1-FDF9-ACFD-4EA52B1F62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009"/>
                <a:ext cx="515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Text Box 25">
                <a:extLst>
                  <a:ext uri="{FF2B5EF4-FFF2-40B4-BE49-F238E27FC236}">
                    <a16:creationId xmlns:a16="http://schemas.microsoft.com/office/drawing/2014/main" id="{553ECCCA-D1D0-A851-03E0-CC4A63D2A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3009"/>
                <a:ext cx="515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Text Box 26">
              <a:extLst>
                <a:ext uri="{FF2B5EF4-FFF2-40B4-BE49-F238E27FC236}">
                  <a16:creationId xmlns:a16="http://schemas.microsoft.com/office/drawing/2014/main" id="{66111296-2859-D148-8817-94FC05E9E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6" y="1878"/>
              <a:ext cx="38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761B084E-4B2D-3CCF-D4BF-6EF81D375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9" y="2299"/>
              <a:ext cx="38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438E9832-FCF6-0F41-EFA9-E83060A1B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3" y="2317"/>
              <a:ext cx="38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13" name="Text Box 30">
              <a:extLst>
                <a:ext uri="{FF2B5EF4-FFF2-40B4-BE49-F238E27FC236}">
                  <a16:creationId xmlns:a16="http://schemas.microsoft.com/office/drawing/2014/main" id="{DAA42BAE-D532-5562-C84C-A8FD4455E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6" y="1866"/>
              <a:ext cx="385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sp>
        <p:nvSpPr>
          <p:cNvPr id="30" name="圆角矩形 28">
            <a:extLst>
              <a:ext uri="{FF2B5EF4-FFF2-40B4-BE49-F238E27FC236}">
                <a16:creationId xmlns:a16="http://schemas.microsoft.com/office/drawing/2014/main" id="{F06603F2-8DA9-978B-13EE-F82D1A8148DE}"/>
              </a:ext>
            </a:extLst>
          </p:cNvPr>
          <p:cNvSpPr/>
          <p:nvPr/>
        </p:nvSpPr>
        <p:spPr>
          <a:xfrm>
            <a:off x="1612388" y="3694752"/>
            <a:ext cx="819838" cy="327170"/>
          </a:xfrm>
          <a:prstGeom prst="roundRect">
            <a:avLst>
              <a:gd name="adj" fmla="val 2435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29">
            <a:extLst>
              <a:ext uri="{FF2B5EF4-FFF2-40B4-BE49-F238E27FC236}">
                <a16:creationId xmlns:a16="http://schemas.microsoft.com/office/drawing/2014/main" id="{59B12C15-2EAB-0E46-24D5-52E929323C67}"/>
              </a:ext>
            </a:extLst>
          </p:cNvPr>
          <p:cNvSpPr/>
          <p:nvPr/>
        </p:nvSpPr>
        <p:spPr>
          <a:xfrm>
            <a:off x="2146323" y="3259705"/>
            <a:ext cx="819838" cy="327170"/>
          </a:xfrm>
          <a:prstGeom prst="roundRect">
            <a:avLst>
              <a:gd name="adj" fmla="val 2435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82071C9-47D4-5448-0B37-B1D0AD317A75}"/>
                  </a:ext>
                </a:extLst>
              </p:cNvPr>
              <p:cNvSpPr txBox="1"/>
              <p:nvPr/>
            </p:nvSpPr>
            <p:spPr>
              <a:xfrm>
                <a:off x="981042" y="4313994"/>
                <a:ext cx="1530612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82071C9-47D4-5448-0B37-B1D0AD317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42" y="4313994"/>
                <a:ext cx="1530612" cy="277576"/>
              </a:xfrm>
              <a:prstGeom prst="rect">
                <a:avLst/>
              </a:prstGeom>
              <a:blipFill>
                <a:blip r:embed="rId7"/>
                <a:stretch>
                  <a:fillRect l="-3586" t="-4444" r="-3187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91DCB905-A50B-4187-6CF5-40464006B0BE}"/>
              </a:ext>
            </a:extLst>
          </p:cNvPr>
          <p:cNvGrpSpPr/>
          <p:nvPr/>
        </p:nvGrpSpPr>
        <p:grpSpPr>
          <a:xfrm>
            <a:off x="6952748" y="1279944"/>
            <a:ext cx="4890504" cy="5509432"/>
            <a:chOff x="6952748" y="1279944"/>
            <a:chExt cx="4890504" cy="5509432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3A9736B-58A9-A146-6D97-289A7090CF8A}"/>
                </a:ext>
              </a:extLst>
            </p:cNvPr>
            <p:cNvSpPr txBox="1"/>
            <p:nvPr/>
          </p:nvSpPr>
          <p:spPr>
            <a:xfrm>
              <a:off x="6952748" y="1279944"/>
              <a:ext cx="4890504" cy="2130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150000"/>
                </a:lnSpc>
                <a:spcAft>
                  <a:spcPts val="600"/>
                </a:spcAft>
                <a:buClr>
                  <a:srgbClr val="034A90"/>
                </a:buClr>
                <a:buFont typeface="Wingdings" panose="05000000000000000000" pitchFamily="2" charset="2"/>
                <a:buChar char="p"/>
              </a:pPr>
              <a:r>
                <a:rPr lang="zh-CN" altLang="en-US" sz="24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使用三态门实现</a:t>
              </a:r>
            </a:p>
            <a:p>
              <a:pPr marL="800100" lvl="1" indent="-342900" algn="just">
                <a:lnSpc>
                  <a:spcPct val="150000"/>
                </a:lnSpc>
                <a:spcAft>
                  <a:spcPts val="600"/>
                </a:spcAft>
                <a:buClr>
                  <a:srgbClr val="034A90"/>
                </a:buClr>
                <a:buFont typeface="Wingdings" panose="05000000000000000000" pitchFamily="2" charset="2"/>
                <a:buChar char="Ø"/>
              </a:pPr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输入的选择器，使用</a:t>
              </a:r>
              <a:r>
                <a:rPr lang="en-US" altLang="zh-CN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个三态门</a:t>
              </a:r>
              <a:endPara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800100" lvl="1" indent="-342900" algn="just">
                <a:lnSpc>
                  <a:spcPct val="150000"/>
                </a:lnSpc>
                <a:spcAft>
                  <a:spcPts val="600"/>
                </a:spcAft>
                <a:buClr>
                  <a:srgbClr val="034A9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对选择信号进行译码以使能对应的三态门进行输出</a:t>
              </a:r>
              <a:endPara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8" name="内容占位符 31">
              <a:extLst>
                <a:ext uri="{FF2B5EF4-FFF2-40B4-BE49-F238E27FC236}">
                  <a16:creationId xmlns:a16="http://schemas.microsoft.com/office/drawing/2014/main" id="{603B1165-4DCE-FD00-A484-87DFC9DAC7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8285330"/>
                </p:ext>
              </p:extLst>
            </p:nvPr>
          </p:nvGraphicFramePr>
          <p:xfrm>
            <a:off x="7814370" y="3673507"/>
            <a:ext cx="3158429" cy="31158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2095659" imgH="2066783" progId="Visio.Drawing.15">
                    <p:embed/>
                  </p:oleObj>
                </mc:Choice>
                <mc:Fallback>
                  <p:oleObj name="Visio" r:id="rId8" imgW="2095659" imgH="2066783" progId="Visio.Drawing.15">
                    <p:embed/>
                    <p:pic>
                      <p:nvPicPr>
                        <p:cNvPr id="34" name="内容占位符 3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814370" y="3673507"/>
                          <a:ext cx="3158429" cy="311586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9870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4DF67-E6B3-4759-8F44-2D935D72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166AAC8-C60E-67DA-218C-550E89C2D8F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更多输入的多路选择器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149BC7-1494-2442-5324-12BF6AC719B4}"/>
              </a:ext>
            </a:extLst>
          </p:cNvPr>
          <p:cNvSpPr txBox="1"/>
          <p:nvPr/>
        </p:nvSpPr>
        <p:spPr>
          <a:xfrm>
            <a:off x="348748" y="1279944"/>
            <a:ext cx="3593332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可使用译码器实现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603E1D6-66B8-311C-488B-FEED800CA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395801"/>
              </p:ext>
            </p:extLst>
          </p:nvPr>
        </p:nvGraphicFramePr>
        <p:xfrm>
          <a:off x="1418362" y="2517582"/>
          <a:ext cx="4210400" cy="344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016435" imgH="2470457" progId="Visio.Drawing.15">
                  <p:embed/>
                </p:oleObj>
              </mc:Choice>
              <mc:Fallback>
                <p:oleObj name="Visio" r:id="rId4" imgW="3016435" imgH="2470457" progId="Visio.Drawing.15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18362" y="2517582"/>
                        <a:ext cx="4210400" cy="344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545473-7AC2-8B7B-FE82-4CE658C64D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140830"/>
              </p:ext>
            </p:extLst>
          </p:nvPr>
        </p:nvGraphicFramePr>
        <p:xfrm>
          <a:off x="6632714" y="2779088"/>
          <a:ext cx="4133713" cy="2924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146858" imgH="2933963" progId="Visio.Drawing.15">
                  <p:embed/>
                </p:oleObj>
              </mc:Choice>
              <mc:Fallback>
                <p:oleObj name="Visio" r:id="rId6" imgW="4146858" imgH="2933963" progId="Visio.Drawing.15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32714" y="2779088"/>
                        <a:ext cx="4133713" cy="2924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502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8E4F-F37C-1FBE-CE73-12765134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4C0B7E7-A9E5-1C3F-B811-832B9D4D828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使用译码器实现组合逻辑电路</a:t>
            </a:r>
          </a:p>
        </p:txBody>
      </p:sp>
      <p:graphicFrame>
        <p:nvGraphicFramePr>
          <p:cNvPr id="2" name="内容占位符 4">
            <a:extLst>
              <a:ext uri="{FF2B5EF4-FFF2-40B4-BE49-F238E27FC236}">
                <a16:creationId xmlns:a16="http://schemas.microsoft.com/office/drawing/2014/main" id="{43E86F76-812D-5BD8-DA12-DB2AC3B8BBF0}"/>
              </a:ext>
            </a:extLst>
          </p:cNvPr>
          <p:cNvGraphicFramePr>
            <a:graphicFrameLocks/>
          </p:cNvGraphicFramePr>
          <p:nvPr/>
        </p:nvGraphicFramePr>
        <p:xfrm>
          <a:off x="6946278" y="1425535"/>
          <a:ext cx="4324236" cy="2137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7748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617748">
                  <a:extLst>
                    <a:ext uri="{9D8B030D-6E8A-4147-A177-3AD203B41FA5}">
                      <a16:colId xmlns:a16="http://schemas.microsoft.com/office/drawing/2014/main" val="1341871488"/>
                    </a:ext>
                  </a:extLst>
                </a:gridCol>
                <a:gridCol w="617748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  <a:gridCol w="617748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  <a:gridCol w="617748">
                  <a:extLst>
                    <a:ext uri="{9D8B030D-6E8A-4147-A177-3AD203B41FA5}">
                      <a16:colId xmlns:a16="http://schemas.microsoft.com/office/drawing/2014/main" val="1509844100"/>
                    </a:ext>
                  </a:extLst>
                </a:gridCol>
                <a:gridCol w="617748">
                  <a:extLst>
                    <a:ext uri="{9D8B030D-6E8A-4147-A177-3AD203B41FA5}">
                      <a16:colId xmlns:a16="http://schemas.microsoft.com/office/drawing/2014/main" val="735123590"/>
                    </a:ext>
                  </a:extLst>
                </a:gridCol>
                <a:gridCol w="617748">
                  <a:extLst>
                    <a:ext uri="{9D8B030D-6E8A-4147-A177-3AD203B41FA5}">
                      <a16:colId xmlns:a16="http://schemas.microsoft.com/office/drawing/2014/main" val="4065805429"/>
                    </a:ext>
                  </a:extLst>
                </a:gridCol>
              </a:tblGrid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2400" kern="1200" baseline="-25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endParaRPr lang="zh-CN" altLang="en-US" sz="2400" kern="12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2400" kern="1200" baseline="-25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2400" kern="12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2400" kern="1200" baseline="-25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2400" kern="12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en-US" altLang="zh-CN" sz="2400" kern="1200" baseline="-25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lang="zh-CN" altLang="en-US" sz="2400" kern="12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CF853B6-E156-D5C5-563B-1B312497608F}"/>
              </a:ext>
            </a:extLst>
          </p:cNvPr>
          <p:cNvSpPr/>
          <p:nvPr/>
        </p:nvSpPr>
        <p:spPr>
          <a:xfrm>
            <a:off x="1956898" y="1425535"/>
            <a:ext cx="1701208" cy="213765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00E7FDB-C095-01FD-7B64-BAAAD92DC8B0}"/>
              </a:ext>
            </a:extLst>
          </p:cNvPr>
          <p:cNvCxnSpPr/>
          <p:nvPr/>
        </p:nvCxnSpPr>
        <p:spPr>
          <a:xfrm>
            <a:off x="1356159" y="2138426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56E976-9B2A-0230-8FB1-9DB488251460}"/>
              </a:ext>
            </a:extLst>
          </p:cNvPr>
          <p:cNvCxnSpPr/>
          <p:nvPr/>
        </p:nvCxnSpPr>
        <p:spPr>
          <a:xfrm>
            <a:off x="1372107" y="2856124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3BF5E20-B87D-D253-A929-E2D3D43FD389}"/>
              </a:ext>
            </a:extLst>
          </p:cNvPr>
          <p:cNvSpPr txBox="1"/>
          <p:nvPr/>
        </p:nvSpPr>
        <p:spPr>
          <a:xfrm>
            <a:off x="2008288" y="1449930"/>
            <a:ext cx="1598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219E2D-A604-B56D-1A30-1F3DC31F5E28}"/>
              </a:ext>
            </a:extLst>
          </p:cNvPr>
          <p:cNvSpPr txBox="1"/>
          <p:nvPr/>
        </p:nvSpPr>
        <p:spPr>
          <a:xfrm>
            <a:off x="3100576" y="1949101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B5A095-F119-CCF8-3868-A9605F96914B}"/>
              </a:ext>
            </a:extLst>
          </p:cNvPr>
          <p:cNvSpPr txBox="1"/>
          <p:nvPr/>
        </p:nvSpPr>
        <p:spPr>
          <a:xfrm>
            <a:off x="3104120" y="2362588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20C49E-B74E-D5FA-4DCD-4D32AAEA8257}"/>
              </a:ext>
            </a:extLst>
          </p:cNvPr>
          <p:cNvSpPr txBox="1"/>
          <p:nvPr/>
        </p:nvSpPr>
        <p:spPr>
          <a:xfrm>
            <a:off x="3107662" y="3189563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D24E-0D73-1639-1036-EC84F2162AEC}"/>
              </a:ext>
            </a:extLst>
          </p:cNvPr>
          <p:cNvSpPr txBox="1"/>
          <p:nvPr/>
        </p:nvSpPr>
        <p:spPr>
          <a:xfrm>
            <a:off x="3098806" y="2776075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56AF10E-C9C0-6721-F46C-A5F40557C596}"/>
              </a:ext>
            </a:extLst>
          </p:cNvPr>
          <p:cNvCxnSpPr>
            <a:cxnSpLocks/>
          </p:cNvCxnSpPr>
          <p:nvPr/>
        </p:nvCxnSpPr>
        <p:spPr>
          <a:xfrm>
            <a:off x="3647477" y="2101868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8AC1117-677E-C205-3EF5-8CA1A6B5A520}"/>
              </a:ext>
            </a:extLst>
          </p:cNvPr>
          <p:cNvCxnSpPr>
            <a:cxnSpLocks/>
          </p:cNvCxnSpPr>
          <p:nvPr/>
        </p:nvCxnSpPr>
        <p:spPr>
          <a:xfrm>
            <a:off x="3647477" y="2516933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6AE1235-AB1D-F689-E45E-C44E9F79EEC3}"/>
              </a:ext>
            </a:extLst>
          </p:cNvPr>
          <p:cNvCxnSpPr>
            <a:cxnSpLocks/>
          </p:cNvCxnSpPr>
          <p:nvPr/>
        </p:nvCxnSpPr>
        <p:spPr>
          <a:xfrm>
            <a:off x="3647477" y="2931998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928CC764-DA50-0CE6-C338-08FF6825B248}"/>
              </a:ext>
            </a:extLst>
          </p:cNvPr>
          <p:cNvCxnSpPr>
            <a:cxnSpLocks/>
          </p:cNvCxnSpPr>
          <p:nvPr/>
        </p:nvCxnSpPr>
        <p:spPr>
          <a:xfrm>
            <a:off x="3647477" y="3347062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CBDB442-B258-535B-030E-E03A5F4978AF}"/>
              </a:ext>
            </a:extLst>
          </p:cNvPr>
          <p:cNvSpPr txBox="1"/>
          <p:nvPr/>
        </p:nvSpPr>
        <p:spPr>
          <a:xfrm>
            <a:off x="877773" y="1927638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B0789EB-DC79-029B-4E0A-225C5ADAF0B7}"/>
              </a:ext>
            </a:extLst>
          </p:cNvPr>
          <p:cNvSpPr txBox="1"/>
          <p:nvPr/>
        </p:nvSpPr>
        <p:spPr>
          <a:xfrm>
            <a:off x="881317" y="2664834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B27A552-6EE0-43B8-553B-36597E84EDBC}"/>
              </a:ext>
            </a:extLst>
          </p:cNvPr>
          <p:cNvSpPr/>
          <p:nvPr/>
        </p:nvSpPr>
        <p:spPr>
          <a:xfrm>
            <a:off x="5192443" y="3189563"/>
            <a:ext cx="1371865" cy="36933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1E595D-368C-4DEF-FEEF-40EFD07D7BFC}"/>
              </a:ext>
            </a:extLst>
          </p:cNvPr>
          <p:cNvSpPr txBox="1"/>
          <p:nvPr/>
        </p:nvSpPr>
        <p:spPr>
          <a:xfrm>
            <a:off x="4195134" y="1920550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BE8AA8-29BF-CDAF-285D-C426EF5F5E03}"/>
              </a:ext>
            </a:extLst>
          </p:cNvPr>
          <p:cNvSpPr txBox="1"/>
          <p:nvPr/>
        </p:nvSpPr>
        <p:spPr>
          <a:xfrm>
            <a:off x="4195134" y="2335223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BCA07F-1ADE-AD3C-214C-5C4ABE40B8A9}"/>
              </a:ext>
            </a:extLst>
          </p:cNvPr>
          <p:cNvSpPr txBox="1"/>
          <p:nvPr/>
        </p:nvSpPr>
        <p:spPr>
          <a:xfrm>
            <a:off x="4195134" y="2749896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8DB788-C43E-9B3E-B694-6180E4542F47}"/>
              </a:ext>
            </a:extLst>
          </p:cNvPr>
          <p:cNvSpPr txBox="1"/>
          <p:nvPr/>
        </p:nvSpPr>
        <p:spPr>
          <a:xfrm>
            <a:off x="4195134" y="3164568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846D33B6-0D5F-FCFA-89A9-A2F54BE1964F}"/>
              </a:ext>
            </a:extLst>
          </p:cNvPr>
          <p:cNvSpPr/>
          <p:nvPr/>
        </p:nvSpPr>
        <p:spPr>
          <a:xfrm>
            <a:off x="5192443" y="2767797"/>
            <a:ext cx="1371865" cy="369332"/>
          </a:xfrm>
          <a:prstGeom prst="rightArrow">
            <a:avLst/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E14A6807-B206-6244-116C-3722C2A05D2C}"/>
              </a:ext>
            </a:extLst>
          </p:cNvPr>
          <p:cNvSpPr/>
          <p:nvPr/>
        </p:nvSpPr>
        <p:spPr>
          <a:xfrm>
            <a:off x="5192443" y="2356670"/>
            <a:ext cx="1371865" cy="36933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C69632CF-5A5B-65DA-A41B-53092D1EA869}"/>
              </a:ext>
            </a:extLst>
          </p:cNvPr>
          <p:cNvSpPr/>
          <p:nvPr/>
        </p:nvSpPr>
        <p:spPr>
          <a:xfrm>
            <a:off x="5192443" y="1913642"/>
            <a:ext cx="1371865" cy="369332"/>
          </a:xfrm>
          <a:prstGeom prst="rightArrow">
            <a:avLst/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94EBBD-F313-B050-200E-1043EE307D43}"/>
              </a:ext>
            </a:extLst>
          </p:cNvPr>
          <p:cNvSpPr txBox="1"/>
          <p:nvPr/>
        </p:nvSpPr>
        <p:spPr>
          <a:xfrm>
            <a:off x="1148818" y="4286203"/>
            <a:ext cx="10004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特点：一个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N-2</a:t>
            </a:r>
            <a:r>
              <a:rPr lang="en-US" altLang="zh-CN" sz="2400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译码器，每一个有效输出，都对应一个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D2CEB5E-9902-818E-0E7B-4803155819C2}"/>
                  </a:ext>
                </a:extLst>
              </p:cNvPr>
              <p:cNvSpPr txBox="1"/>
              <p:nvPr/>
            </p:nvSpPr>
            <p:spPr>
              <a:xfrm>
                <a:off x="1152361" y="5034026"/>
                <a:ext cx="10318139" cy="960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3200"/>
                  </a:lnSpc>
                  <a:spcAft>
                    <a:spcPts val="600"/>
                  </a:spcAft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推论：任意</a:t>
                </a:r>
                <a:r>
                  <a:rPr lang="en-US" altLang="zh-CN" sz="2400" b="1" dirty="0">
                    <a:solidFill>
                      <a:srgbClr val="0563C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输入的组合逻辑电路可以表示为一个标准与或式（</a:t>
                </a:r>
                <a:r>
                  <a:rPr lang="en-US" altLang="zh-CN" sz="2400" b="1" dirty="0">
                    <a:solidFill>
                      <a:srgbClr val="0563C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个最小项，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just">
                  <a:lnSpc>
                    <a:spcPts val="3200"/>
                  </a:lnSpc>
                  <a:spcAft>
                    <a:spcPts val="600"/>
                  </a:spcAft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M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400" baseline="30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），故可使用“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N-2</a:t>
                </a:r>
                <a:r>
                  <a:rPr lang="en-US" altLang="zh-CN" sz="2400" b="1" baseline="30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译码器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输入或门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”来实现。</a:t>
                </a: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498BC1B-436B-00AC-F80B-2113A8473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361" y="5034026"/>
                <a:ext cx="10318139" cy="960648"/>
              </a:xfrm>
              <a:prstGeom prst="rect">
                <a:avLst/>
              </a:prstGeom>
              <a:blipFill>
                <a:blip r:embed="rId4"/>
                <a:stretch>
                  <a:fillRect l="-886" t="-3822" r="-3839" b="-140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493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  <p:bldP spid="23" grpId="0" animBg="1"/>
      <p:bldP spid="24" grpId="0" animBg="1"/>
      <p:bldP spid="25" grpId="0"/>
      <p:bldP spid="2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E597A-E596-6357-6992-51800339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101C449-365E-AF85-75AF-B1419F5E7C5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使用译码器实现组合逻辑电路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2E605712-51F1-3BC8-57A7-0221AB9F4DFE}"/>
              </a:ext>
            </a:extLst>
          </p:cNvPr>
          <p:cNvCxnSpPr>
            <a:cxnSpLocks/>
          </p:cNvCxnSpPr>
          <p:nvPr/>
        </p:nvCxnSpPr>
        <p:spPr>
          <a:xfrm>
            <a:off x="8407622" y="4621073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5F3BF65-B918-8E5C-F8A5-0BA67A681746}"/>
              </a:ext>
            </a:extLst>
          </p:cNvPr>
          <p:cNvCxnSpPr>
            <a:cxnSpLocks/>
          </p:cNvCxnSpPr>
          <p:nvPr/>
        </p:nvCxnSpPr>
        <p:spPr>
          <a:xfrm>
            <a:off x="8407607" y="5181059"/>
            <a:ext cx="581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D06F78F-0019-39F6-F8A6-2B5D35AD86FB}"/>
              </a:ext>
            </a:extLst>
          </p:cNvPr>
          <p:cNvCxnSpPr>
            <a:cxnSpLocks/>
          </p:cNvCxnSpPr>
          <p:nvPr/>
        </p:nvCxnSpPr>
        <p:spPr>
          <a:xfrm>
            <a:off x="8411159" y="3802368"/>
            <a:ext cx="581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EDE2838-EBCB-54CE-8EC2-BC68D6FACB3A}"/>
                  </a:ext>
                </a:extLst>
              </p:cNvPr>
              <p:cNvSpPr txBox="1"/>
              <p:nvPr/>
            </p:nvSpPr>
            <p:spPr>
              <a:xfrm>
                <a:off x="1095653" y="1282808"/>
                <a:ext cx="100047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例：请采用译码器实现三变量逻辑表达式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F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𝐵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𝐶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(2, 5, 7)</m:t>
                        </m:r>
                      </m:e>
                    </m:nary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EDE2838-EBCB-54CE-8EC2-BC68D6FAC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53" y="1282808"/>
                <a:ext cx="10004735" cy="461665"/>
              </a:xfrm>
              <a:prstGeom prst="rect">
                <a:avLst/>
              </a:prstGeom>
              <a:blipFill>
                <a:blip r:embed="rId4"/>
                <a:stretch>
                  <a:fillRect l="-975" t="-128947" b="-196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20E20DF-B098-4CE1-1720-4D719B8F8B59}"/>
                  </a:ext>
                </a:extLst>
              </p:cNvPr>
              <p:cNvSpPr txBox="1"/>
              <p:nvPr/>
            </p:nvSpPr>
            <p:spPr>
              <a:xfrm>
                <a:off x="1061734" y="1783391"/>
                <a:ext cx="4424666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F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,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,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𝐶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20E20DF-B098-4CE1-1720-4D719B8F8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734" y="1783391"/>
                <a:ext cx="4424666" cy="462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3" name="内容占位符 4">
            <a:extLst>
              <a:ext uri="{FF2B5EF4-FFF2-40B4-BE49-F238E27FC236}">
                <a16:creationId xmlns:a16="http://schemas.microsoft.com/office/drawing/2014/main" id="{3F9B7C97-8935-D70B-FE45-287CEFCB39EB}"/>
              </a:ext>
            </a:extLst>
          </p:cNvPr>
          <p:cNvGraphicFramePr>
            <a:graphicFrameLocks/>
          </p:cNvGraphicFramePr>
          <p:nvPr/>
        </p:nvGraphicFramePr>
        <p:xfrm>
          <a:off x="1063251" y="2263482"/>
          <a:ext cx="4295560" cy="361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890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1341871488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</a:tblGrid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784203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618240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549390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715424"/>
                  </a:ext>
                </a:extLst>
              </a:tr>
            </a:tbl>
          </a:graphicData>
        </a:graphic>
      </p:graphicFrame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CBDE5F6-C06A-5AB5-38B2-B290AB85037A}"/>
              </a:ext>
            </a:extLst>
          </p:cNvPr>
          <p:cNvCxnSpPr>
            <a:cxnSpLocks/>
          </p:cNvCxnSpPr>
          <p:nvPr/>
        </p:nvCxnSpPr>
        <p:spPr>
          <a:xfrm>
            <a:off x="1456660" y="3866528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C53D298-84A1-BF78-F4DE-30D1D0FF5140}"/>
              </a:ext>
            </a:extLst>
          </p:cNvPr>
          <p:cNvCxnSpPr>
            <a:cxnSpLocks/>
          </p:cNvCxnSpPr>
          <p:nvPr/>
        </p:nvCxnSpPr>
        <p:spPr>
          <a:xfrm>
            <a:off x="1456660" y="5071557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041F756-D90B-0DFF-B820-9286E2AFB1A7}"/>
              </a:ext>
            </a:extLst>
          </p:cNvPr>
          <p:cNvCxnSpPr>
            <a:cxnSpLocks/>
          </p:cNvCxnSpPr>
          <p:nvPr/>
        </p:nvCxnSpPr>
        <p:spPr>
          <a:xfrm>
            <a:off x="1456660" y="5872550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90DB9065-E356-BD8D-F186-296E26AA7D59}"/>
              </a:ext>
            </a:extLst>
          </p:cNvPr>
          <p:cNvSpPr/>
          <p:nvPr/>
        </p:nvSpPr>
        <p:spPr>
          <a:xfrm>
            <a:off x="6705602" y="2619512"/>
            <a:ext cx="1701208" cy="29088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36C942D-AEE0-6758-A5C9-0D2040A20B29}"/>
              </a:ext>
            </a:extLst>
          </p:cNvPr>
          <p:cNvSpPr txBox="1"/>
          <p:nvPr/>
        </p:nvSpPr>
        <p:spPr>
          <a:xfrm>
            <a:off x="6756992" y="2643907"/>
            <a:ext cx="1598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72E53DC-7B08-74ED-9E26-AEF0255D9A91}"/>
              </a:ext>
            </a:extLst>
          </p:cNvPr>
          <p:cNvCxnSpPr>
            <a:cxnSpLocks/>
          </p:cNvCxnSpPr>
          <p:nvPr/>
        </p:nvCxnSpPr>
        <p:spPr>
          <a:xfrm>
            <a:off x="6113722" y="3384155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F09FAB2-C936-30C5-0317-352704F3CF18}"/>
              </a:ext>
            </a:extLst>
          </p:cNvPr>
          <p:cNvCxnSpPr>
            <a:cxnSpLocks/>
          </p:cNvCxnSpPr>
          <p:nvPr/>
        </p:nvCxnSpPr>
        <p:spPr>
          <a:xfrm>
            <a:off x="6113722" y="4089448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6AB6C75-FC88-5E92-691E-DBACE8124176}"/>
              </a:ext>
            </a:extLst>
          </p:cNvPr>
          <p:cNvCxnSpPr>
            <a:cxnSpLocks/>
          </p:cNvCxnSpPr>
          <p:nvPr/>
        </p:nvCxnSpPr>
        <p:spPr>
          <a:xfrm>
            <a:off x="6113722" y="4805376"/>
            <a:ext cx="584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4B3B88FB-10E4-6A99-1237-3DF7445FD86E}"/>
              </a:ext>
            </a:extLst>
          </p:cNvPr>
          <p:cNvSpPr txBox="1"/>
          <p:nvPr/>
        </p:nvSpPr>
        <p:spPr>
          <a:xfrm>
            <a:off x="7667569" y="3068412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B3641C-03D3-B0E2-8E4C-E4A7CB1D58B5}"/>
              </a:ext>
            </a:extLst>
          </p:cNvPr>
          <p:cNvSpPr txBox="1"/>
          <p:nvPr/>
        </p:nvSpPr>
        <p:spPr>
          <a:xfrm>
            <a:off x="7667569" y="5028350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757654-E91F-5103-E0C6-98A518EFE133}"/>
              </a:ext>
            </a:extLst>
          </p:cNvPr>
          <p:cNvSpPr txBox="1"/>
          <p:nvPr/>
        </p:nvSpPr>
        <p:spPr>
          <a:xfrm>
            <a:off x="7667569" y="3348403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DF086F5-5A2F-754C-19D7-E7CDE668F25D}"/>
              </a:ext>
            </a:extLst>
          </p:cNvPr>
          <p:cNvSpPr txBox="1"/>
          <p:nvPr/>
        </p:nvSpPr>
        <p:spPr>
          <a:xfrm>
            <a:off x="7667569" y="3628394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39FF310-8747-1522-3CA3-332C548E13CD}"/>
              </a:ext>
            </a:extLst>
          </p:cNvPr>
          <p:cNvSpPr txBox="1"/>
          <p:nvPr/>
        </p:nvSpPr>
        <p:spPr>
          <a:xfrm>
            <a:off x="7667569" y="3908385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34397D-92D5-346E-6D27-53545C3730C8}"/>
              </a:ext>
            </a:extLst>
          </p:cNvPr>
          <p:cNvSpPr txBox="1"/>
          <p:nvPr/>
        </p:nvSpPr>
        <p:spPr>
          <a:xfrm>
            <a:off x="7667569" y="4188376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12C3223-5851-04CE-0EE4-E5CF8C7EA9F3}"/>
              </a:ext>
            </a:extLst>
          </p:cNvPr>
          <p:cNvSpPr txBox="1"/>
          <p:nvPr/>
        </p:nvSpPr>
        <p:spPr>
          <a:xfrm>
            <a:off x="7667569" y="4468367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B739268-BC88-E95F-25BC-45C43F8722BF}"/>
              </a:ext>
            </a:extLst>
          </p:cNvPr>
          <p:cNvSpPr txBox="1"/>
          <p:nvPr/>
        </p:nvSpPr>
        <p:spPr>
          <a:xfrm>
            <a:off x="7667569" y="4748358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5D43750-416C-9F62-48D9-F2E46E7E12E9}"/>
              </a:ext>
            </a:extLst>
          </p:cNvPr>
          <p:cNvCxnSpPr>
            <a:cxnSpLocks/>
          </p:cNvCxnSpPr>
          <p:nvPr/>
        </p:nvCxnSpPr>
        <p:spPr>
          <a:xfrm>
            <a:off x="8407621" y="3798824"/>
            <a:ext cx="126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D7954ACA-06D7-5B49-116A-8660B13C569F}"/>
              </a:ext>
            </a:extLst>
          </p:cNvPr>
          <p:cNvCxnSpPr>
            <a:cxnSpLocks/>
          </p:cNvCxnSpPr>
          <p:nvPr/>
        </p:nvCxnSpPr>
        <p:spPr>
          <a:xfrm>
            <a:off x="8407621" y="5188144"/>
            <a:ext cx="126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图片 51">
            <a:extLst>
              <a:ext uri="{FF2B5EF4-FFF2-40B4-BE49-F238E27FC236}">
                <a16:creationId xmlns:a16="http://schemas.microsoft.com/office/drawing/2014/main" id="{AB9E14AF-C8EC-1088-5FE2-B79C51BC5F8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33096" y="4181881"/>
            <a:ext cx="1657538" cy="880567"/>
          </a:xfrm>
          <a:prstGeom prst="rect">
            <a:avLst/>
          </a:prstGeom>
        </p:spPr>
      </p:pic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F132B91-E917-2456-F2E6-1725AE7364DE}"/>
              </a:ext>
            </a:extLst>
          </p:cNvPr>
          <p:cNvCxnSpPr>
            <a:cxnSpLocks/>
          </p:cNvCxnSpPr>
          <p:nvPr/>
        </p:nvCxnSpPr>
        <p:spPr>
          <a:xfrm>
            <a:off x="8907349" y="4619965"/>
            <a:ext cx="101282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85BAA2D-3140-1164-FB7D-C77AE3C2514D}"/>
              </a:ext>
            </a:extLst>
          </p:cNvPr>
          <p:cNvCxnSpPr>
            <a:cxnSpLocks/>
          </p:cNvCxnSpPr>
          <p:nvPr/>
        </p:nvCxnSpPr>
        <p:spPr>
          <a:xfrm>
            <a:off x="9659401" y="3795939"/>
            <a:ext cx="0" cy="64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367CFE5-5376-57BD-6985-24EBD6407E72}"/>
              </a:ext>
            </a:extLst>
          </p:cNvPr>
          <p:cNvCxnSpPr>
            <a:cxnSpLocks/>
          </p:cNvCxnSpPr>
          <p:nvPr/>
        </p:nvCxnSpPr>
        <p:spPr>
          <a:xfrm>
            <a:off x="9659401" y="4805376"/>
            <a:ext cx="0" cy="396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A25D794E-38D6-A5DC-0B1F-6A69774FAEB9}"/>
              </a:ext>
            </a:extLst>
          </p:cNvPr>
          <p:cNvSpPr txBox="1"/>
          <p:nvPr/>
        </p:nvSpPr>
        <p:spPr>
          <a:xfrm>
            <a:off x="5634335" y="3173466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EBF3AC2-042E-27E6-5099-9A7BE2C7416E}"/>
              </a:ext>
            </a:extLst>
          </p:cNvPr>
          <p:cNvSpPr txBox="1"/>
          <p:nvPr/>
        </p:nvSpPr>
        <p:spPr>
          <a:xfrm>
            <a:off x="5634335" y="3892936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F060468-AB8E-09C5-0B21-8D3AC73B5417}"/>
              </a:ext>
            </a:extLst>
          </p:cNvPr>
          <p:cNvSpPr txBox="1"/>
          <p:nvPr/>
        </p:nvSpPr>
        <p:spPr>
          <a:xfrm>
            <a:off x="5634335" y="4612406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6EBECFA-DCA6-2C6C-3A48-0EA220CC0ECF}"/>
              </a:ext>
            </a:extLst>
          </p:cNvPr>
          <p:cNvSpPr txBox="1"/>
          <p:nvPr/>
        </p:nvSpPr>
        <p:spPr>
          <a:xfrm>
            <a:off x="11157451" y="4443939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01C731D-835E-6A95-6957-6F4569C049C2}"/>
                  </a:ext>
                </a:extLst>
              </p:cNvPr>
              <p:cNvSpPr txBox="1"/>
              <p:nvPr/>
            </p:nvSpPr>
            <p:spPr>
              <a:xfrm>
                <a:off x="8604365" y="3323838"/>
                <a:ext cx="1063256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01C731D-835E-6A95-6957-6F4569C04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4365" y="3323838"/>
                <a:ext cx="1063256" cy="462434"/>
              </a:xfrm>
              <a:prstGeom prst="rect">
                <a:avLst/>
              </a:prstGeom>
              <a:blipFill>
                <a:blip r:embed="rId7"/>
                <a:stretch>
                  <a:fillRect r="-21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8A9895F-CA47-A5BE-BCC8-662F720370CD}"/>
                  </a:ext>
                </a:extLst>
              </p:cNvPr>
              <p:cNvSpPr txBox="1"/>
              <p:nvPr/>
            </p:nvSpPr>
            <p:spPr>
              <a:xfrm>
                <a:off x="8698234" y="4141691"/>
                <a:ext cx="8586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𝐶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8A9895F-CA47-A5BE-BCC8-662F72037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234" y="4141691"/>
                <a:ext cx="858632" cy="461665"/>
              </a:xfrm>
              <a:prstGeom prst="rect">
                <a:avLst/>
              </a:prstGeom>
              <a:blipFill>
                <a:blip r:embed="rId8"/>
                <a:stretch>
                  <a:fillRect r="-9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5247587-9164-9C43-FCDA-49883B2C2350}"/>
                  </a:ext>
                </a:extLst>
              </p:cNvPr>
              <p:cNvSpPr txBox="1"/>
              <p:nvPr/>
            </p:nvSpPr>
            <p:spPr>
              <a:xfrm>
                <a:off x="8732842" y="5193225"/>
                <a:ext cx="77085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5247587-9164-9C43-FCDA-49883B2C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842" y="5193225"/>
                <a:ext cx="770859" cy="461665"/>
              </a:xfrm>
              <a:prstGeom prst="rect">
                <a:avLst/>
              </a:prstGeom>
              <a:blipFill>
                <a:blip r:embed="rId9"/>
                <a:stretch>
                  <a:fillRect l="-2381" r="-7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76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 animBg="1"/>
      <p:bldP spid="38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3665-7FDC-57F8-5F1F-01EC79C4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D47CC22-AFBA-9E60-5F6F-291D3F888CD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使用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多路选择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器实现组合逻辑电路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11F3D7-F746-DDA2-B906-3E7ADEC850D4}"/>
              </a:ext>
            </a:extLst>
          </p:cNvPr>
          <p:cNvSpPr txBox="1"/>
          <p:nvPr/>
        </p:nvSpPr>
        <p:spPr>
          <a:xfrm>
            <a:off x="351369" y="1281189"/>
            <a:ext cx="11525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引子：任意标准与或式（组合逻辑电路）本质上均可看成一个“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4141EF-AE89-6346-A592-23AF02847C89}"/>
                  </a:ext>
                </a:extLst>
              </p:cNvPr>
              <p:cNvSpPr txBox="1"/>
              <p:nvPr/>
            </p:nvSpPr>
            <p:spPr>
              <a:xfrm>
                <a:off x="351370" y="1869786"/>
                <a:ext cx="5744631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二变量标准与或式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𝐴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𝐵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𝐴𝐵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74141EF-AE89-6346-A592-23AF02847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70" y="1869786"/>
                <a:ext cx="5744631" cy="462434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19007C6F-8DD2-C578-65D8-9C50E34436D2}"/>
              </a:ext>
            </a:extLst>
          </p:cNvPr>
          <p:cNvGrpSpPr/>
          <p:nvPr/>
        </p:nvGrpSpPr>
        <p:grpSpPr>
          <a:xfrm>
            <a:off x="1988790" y="3434888"/>
            <a:ext cx="2615609" cy="2633083"/>
            <a:chOff x="1988790" y="3831490"/>
            <a:chExt cx="2615609" cy="263308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DDEC2A2-2A67-6564-0EE6-7AA9F778572A}"/>
                </a:ext>
              </a:extLst>
            </p:cNvPr>
            <p:cNvSpPr/>
            <p:nvPr/>
          </p:nvSpPr>
          <p:spPr>
            <a:xfrm>
              <a:off x="1988790" y="3831490"/>
              <a:ext cx="2615609" cy="263308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B85BD0F-0719-B020-0F24-B8009E085FE1}"/>
                </a:ext>
              </a:extLst>
            </p:cNvPr>
            <p:cNvCxnSpPr>
              <a:cxnSpLocks/>
              <a:stCxn id="5" idx="1"/>
              <a:endCxn id="5" idx="3"/>
            </p:cNvCxnSpPr>
            <p:nvPr/>
          </p:nvCxnSpPr>
          <p:spPr>
            <a:xfrm>
              <a:off x="1988790" y="5148032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FBD69BB-A658-5F61-F17B-2B0592BBB896}"/>
                </a:ext>
              </a:extLst>
            </p:cNvPr>
            <p:cNvCxnSpPr/>
            <p:nvPr/>
          </p:nvCxnSpPr>
          <p:spPr>
            <a:xfrm>
              <a:off x="1988790" y="4484539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02B0FDC0-BD04-11DA-14A9-8F5AF06E93CC}"/>
                </a:ext>
              </a:extLst>
            </p:cNvPr>
            <p:cNvCxnSpPr/>
            <p:nvPr/>
          </p:nvCxnSpPr>
          <p:spPr>
            <a:xfrm>
              <a:off x="1988790" y="5813589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B698E199-DA59-845A-9776-95CEB5E22A87}"/>
              </a:ext>
            </a:extLst>
          </p:cNvPr>
          <p:cNvSpPr txBox="1"/>
          <p:nvPr/>
        </p:nvSpPr>
        <p:spPr>
          <a:xfrm>
            <a:off x="1080452" y="2620819"/>
            <a:ext cx="903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B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7A42577-CD2C-BE90-4D34-FE396C1E7FE2}"/>
              </a:ext>
            </a:extLst>
          </p:cNvPr>
          <p:cNvSpPr txBox="1"/>
          <p:nvPr/>
        </p:nvSpPr>
        <p:spPr>
          <a:xfrm>
            <a:off x="1080451" y="3573076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63B73E-BC00-E2F6-FD29-BDE878BF1164}"/>
              </a:ext>
            </a:extLst>
          </p:cNvPr>
          <p:cNvSpPr txBox="1"/>
          <p:nvPr/>
        </p:nvSpPr>
        <p:spPr>
          <a:xfrm>
            <a:off x="1077400" y="4197251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F0C221-BE9F-5367-BDC6-02C6ED22E758}"/>
              </a:ext>
            </a:extLst>
          </p:cNvPr>
          <p:cNvSpPr txBox="1"/>
          <p:nvPr/>
        </p:nvSpPr>
        <p:spPr>
          <a:xfrm>
            <a:off x="1077399" y="4850057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B9C84D-DE8B-2116-D12B-A34C73C9E584}"/>
              </a:ext>
            </a:extLst>
          </p:cNvPr>
          <p:cNvSpPr txBox="1"/>
          <p:nvPr/>
        </p:nvSpPr>
        <p:spPr>
          <a:xfrm>
            <a:off x="1077398" y="5502863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C428FD-3C8D-D74E-3C37-985A0A1DE26B}"/>
              </a:ext>
            </a:extLst>
          </p:cNvPr>
          <p:cNvSpPr txBox="1"/>
          <p:nvPr/>
        </p:nvSpPr>
        <p:spPr>
          <a:xfrm>
            <a:off x="2523698" y="2959207"/>
            <a:ext cx="1545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28ABD1-489E-B42B-8888-A2CE6F6555B8}"/>
              </a:ext>
            </a:extLst>
          </p:cNvPr>
          <p:cNvSpPr txBox="1"/>
          <p:nvPr/>
        </p:nvSpPr>
        <p:spPr>
          <a:xfrm>
            <a:off x="2844956" y="4200348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793D39-D848-0A86-E079-9F9D1340C02E}"/>
              </a:ext>
            </a:extLst>
          </p:cNvPr>
          <p:cNvSpPr txBox="1"/>
          <p:nvPr/>
        </p:nvSpPr>
        <p:spPr>
          <a:xfrm>
            <a:off x="2844955" y="4855998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84833B-DF16-8588-AC37-179108302105}"/>
              </a:ext>
            </a:extLst>
          </p:cNvPr>
          <p:cNvSpPr txBox="1"/>
          <p:nvPr/>
        </p:nvSpPr>
        <p:spPr>
          <a:xfrm>
            <a:off x="2844954" y="5511647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602BCE-E57E-949F-ACD3-9EBC87E60F4C}"/>
              </a:ext>
            </a:extLst>
          </p:cNvPr>
          <p:cNvSpPr txBox="1"/>
          <p:nvPr/>
        </p:nvSpPr>
        <p:spPr>
          <a:xfrm>
            <a:off x="2844954" y="3544698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20742F3-3AA3-85BE-1D5F-FEB7A4022580}"/>
                  </a:ext>
                </a:extLst>
              </p:cNvPr>
              <p:cNvSpPr txBox="1"/>
              <p:nvPr/>
            </p:nvSpPr>
            <p:spPr>
              <a:xfrm>
                <a:off x="6114216" y="1865305"/>
                <a:ext cx="5744631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三变量标准与或式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𝐴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𝐵</m:t>
                    </m:r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C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C</m:t>
                    </m:r>
                  </m:oMath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20742F3-3AA3-85BE-1D5F-FEB7A4022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216" y="1865305"/>
                <a:ext cx="5744631" cy="462434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D5C68738-1837-4133-2263-D34DB5184E0C}"/>
              </a:ext>
            </a:extLst>
          </p:cNvPr>
          <p:cNvSpPr txBox="1"/>
          <p:nvPr/>
        </p:nvSpPr>
        <p:spPr>
          <a:xfrm>
            <a:off x="7016977" y="2624364"/>
            <a:ext cx="903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1D5B5C-4FD2-C7E5-5137-BDDE0E26A104}"/>
              </a:ext>
            </a:extLst>
          </p:cNvPr>
          <p:cNvSpPr txBox="1"/>
          <p:nvPr/>
        </p:nvSpPr>
        <p:spPr>
          <a:xfrm>
            <a:off x="7016976" y="3395864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6EB771-89DF-4CD5-33F9-ECB1AE9F7CA5}"/>
              </a:ext>
            </a:extLst>
          </p:cNvPr>
          <p:cNvSpPr txBox="1"/>
          <p:nvPr/>
        </p:nvSpPr>
        <p:spPr>
          <a:xfrm>
            <a:off x="8460223" y="2962752"/>
            <a:ext cx="1545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10B3B5F-5E1A-0199-971F-BC22198828B6}"/>
              </a:ext>
            </a:extLst>
          </p:cNvPr>
          <p:cNvGrpSpPr/>
          <p:nvPr/>
        </p:nvGrpSpPr>
        <p:grpSpPr>
          <a:xfrm>
            <a:off x="7917196" y="3438433"/>
            <a:ext cx="2623728" cy="2633083"/>
            <a:chOff x="7917196" y="3835035"/>
            <a:chExt cx="2623728" cy="2633083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6F16AB8-B65A-AE4E-40DA-4605ACC402A8}"/>
                </a:ext>
              </a:extLst>
            </p:cNvPr>
            <p:cNvSpPr/>
            <p:nvPr/>
          </p:nvSpPr>
          <p:spPr>
            <a:xfrm>
              <a:off x="7925315" y="3835035"/>
              <a:ext cx="2615609" cy="263308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B04F8F1-6752-9B40-B76D-B6AE342603C4}"/>
                </a:ext>
              </a:extLst>
            </p:cNvPr>
            <p:cNvCxnSpPr>
              <a:cxnSpLocks/>
              <a:stCxn id="24" idx="1"/>
              <a:endCxn id="24" idx="3"/>
            </p:cNvCxnSpPr>
            <p:nvPr/>
          </p:nvCxnSpPr>
          <p:spPr>
            <a:xfrm>
              <a:off x="7925315" y="5151577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BB39E93-5E35-F337-07BF-D2CC437F9AD5}"/>
                </a:ext>
              </a:extLst>
            </p:cNvPr>
            <p:cNvCxnSpPr/>
            <p:nvPr/>
          </p:nvCxnSpPr>
          <p:spPr>
            <a:xfrm>
              <a:off x="7925315" y="4488084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D6F8BB2D-11C9-4933-B6F2-71537641F1C6}"/>
                </a:ext>
              </a:extLst>
            </p:cNvPr>
            <p:cNvCxnSpPr/>
            <p:nvPr/>
          </p:nvCxnSpPr>
          <p:spPr>
            <a:xfrm>
              <a:off x="7925315" y="5817134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ACC9E7C7-AC9B-D2A7-F4AF-D187E6B3054B}"/>
                </a:ext>
              </a:extLst>
            </p:cNvPr>
            <p:cNvCxnSpPr/>
            <p:nvPr/>
          </p:nvCxnSpPr>
          <p:spPr>
            <a:xfrm>
              <a:off x="7925315" y="4172132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3C3DBDF-26B5-C8CD-BC10-FBD9DC64A220}"/>
                </a:ext>
              </a:extLst>
            </p:cNvPr>
            <p:cNvCxnSpPr/>
            <p:nvPr/>
          </p:nvCxnSpPr>
          <p:spPr>
            <a:xfrm>
              <a:off x="7925315" y="4824685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85DE6D7C-82AF-7150-F7BB-73499115A1E7}"/>
                </a:ext>
              </a:extLst>
            </p:cNvPr>
            <p:cNvCxnSpPr/>
            <p:nvPr/>
          </p:nvCxnSpPr>
          <p:spPr>
            <a:xfrm>
              <a:off x="7925315" y="5474995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1F9B0A91-9F40-A094-A83C-B2E603048EAC}"/>
                </a:ext>
              </a:extLst>
            </p:cNvPr>
            <p:cNvCxnSpPr/>
            <p:nvPr/>
          </p:nvCxnSpPr>
          <p:spPr>
            <a:xfrm>
              <a:off x="7917196" y="6140158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EBC8F461-8389-B3B9-DE8E-BD101BF6298A}"/>
              </a:ext>
            </a:extLst>
          </p:cNvPr>
          <p:cNvSpPr txBox="1"/>
          <p:nvPr/>
        </p:nvSpPr>
        <p:spPr>
          <a:xfrm>
            <a:off x="7020521" y="3750287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837A762-EE62-C34F-DC57-35C61BF3BF44}"/>
              </a:ext>
            </a:extLst>
          </p:cNvPr>
          <p:cNvSpPr txBox="1"/>
          <p:nvPr/>
        </p:nvSpPr>
        <p:spPr>
          <a:xfrm>
            <a:off x="7020520" y="4090526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78953E3-EA30-4B8F-F5CB-92931C037E50}"/>
              </a:ext>
            </a:extLst>
          </p:cNvPr>
          <p:cNvSpPr txBox="1"/>
          <p:nvPr/>
        </p:nvSpPr>
        <p:spPr>
          <a:xfrm>
            <a:off x="7024064" y="4413046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B6E8FC2-00C4-31F3-9CAD-12DD862DD7C3}"/>
              </a:ext>
            </a:extLst>
          </p:cNvPr>
          <p:cNvSpPr txBox="1"/>
          <p:nvPr/>
        </p:nvSpPr>
        <p:spPr>
          <a:xfrm>
            <a:off x="7020520" y="4739117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F910C76-72CA-7701-2AD8-33D4D8CB693A}"/>
              </a:ext>
            </a:extLst>
          </p:cNvPr>
          <p:cNvSpPr txBox="1"/>
          <p:nvPr/>
        </p:nvSpPr>
        <p:spPr>
          <a:xfrm>
            <a:off x="7024065" y="5051008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8979570-F6DA-4458-E5CE-7E5904BD30C4}"/>
              </a:ext>
            </a:extLst>
          </p:cNvPr>
          <p:cNvSpPr txBox="1"/>
          <p:nvPr/>
        </p:nvSpPr>
        <p:spPr>
          <a:xfrm>
            <a:off x="7024064" y="5369981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3863E658-35A9-B2B9-06DA-03A2B4FE8199}"/>
              </a:ext>
            </a:extLst>
          </p:cNvPr>
          <p:cNvSpPr txBox="1"/>
          <p:nvPr/>
        </p:nvSpPr>
        <p:spPr>
          <a:xfrm>
            <a:off x="7027608" y="5681868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F761968-7C83-BFFE-DE0C-A9D26C11EF5A}"/>
              </a:ext>
            </a:extLst>
          </p:cNvPr>
          <p:cNvSpPr txBox="1"/>
          <p:nvPr/>
        </p:nvSpPr>
        <p:spPr>
          <a:xfrm>
            <a:off x="8781481" y="3385292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860A673-781E-6517-792F-2E37FD6C674E}"/>
              </a:ext>
            </a:extLst>
          </p:cNvPr>
          <p:cNvSpPr txBox="1"/>
          <p:nvPr/>
        </p:nvSpPr>
        <p:spPr>
          <a:xfrm>
            <a:off x="8781481" y="4394484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1A915AC-3505-4A5C-D3E6-C9E6E3683BE2}"/>
              </a:ext>
            </a:extLst>
          </p:cNvPr>
          <p:cNvSpPr txBox="1"/>
          <p:nvPr/>
        </p:nvSpPr>
        <p:spPr>
          <a:xfrm>
            <a:off x="8785023" y="5046618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792543A-01C5-A80F-3A1C-EDE87BABF54F}"/>
              </a:ext>
            </a:extLst>
          </p:cNvPr>
          <p:cNvSpPr txBox="1"/>
          <p:nvPr/>
        </p:nvSpPr>
        <p:spPr>
          <a:xfrm>
            <a:off x="8774391" y="3729075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B6F8D13-E46C-917B-02A7-1A055CF9C6C9}"/>
              </a:ext>
            </a:extLst>
          </p:cNvPr>
          <p:cNvSpPr txBox="1"/>
          <p:nvPr/>
        </p:nvSpPr>
        <p:spPr>
          <a:xfrm>
            <a:off x="8777937" y="4040964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23B93406-C6AC-CD40-3F75-88470B5169E9}"/>
              </a:ext>
            </a:extLst>
          </p:cNvPr>
          <p:cNvSpPr txBox="1"/>
          <p:nvPr/>
        </p:nvSpPr>
        <p:spPr>
          <a:xfrm>
            <a:off x="8777933" y="4700189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718AC91-49E2-6F18-D532-B9BBB55ED265}"/>
              </a:ext>
            </a:extLst>
          </p:cNvPr>
          <p:cNvSpPr txBox="1"/>
          <p:nvPr/>
        </p:nvSpPr>
        <p:spPr>
          <a:xfrm>
            <a:off x="8777932" y="5359411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71FE848-EE16-7E22-AA59-FCE704979F04}"/>
              </a:ext>
            </a:extLst>
          </p:cNvPr>
          <p:cNvSpPr txBox="1"/>
          <p:nvPr/>
        </p:nvSpPr>
        <p:spPr>
          <a:xfrm>
            <a:off x="8777932" y="5689017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948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61F62-3C09-E51D-AD25-480944A7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22DCDB9-233A-1538-C02F-79172B583D5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8" y="14199"/>
            <a:ext cx="9057281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使用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多路选择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器实现组合逻辑电路（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cont.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）</a:t>
            </a:r>
          </a:p>
        </p:txBody>
      </p:sp>
      <p:graphicFrame>
        <p:nvGraphicFramePr>
          <p:cNvPr id="28" name="内容占位符 4">
            <a:extLst>
              <a:ext uri="{FF2B5EF4-FFF2-40B4-BE49-F238E27FC236}">
                <a16:creationId xmlns:a16="http://schemas.microsoft.com/office/drawing/2014/main" id="{CB281854-DAEC-0AC7-84AE-FFDFEBA79E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6162707"/>
              </p:ext>
            </p:extLst>
          </p:nvPr>
        </p:nvGraphicFramePr>
        <p:xfrm>
          <a:off x="4192438" y="1841735"/>
          <a:ext cx="3466458" cy="21376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5486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1155486">
                  <a:extLst>
                    <a:ext uri="{9D8B030D-6E8A-4147-A177-3AD203B41FA5}">
                      <a16:colId xmlns:a16="http://schemas.microsoft.com/office/drawing/2014/main" val="1341871488"/>
                    </a:ext>
                  </a:extLst>
                </a:gridCol>
                <a:gridCol w="1155486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</a:tblGrid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2400" kern="1200" baseline="-25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2400" kern="12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2400" kern="1200" baseline="-25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2400" kern="12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427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en-US" altLang="zh-CN" sz="2400" kern="1200" baseline="-250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lang="zh-CN" altLang="en-US" sz="2400" kern="1200" baseline="-25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</a:tbl>
          </a:graphicData>
        </a:graphic>
      </p:graphicFrame>
      <p:sp>
        <p:nvSpPr>
          <p:cNvPr id="29" name="梯形 28">
            <a:extLst>
              <a:ext uri="{FF2B5EF4-FFF2-40B4-BE49-F238E27FC236}">
                <a16:creationId xmlns:a16="http://schemas.microsoft.com/office/drawing/2014/main" id="{81AD5BD1-83F0-E768-3F16-6186395DDF5F}"/>
              </a:ext>
            </a:extLst>
          </p:cNvPr>
          <p:cNvSpPr/>
          <p:nvPr/>
        </p:nvSpPr>
        <p:spPr>
          <a:xfrm rot="5400000">
            <a:off x="1442679" y="2503583"/>
            <a:ext cx="2084781" cy="1260543"/>
          </a:xfrm>
          <a:prstGeom prst="trapezoid">
            <a:avLst>
              <a:gd name="adj" fmla="val 4274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7C18DEA-5E0F-CA31-BA49-5FF401B06638}"/>
              </a:ext>
            </a:extLst>
          </p:cNvPr>
          <p:cNvCxnSpPr>
            <a:cxnSpLocks/>
          </p:cNvCxnSpPr>
          <p:nvPr/>
        </p:nvCxnSpPr>
        <p:spPr>
          <a:xfrm flipV="1">
            <a:off x="2263643" y="1872643"/>
            <a:ext cx="0" cy="384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2F462E-5969-DE0C-EB1C-6E6B82062B8B}"/>
              </a:ext>
            </a:extLst>
          </p:cNvPr>
          <p:cNvCxnSpPr>
            <a:cxnSpLocks/>
          </p:cNvCxnSpPr>
          <p:nvPr/>
        </p:nvCxnSpPr>
        <p:spPr>
          <a:xfrm flipV="1">
            <a:off x="2710214" y="1883276"/>
            <a:ext cx="0" cy="563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1F56E97-C01B-70ED-F063-2369C749388B}"/>
              </a:ext>
            </a:extLst>
          </p:cNvPr>
          <p:cNvCxnSpPr>
            <a:cxnSpLocks/>
          </p:cNvCxnSpPr>
          <p:nvPr/>
        </p:nvCxnSpPr>
        <p:spPr>
          <a:xfrm>
            <a:off x="1350336" y="2488092"/>
            <a:ext cx="5028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6CFB998-9E2A-C694-CF76-6951F1C727E6}"/>
              </a:ext>
            </a:extLst>
          </p:cNvPr>
          <p:cNvCxnSpPr>
            <a:cxnSpLocks/>
          </p:cNvCxnSpPr>
          <p:nvPr/>
        </p:nvCxnSpPr>
        <p:spPr>
          <a:xfrm>
            <a:off x="1350336" y="3804976"/>
            <a:ext cx="5028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D2F9561-6957-34E9-AC5B-8833FC026AF3}"/>
              </a:ext>
            </a:extLst>
          </p:cNvPr>
          <p:cNvCxnSpPr>
            <a:cxnSpLocks/>
          </p:cNvCxnSpPr>
          <p:nvPr/>
        </p:nvCxnSpPr>
        <p:spPr>
          <a:xfrm>
            <a:off x="1350336" y="2927053"/>
            <a:ext cx="5028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D3C19D5-1D6D-6F98-7BE2-228A63C7582B}"/>
              </a:ext>
            </a:extLst>
          </p:cNvPr>
          <p:cNvCxnSpPr>
            <a:cxnSpLocks/>
          </p:cNvCxnSpPr>
          <p:nvPr/>
        </p:nvCxnSpPr>
        <p:spPr>
          <a:xfrm>
            <a:off x="1350336" y="3366014"/>
            <a:ext cx="5028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6637FA0-D6DB-8E22-B7DA-6F4C008FFF7E}"/>
              </a:ext>
            </a:extLst>
          </p:cNvPr>
          <p:cNvCxnSpPr>
            <a:cxnSpLocks/>
          </p:cNvCxnSpPr>
          <p:nvPr/>
        </p:nvCxnSpPr>
        <p:spPr>
          <a:xfrm>
            <a:off x="3115341" y="3141476"/>
            <a:ext cx="5028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AB3F7090-ADC7-2E8D-71EA-336B940A3C1D}"/>
              </a:ext>
            </a:extLst>
          </p:cNvPr>
          <p:cNvSpPr txBox="1"/>
          <p:nvPr/>
        </p:nvSpPr>
        <p:spPr>
          <a:xfrm>
            <a:off x="1800829" y="2315314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73E0CE2-257C-53EC-9D12-13CBE0D45C45}"/>
              </a:ext>
            </a:extLst>
          </p:cNvPr>
          <p:cNvSpPr txBox="1"/>
          <p:nvPr/>
        </p:nvSpPr>
        <p:spPr>
          <a:xfrm>
            <a:off x="1804371" y="2754793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1200D54-5A58-9FBB-49FB-8BBF9F697280}"/>
              </a:ext>
            </a:extLst>
          </p:cNvPr>
          <p:cNvSpPr txBox="1"/>
          <p:nvPr/>
        </p:nvSpPr>
        <p:spPr>
          <a:xfrm>
            <a:off x="1807914" y="3194273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C565178-C7A1-A900-201B-F3EF3BB1D6D0}"/>
              </a:ext>
            </a:extLst>
          </p:cNvPr>
          <p:cNvSpPr txBox="1"/>
          <p:nvPr/>
        </p:nvSpPr>
        <p:spPr>
          <a:xfrm>
            <a:off x="1811457" y="3633755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E65E1DD-B43C-4846-326D-F909243D4D23}"/>
              </a:ext>
            </a:extLst>
          </p:cNvPr>
          <p:cNvSpPr txBox="1"/>
          <p:nvPr/>
        </p:nvSpPr>
        <p:spPr>
          <a:xfrm>
            <a:off x="3472422" y="2937876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473254D-D613-35E5-D4D7-79FA98BBB746}"/>
              </a:ext>
            </a:extLst>
          </p:cNvPr>
          <p:cNvSpPr txBox="1"/>
          <p:nvPr/>
        </p:nvSpPr>
        <p:spPr>
          <a:xfrm>
            <a:off x="2029979" y="1470094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8B53C65-74FA-1641-DE1A-BF3732581DCB}"/>
              </a:ext>
            </a:extLst>
          </p:cNvPr>
          <p:cNvSpPr txBox="1"/>
          <p:nvPr/>
        </p:nvSpPr>
        <p:spPr>
          <a:xfrm>
            <a:off x="2437557" y="1463006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774ABC9-C5A8-142E-EDC0-8A12EB47172C}"/>
              </a:ext>
            </a:extLst>
          </p:cNvPr>
          <p:cNvSpPr txBox="1"/>
          <p:nvPr/>
        </p:nvSpPr>
        <p:spPr>
          <a:xfrm>
            <a:off x="885256" y="2295133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6307250-29E0-33D1-C5C9-97F9511A95C3}"/>
              </a:ext>
            </a:extLst>
          </p:cNvPr>
          <p:cNvSpPr txBox="1"/>
          <p:nvPr/>
        </p:nvSpPr>
        <p:spPr>
          <a:xfrm>
            <a:off x="885256" y="2733433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A8DAA40-FC31-B9BE-746C-49E3C1356E0F}"/>
              </a:ext>
            </a:extLst>
          </p:cNvPr>
          <p:cNvSpPr txBox="1"/>
          <p:nvPr/>
        </p:nvSpPr>
        <p:spPr>
          <a:xfrm>
            <a:off x="885256" y="3171733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3D5BD6B-802E-B541-6475-7E585612CC4A}"/>
              </a:ext>
            </a:extLst>
          </p:cNvPr>
          <p:cNvSpPr txBox="1"/>
          <p:nvPr/>
        </p:nvSpPr>
        <p:spPr>
          <a:xfrm>
            <a:off x="885256" y="3610032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F1676D5-7132-F99C-B887-ECF0E07B0410}"/>
              </a:ext>
            </a:extLst>
          </p:cNvPr>
          <p:cNvSpPr txBox="1"/>
          <p:nvPr/>
        </p:nvSpPr>
        <p:spPr>
          <a:xfrm>
            <a:off x="350872" y="1469316"/>
            <a:ext cx="15518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四选一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多路选择器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F1C3420-6E50-54F4-B7FD-696BBE9F0EA7}"/>
              </a:ext>
            </a:extLst>
          </p:cNvPr>
          <p:cNvSpPr txBox="1"/>
          <p:nvPr/>
        </p:nvSpPr>
        <p:spPr>
          <a:xfrm>
            <a:off x="691616" y="4760962"/>
            <a:ext cx="10802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特点：多路选择器可看成一个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查找表，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对应地址，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对应存储单元。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6749022-C247-0CE9-DBBD-A04651487B6F}"/>
              </a:ext>
            </a:extLst>
          </p:cNvPr>
          <p:cNvSpPr txBox="1"/>
          <p:nvPr/>
        </p:nvSpPr>
        <p:spPr>
          <a:xfrm>
            <a:off x="691617" y="5415778"/>
            <a:ext cx="10802176" cy="960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200"/>
              </a:lnSpc>
              <a:spcAft>
                <a:spcPts val="6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推论：任意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输入的组合逻辑电路可通过“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多路选择器”实现，其方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3200"/>
              </a:lnSpc>
              <a:spcAft>
                <a:spcPts val="60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法是将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个输入作为选择输入端，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baseline="30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个数据输入端与合适的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相连。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B383751-9D1A-C263-608D-38A6038F61E9}"/>
              </a:ext>
            </a:extLst>
          </p:cNvPr>
          <p:cNvGrpSpPr/>
          <p:nvPr/>
        </p:nvGrpSpPr>
        <p:grpSpPr>
          <a:xfrm>
            <a:off x="8891014" y="1839777"/>
            <a:ext cx="2615609" cy="2442408"/>
            <a:chOff x="8891014" y="2368588"/>
            <a:chExt cx="2615609" cy="2442408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81FD4A50-3148-80CF-5812-36B7EE7612A0}"/>
                </a:ext>
              </a:extLst>
            </p:cNvPr>
            <p:cNvSpPr/>
            <p:nvPr/>
          </p:nvSpPr>
          <p:spPr>
            <a:xfrm>
              <a:off x="8891014" y="2368588"/>
              <a:ext cx="2615609" cy="2442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07C9577-7776-EDAF-D0F5-7B328644F3F3}"/>
                </a:ext>
              </a:extLst>
            </p:cNvPr>
            <p:cNvCxnSpPr>
              <a:cxnSpLocks/>
              <a:stCxn id="52" idx="1"/>
              <a:endCxn id="52" idx="3"/>
            </p:cNvCxnSpPr>
            <p:nvPr/>
          </p:nvCxnSpPr>
          <p:spPr>
            <a:xfrm>
              <a:off x="8891014" y="3589792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078E1EA3-856E-DD19-274C-47573CFF2BD9}"/>
                </a:ext>
              </a:extLst>
            </p:cNvPr>
            <p:cNvCxnSpPr/>
            <p:nvPr/>
          </p:nvCxnSpPr>
          <p:spPr>
            <a:xfrm>
              <a:off x="8891014" y="2990452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67CC50D-BD69-3E3F-ADAE-17A3B966F4BA}"/>
                </a:ext>
              </a:extLst>
            </p:cNvPr>
            <p:cNvCxnSpPr/>
            <p:nvPr/>
          </p:nvCxnSpPr>
          <p:spPr>
            <a:xfrm>
              <a:off x="8891014" y="4213175"/>
              <a:ext cx="261560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D4608328-2263-9A01-136F-2FB97CF1436A}"/>
              </a:ext>
            </a:extLst>
          </p:cNvPr>
          <p:cNvSpPr txBox="1"/>
          <p:nvPr/>
        </p:nvSpPr>
        <p:spPr>
          <a:xfrm>
            <a:off x="7982675" y="1936147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0   0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0025CCE-6FF9-7348-985F-0B47AEA172EB}"/>
              </a:ext>
            </a:extLst>
          </p:cNvPr>
          <p:cNvSpPr txBox="1"/>
          <p:nvPr/>
        </p:nvSpPr>
        <p:spPr>
          <a:xfrm>
            <a:off x="7979624" y="2528425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0   1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6D3347E-F8C3-4589-44EA-A7BD8B6ABF93}"/>
              </a:ext>
            </a:extLst>
          </p:cNvPr>
          <p:cNvSpPr txBox="1"/>
          <p:nvPr/>
        </p:nvSpPr>
        <p:spPr>
          <a:xfrm>
            <a:off x="7979623" y="3159965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1   0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F0403CC-7889-792D-42DC-4F27CA6E700D}"/>
              </a:ext>
            </a:extLst>
          </p:cNvPr>
          <p:cNvSpPr txBox="1"/>
          <p:nvPr/>
        </p:nvSpPr>
        <p:spPr>
          <a:xfrm>
            <a:off x="7979622" y="3770240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1   1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D178AD4-6224-FB5A-69A8-11E319FFF11C}"/>
              </a:ext>
            </a:extLst>
          </p:cNvPr>
          <p:cNvSpPr txBox="1"/>
          <p:nvPr/>
        </p:nvSpPr>
        <p:spPr>
          <a:xfrm>
            <a:off x="9425922" y="1290381"/>
            <a:ext cx="15457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2D07D28-36E6-2496-D4E4-C9B23AFA1237}"/>
              </a:ext>
            </a:extLst>
          </p:cNvPr>
          <p:cNvSpPr txBox="1"/>
          <p:nvPr/>
        </p:nvSpPr>
        <p:spPr>
          <a:xfrm>
            <a:off x="9747180" y="1919118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0E4D870-DBD1-66A7-F6A5-06DEBE62E88F}"/>
              </a:ext>
            </a:extLst>
          </p:cNvPr>
          <p:cNvSpPr txBox="1"/>
          <p:nvPr/>
        </p:nvSpPr>
        <p:spPr>
          <a:xfrm>
            <a:off x="9750722" y="2539351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F881019-4994-5DA3-92B5-7F5421C866B9}"/>
              </a:ext>
            </a:extLst>
          </p:cNvPr>
          <p:cNvSpPr txBox="1"/>
          <p:nvPr/>
        </p:nvSpPr>
        <p:spPr>
          <a:xfrm>
            <a:off x="9754264" y="3148954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434A6BC-E244-F601-CA90-538EB104F0E8}"/>
              </a:ext>
            </a:extLst>
          </p:cNvPr>
          <p:cNvSpPr txBox="1"/>
          <p:nvPr/>
        </p:nvSpPr>
        <p:spPr>
          <a:xfrm>
            <a:off x="9754265" y="3755015"/>
            <a:ext cx="90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30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83" grpId="0"/>
      <p:bldP spid="8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F4A85-B37D-5955-41C1-D6DC51C8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FD72D2D-7809-07CB-4411-1152A3333CD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8981049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使用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多路选择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器实现组合逻辑电路（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cont.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CAAF8AC-CFCC-9C61-654E-2E1E0CFFA05F}"/>
                  </a:ext>
                </a:extLst>
              </p:cNvPr>
              <p:cNvSpPr txBox="1"/>
              <p:nvPr/>
            </p:nvSpPr>
            <p:spPr>
              <a:xfrm>
                <a:off x="1095653" y="1282808"/>
                <a:ext cx="100047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例：请采用多路选择器实现三变量逻辑表达式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F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𝐵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𝐶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(2, 5, 7)</m:t>
                        </m:r>
                      </m:e>
                    </m:nary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CAAF8AC-CFCC-9C61-654E-2E1E0CFFA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53" y="1282808"/>
                <a:ext cx="10004735" cy="461665"/>
              </a:xfrm>
              <a:prstGeom prst="rect">
                <a:avLst/>
              </a:prstGeom>
              <a:blipFill>
                <a:blip r:embed="rId4"/>
                <a:stretch>
                  <a:fillRect l="-975" t="-128947" b="-196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FE15B3-ACDF-80FB-3B17-6CE637D6F75A}"/>
                  </a:ext>
                </a:extLst>
              </p:cNvPr>
              <p:cNvSpPr txBox="1"/>
              <p:nvPr/>
            </p:nvSpPr>
            <p:spPr>
              <a:xfrm>
                <a:off x="1061734" y="1981697"/>
                <a:ext cx="4424666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F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,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,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𝐶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AFE15B3-ACDF-80FB-3B17-6CE637D6F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734" y="1981697"/>
                <a:ext cx="4424666" cy="462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内容占位符 4">
            <a:extLst>
              <a:ext uri="{FF2B5EF4-FFF2-40B4-BE49-F238E27FC236}">
                <a16:creationId xmlns:a16="http://schemas.microsoft.com/office/drawing/2014/main" id="{95FDD503-919D-486C-AB36-859578C0DE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7524499"/>
              </p:ext>
            </p:extLst>
          </p:nvPr>
        </p:nvGraphicFramePr>
        <p:xfrm>
          <a:off x="1063251" y="2671109"/>
          <a:ext cx="4295560" cy="361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890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1341871488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</a:tblGrid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784203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618240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549390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715424"/>
                  </a:ext>
                </a:extLst>
              </a:tr>
            </a:tbl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BDFAC6B-01CE-5840-9583-BAFE8E3AE566}"/>
              </a:ext>
            </a:extLst>
          </p:cNvPr>
          <p:cNvCxnSpPr>
            <a:cxnSpLocks/>
          </p:cNvCxnSpPr>
          <p:nvPr/>
        </p:nvCxnSpPr>
        <p:spPr>
          <a:xfrm>
            <a:off x="1456660" y="4274155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4FE238D-4231-92CC-476B-C30DA2E9E69B}"/>
              </a:ext>
            </a:extLst>
          </p:cNvPr>
          <p:cNvCxnSpPr>
            <a:cxnSpLocks/>
          </p:cNvCxnSpPr>
          <p:nvPr/>
        </p:nvCxnSpPr>
        <p:spPr>
          <a:xfrm>
            <a:off x="1456660" y="5479184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6D20B15-A21A-C562-2715-C238A75C6866}"/>
              </a:ext>
            </a:extLst>
          </p:cNvPr>
          <p:cNvCxnSpPr>
            <a:cxnSpLocks/>
          </p:cNvCxnSpPr>
          <p:nvPr/>
        </p:nvCxnSpPr>
        <p:spPr>
          <a:xfrm>
            <a:off x="1456660" y="6280177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44224D9-CFB1-D53F-54AE-006065ED8DED}"/>
              </a:ext>
            </a:extLst>
          </p:cNvPr>
          <p:cNvSpPr txBox="1"/>
          <p:nvPr/>
        </p:nvSpPr>
        <p:spPr>
          <a:xfrm>
            <a:off x="8825939" y="5602811"/>
            <a:ext cx="1598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八选一多路选择器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3C8636-96B6-98F9-6C6D-E2629F7D0A14}"/>
                  </a:ext>
                </a:extLst>
              </p:cNvPr>
              <p:cNvSpPr txBox="1"/>
              <p:nvPr/>
            </p:nvSpPr>
            <p:spPr>
              <a:xfrm>
                <a:off x="6294810" y="3678651"/>
                <a:ext cx="630272" cy="400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33C8636-96B6-98F9-6C6D-E2629F7D0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810" y="3678651"/>
                <a:ext cx="630272" cy="400815"/>
              </a:xfrm>
              <a:prstGeom prst="rect">
                <a:avLst/>
              </a:prstGeom>
              <a:blipFill>
                <a:blip r:embed="rId6"/>
                <a:stretch>
                  <a:fillRect r="-54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9719D67-D399-8BF4-3C5B-62DDC49924D9}"/>
                  </a:ext>
                </a:extLst>
              </p:cNvPr>
              <p:cNvSpPr txBox="1"/>
              <p:nvPr/>
            </p:nvSpPr>
            <p:spPr>
              <a:xfrm>
                <a:off x="6291781" y="4595374"/>
                <a:ext cx="661025" cy="404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𝐶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9719D67-D399-8BF4-3C5B-62DDC4992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781" y="4595374"/>
                <a:ext cx="661025" cy="404548"/>
              </a:xfrm>
              <a:prstGeom prst="rect">
                <a:avLst/>
              </a:prstGeom>
              <a:blipFill>
                <a:blip r:embed="rId7"/>
                <a:stretch>
                  <a:fillRect r="-15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FFE15B6-0FE7-5D59-D7C1-16339D666ABE}"/>
                  </a:ext>
                </a:extLst>
              </p:cNvPr>
              <p:cNvSpPr txBox="1"/>
              <p:nvPr/>
            </p:nvSpPr>
            <p:spPr>
              <a:xfrm>
                <a:off x="6308772" y="5184602"/>
                <a:ext cx="59149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𝐴𝐵𝐶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FFE15B6-0FE7-5D59-D7C1-16339D666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772" y="5184602"/>
                <a:ext cx="591496" cy="400110"/>
              </a:xfrm>
              <a:prstGeom prst="rect">
                <a:avLst/>
              </a:prstGeom>
              <a:blipFill>
                <a:blip r:embed="rId8"/>
                <a:stretch>
                  <a:fillRect r="-11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梯形 11">
            <a:extLst>
              <a:ext uri="{FF2B5EF4-FFF2-40B4-BE49-F238E27FC236}">
                <a16:creationId xmlns:a16="http://schemas.microsoft.com/office/drawing/2014/main" id="{57101206-E54B-9D09-7069-B888589359BC}"/>
              </a:ext>
            </a:extLst>
          </p:cNvPr>
          <p:cNvSpPr/>
          <p:nvPr/>
        </p:nvSpPr>
        <p:spPr>
          <a:xfrm rot="5400000">
            <a:off x="6815610" y="3839278"/>
            <a:ext cx="2848599" cy="1260543"/>
          </a:xfrm>
          <a:prstGeom prst="trapezoid">
            <a:avLst>
              <a:gd name="adj" fmla="val 4274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3E2FFB6-37C3-7444-5036-9B07DC409439}"/>
              </a:ext>
            </a:extLst>
          </p:cNvPr>
          <p:cNvCxnSpPr>
            <a:cxnSpLocks/>
          </p:cNvCxnSpPr>
          <p:nvPr/>
        </p:nvCxnSpPr>
        <p:spPr>
          <a:xfrm>
            <a:off x="8019963" y="2643973"/>
            <a:ext cx="0" cy="5787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9A5ADB9-7C73-216C-0ED5-CBC1A31E9C80}"/>
              </a:ext>
            </a:extLst>
          </p:cNvPr>
          <p:cNvCxnSpPr>
            <a:cxnSpLocks/>
          </p:cNvCxnSpPr>
          <p:nvPr/>
        </p:nvCxnSpPr>
        <p:spPr>
          <a:xfrm>
            <a:off x="8287548" y="2643973"/>
            <a:ext cx="0" cy="6850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2A66815-2D8D-01ED-64EF-394668FA1D8A}"/>
              </a:ext>
            </a:extLst>
          </p:cNvPr>
          <p:cNvCxnSpPr>
            <a:cxnSpLocks/>
          </p:cNvCxnSpPr>
          <p:nvPr/>
        </p:nvCxnSpPr>
        <p:spPr>
          <a:xfrm>
            <a:off x="8555132" y="2643973"/>
            <a:ext cx="0" cy="7997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8E84997-CFF4-90FE-EE90-F659BA63CF19}"/>
              </a:ext>
            </a:extLst>
          </p:cNvPr>
          <p:cNvSpPr txBox="1"/>
          <p:nvPr/>
        </p:nvSpPr>
        <p:spPr>
          <a:xfrm>
            <a:off x="7731741" y="2291732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0056D38-25FC-8232-26A4-0AECA51BB657}"/>
              </a:ext>
            </a:extLst>
          </p:cNvPr>
          <p:cNvSpPr txBox="1"/>
          <p:nvPr/>
        </p:nvSpPr>
        <p:spPr>
          <a:xfrm>
            <a:off x="8011732" y="2291732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F897F49-03FE-70E6-4B2E-AA22EFBA7B9F}"/>
              </a:ext>
            </a:extLst>
          </p:cNvPr>
          <p:cNvSpPr txBox="1"/>
          <p:nvPr/>
        </p:nvSpPr>
        <p:spPr>
          <a:xfrm>
            <a:off x="8291723" y="2291732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1E2015-AD3E-B4E5-3FAA-3A211D4F1826}"/>
              </a:ext>
            </a:extLst>
          </p:cNvPr>
          <p:cNvSpPr txBox="1"/>
          <p:nvPr/>
        </p:nvSpPr>
        <p:spPr>
          <a:xfrm>
            <a:off x="7492764" y="3272322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E6407A-EC30-9AA7-6886-4EA8C99661C1}"/>
              </a:ext>
            </a:extLst>
          </p:cNvPr>
          <p:cNvSpPr txBox="1"/>
          <p:nvPr/>
        </p:nvSpPr>
        <p:spPr>
          <a:xfrm>
            <a:off x="7492764" y="5370103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8AF612-531C-83BF-40EB-C76310A99C9F}"/>
              </a:ext>
            </a:extLst>
          </p:cNvPr>
          <p:cNvSpPr txBox="1"/>
          <p:nvPr/>
        </p:nvSpPr>
        <p:spPr>
          <a:xfrm>
            <a:off x="7492764" y="3572005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9C9E2B-B4FC-B94F-3B4A-8ACADAF9DCA8}"/>
              </a:ext>
            </a:extLst>
          </p:cNvPr>
          <p:cNvSpPr txBox="1"/>
          <p:nvPr/>
        </p:nvSpPr>
        <p:spPr>
          <a:xfrm>
            <a:off x="7492764" y="3871688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A75719-BDF6-5922-D305-C89F4CF6A5CF}"/>
              </a:ext>
            </a:extLst>
          </p:cNvPr>
          <p:cNvSpPr txBox="1"/>
          <p:nvPr/>
        </p:nvSpPr>
        <p:spPr>
          <a:xfrm>
            <a:off x="7492764" y="4171371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D5B2A8-9FDD-B480-471C-545C03B6D317}"/>
              </a:ext>
            </a:extLst>
          </p:cNvPr>
          <p:cNvSpPr txBox="1"/>
          <p:nvPr/>
        </p:nvSpPr>
        <p:spPr>
          <a:xfrm>
            <a:off x="7492764" y="4471054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6DA92E-382E-7BC9-1705-62A2B3C232B6}"/>
              </a:ext>
            </a:extLst>
          </p:cNvPr>
          <p:cNvSpPr txBox="1"/>
          <p:nvPr/>
        </p:nvSpPr>
        <p:spPr>
          <a:xfrm>
            <a:off x="7492764" y="4770737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71DAFFD-3967-5202-4AAD-0102968A3B1B}"/>
              </a:ext>
            </a:extLst>
          </p:cNvPr>
          <p:cNvSpPr txBox="1"/>
          <p:nvPr/>
        </p:nvSpPr>
        <p:spPr>
          <a:xfrm>
            <a:off x="7492764" y="5070420"/>
            <a:ext cx="74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BDFB8B1-7822-9979-E81A-7F8E87234BD9}"/>
              </a:ext>
            </a:extLst>
          </p:cNvPr>
          <p:cNvCxnSpPr>
            <a:cxnSpLocks/>
          </p:cNvCxnSpPr>
          <p:nvPr/>
        </p:nvCxnSpPr>
        <p:spPr>
          <a:xfrm flipH="1">
            <a:off x="6981789" y="3456988"/>
            <a:ext cx="624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D507AEC-D083-CA12-C84C-4688B0343ABD}"/>
              </a:ext>
            </a:extLst>
          </p:cNvPr>
          <p:cNvCxnSpPr>
            <a:cxnSpLocks/>
          </p:cNvCxnSpPr>
          <p:nvPr/>
        </p:nvCxnSpPr>
        <p:spPr>
          <a:xfrm flipH="1">
            <a:off x="6981789" y="3753633"/>
            <a:ext cx="624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8ED99966-7C70-1BAC-A0F6-B15C92FCC2C7}"/>
              </a:ext>
            </a:extLst>
          </p:cNvPr>
          <p:cNvCxnSpPr>
            <a:cxnSpLocks/>
          </p:cNvCxnSpPr>
          <p:nvPr/>
        </p:nvCxnSpPr>
        <p:spPr>
          <a:xfrm flipH="1">
            <a:off x="6252261" y="4050278"/>
            <a:ext cx="135383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5BD2E30-8116-FD45-811E-D14C82DB62C4}"/>
              </a:ext>
            </a:extLst>
          </p:cNvPr>
          <p:cNvCxnSpPr>
            <a:cxnSpLocks/>
          </p:cNvCxnSpPr>
          <p:nvPr/>
        </p:nvCxnSpPr>
        <p:spPr>
          <a:xfrm flipH="1">
            <a:off x="6981789" y="4346923"/>
            <a:ext cx="624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DBE89A65-5836-20BC-C31A-2400B0BDAF4C}"/>
              </a:ext>
            </a:extLst>
          </p:cNvPr>
          <p:cNvCxnSpPr>
            <a:cxnSpLocks/>
          </p:cNvCxnSpPr>
          <p:nvPr/>
        </p:nvCxnSpPr>
        <p:spPr>
          <a:xfrm flipH="1">
            <a:off x="6981789" y="4643568"/>
            <a:ext cx="624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093B917-50D7-9CE2-49E4-4A4BA1A5793A}"/>
              </a:ext>
            </a:extLst>
          </p:cNvPr>
          <p:cNvCxnSpPr>
            <a:cxnSpLocks/>
          </p:cNvCxnSpPr>
          <p:nvPr/>
        </p:nvCxnSpPr>
        <p:spPr>
          <a:xfrm flipH="1">
            <a:off x="6252261" y="4940213"/>
            <a:ext cx="135383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46FA8C9F-36A3-336E-373B-ACE061FC4F79}"/>
              </a:ext>
            </a:extLst>
          </p:cNvPr>
          <p:cNvCxnSpPr>
            <a:cxnSpLocks/>
          </p:cNvCxnSpPr>
          <p:nvPr/>
        </p:nvCxnSpPr>
        <p:spPr>
          <a:xfrm flipH="1">
            <a:off x="6981789" y="5236858"/>
            <a:ext cx="624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6FC6A38F-79E0-1356-D627-76A2CACD181F}"/>
              </a:ext>
            </a:extLst>
          </p:cNvPr>
          <p:cNvCxnSpPr>
            <a:cxnSpLocks/>
          </p:cNvCxnSpPr>
          <p:nvPr/>
        </p:nvCxnSpPr>
        <p:spPr>
          <a:xfrm flipH="1">
            <a:off x="6241627" y="5533503"/>
            <a:ext cx="136800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D989B706-4C9E-08B3-BB23-725FB30C69BB}"/>
              </a:ext>
            </a:extLst>
          </p:cNvPr>
          <p:cNvCxnSpPr>
            <a:cxnSpLocks/>
          </p:cNvCxnSpPr>
          <p:nvPr/>
        </p:nvCxnSpPr>
        <p:spPr>
          <a:xfrm>
            <a:off x="6252261" y="3111043"/>
            <a:ext cx="0" cy="243309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F845077B-0DB3-8BF8-F2EB-D393485231CC}"/>
              </a:ext>
            </a:extLst>
          </p:cNvPr>
          <p:cNvSpPr txBox="1"/>
          <p:nvPr/>
        </p:nvSpPr>
        <p:spPr>
          <a:xfrm>
            <a:off x="5977925" y="2733162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C410FC5-DC7A-59E4-C79F-AC7785907AD2}"/>
              </a:ext>
            </a:extLst>
          </p:cNvPr>
          <p:cNvCxnSpPr>
            <a:cxnSpLocks/>
          </p:cNvCxnSpPr>
          <p:nvPr/>
        </p:nvCxnSpPr>
        <p:spPr>
          <a:xfrm>
            <a:off x="6992422" y="3446355"/>
            <a:ext cx="0" cy="25833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9B45126C-D1D0-C6F1-5CC2-0BA4EAB9CC80}"/>
              </a:ext>
            </a:extLst>
          </p:cNvPr>
          <p:cNvCxnSpPr>
            <a:cxnSpLocks/>
          </p:cNvCxnSpPr>
          <p:nvPr/>
        </p:nvCxnSpPr>
        <p:spPr>
          <a:xfrm flipH="1">
            <a:off x="8870181" y="4469549"/>
            <a:ext cx="624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21467747-AA07-A4BE-5958-1BAF3AF88DBA}"/>
              </a:ext>
            </a:extLst>
          </p:cNvPr>
          <p:cNvSpPr txBox="1"/>
          <p:nvPr/>
        </p:nvSpPr>
        <p:spPr>
          <a:xfrm>
            <a:off x="9427157" y="4264724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34018A1A-55B5-581F-F4A7-205ABF2A88FF}"/>
              </a:ext>
            </a:extLst>
          </p:cNvPr>
          <p:cNvSpPr/>
          <p:nvPr/>
        </p:nvSpPr>
        <p:spPr>
          <a:xfrm>
            <a:off x="6943051" y="3701156"/>
            <a:ext cx="99482" cy="10279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C21C99AB-C885-17F8-42EC-006711C1E852}"/>
              </a:ext>
            </a:extLst>
          </p:cNvPr>
          <p:cNvSpPr/>
          <p:nvPr/>
        </p:nvSpPr>
        <p:spPr>
          <a:xfrm>
            <a:off x="6946593" y="4300129"/>
            <a:ext cx="99482" cy="10279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3CBD2A67-A79A-7675-FDF4-5AB982C19B76}"/>
              </a:ext>
            </a:extLst>
          </p:cNvPr>
          <p:cNvSpPr/>
          <p:nvPr/>
        </p:nvSpPr>
        <p:spPr>
          <a:xfrm>
            <a:off x="6946595" y="4597838"/>
            <a:ext cx="99482" cy="10279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197AA2C3-E698-E8FD-DE0E-6FF49A25D38E}"/>
              </a:ext>
            </a:extLst>
          </p:cNvPr>
          <p:cNvSpPr/>
          <p:nvPr/>
        </p:nvSpPr>
        <p:spPr>
          <a:xfrm>
            <a:off x="6946594" y="5182625"/>
            <a:ext cx="99482" cy="10279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CB3B8791-D809-E347-96D6-80D0F4BE1F1E}"/>
              </a:ext>
            </a:extLst>
          </p:cNvPr>
          <p:cNvSpPr/>
          <p:nvPr/>
        </p:nvSpPr>
        <p:spPr>
          <a:xfrm>
            <a:off x="6203360" y="3991938"/>
            <a:ext cx="99482" cy="10279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83F6F19F-C685-8D96-56F2-2ECD2940712D}"/>
              </a:ext>
            </a:extLst>
          </p:cNvPr>
          <p:cNvSpPr/>
          <p:nvPr/>
        </p:nvSpPr>
        <p:spPr>
          <a:xfrm>
            <a:off x="6210286" y="4892485"/>
            <a:ext cx="99482" cy="10279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295922-CD61-C095-F67E-7102DCB0B62A}"/>
              </a:ext>
            </a:extLst>
          </p:cNvPr>
          <p:cNvSpPr txBox="1"/>
          <p:nvPr/>
        </p:nvSpPr>
        <p:spPr>
          <a:xfrm>
            <a:off x="6718086" y="6029680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88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72" grpId="0"/>
      <p:bldP spid="75" grpId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2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9DB4D-A8A6-C170-C6D5-271BDEAE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A1D7043A-F202-DB6C-619D-84544A846EA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8697048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使用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多路选择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器实现组合逻辑电路（</a:t>
            </a:r>
            <a:r>
              <a:rPr lang="en-US" altLang="zh-CN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cont.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194B257-7B26-8574-F87D-0963E2D0C765}"/>
                  </a:ext>
                </a:extLst>
              </p:cNvPr>
              <p:cNvSpPr txBox="1"/>
              <p:nvPr/>
            </p:nvSpPr>
            <p:spPr>
              <a:xfrm>
                <a:off x="555826" y="1282815"/>
                <a:ext cx="110963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例：只有</a:t>
                </a:r>
                <a:r>
                  <a:rPr lang="zh-CN" altLang="en-US" sz="24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charset="0"/>
                  </a:rPr>
                  <a:t>四选一多路选择器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，如何实现三变量逻辑表达式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F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𝐴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𝐵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𝐶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思源黑体 CN Normal" panose="020B0400000000000000" pitchFamily="34" charset="-122"/>
                          </a:rPr>
                          <m:t>(2, 5, 7)</m:t>
                        </m:r>
                      </m:e>
                    </m:nary>
                    <m:r>
                      <a:rPr lang="zh-CN" altLang="en-US" sz="2400" i="1" dirty="0"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？</m:t>
                    </m:r>
                  </m:oMath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194B257-7B26-8574-F87D-0963E2D0C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826" y="1282815"/>
                <a:ext cx="11096347" cy="461665"/>
              </a:xfrm>
              <a:prstGeom prst="rect">
                <a:avLst/>
              </a:prstGeom>
              <a:blipFill>
                <a:blip r:embed="rId4"/>
                <a:stretch>
                  <a:fillRect l="-824" t="-128947" b="-196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7E60394-CDA9-855A-0233-213EE7A6A6E4}"/>
                  </a:ext>
                </a:extLst>
              </p:cNvPr>
              <p:cNvSpPr txBox="1"/>
              <p:nvPr/>
            </p:nvSpPr>
            <p:spPr>
              <a:xfrm>
                <a:off x="1061734" y="2014756"/>
                <a:ext cx="4424666" cy="462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F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,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,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𝐴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𝐶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𝐶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+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𝐴𝐵𝐶</m:t>
                      </m:r>
                    </m:oMath>
                  </m:oMathPara>
                </a14:m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D7E60394-CDA9-855A-0233-213EE7A6A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734" y="2014756"/>
                <a:ext cx="4424666" cy="462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内容占位符 4">
            <a:extLst>
              <a:ext uri="{FF2B5EF4-FFF2-40B4-BE49-F238E27FC236}">
                <a16:creationId xmlns:a16="http://schemas.microsoft.com/office/drawing/2014/main" id="{5E787E97-B601-A75D-5CCF-AA0147CED9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7425470"/>
              </p:ext>
            </p:extLst>
          </p:nvPr>
        </p:nvGraphicFramePr>
        <p:xfrm>
          <a:off x="1063251" y="2704169"/>
          <a:ext cx="4295560" cy="361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890">
                  <a:extLst>
                    <a:ext uri="{9D8B030D-6E8A-4147-A177-3AD203B41FA5}">
                      <a16:colId xmlns:a16="http://schemas.microsoft.com/office/drawing/2014/main" val="879831722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1341871488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1885618818"/>
                    </a:ext>
                  </a:extLst>
                </a:gridCol>
                <a:gridCol w="1073890">
                  <a:extLst>
                    <a:ext uri="{9D8B030D-6E8A-4147-A177-3AD203B41FA5}">
                      <a16:colId xmlns:a16="http://schemas.microsoft.com/office/drawing/2014/main" val="3260722341"/>
                    </a:ext>
                  </a:extLst>
                </a:gridCol>
              </a:tblGrid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33688131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0006571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151939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2819225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8634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784203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1618240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549390"/>
                  </a:ext>
                </a:extLst>
              </a:tr>
              <a:tr h="3631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4976" marR="84976" marT="360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715424"/>
                  </a:ext>
                </a:extLst>
              </a:tr>
            </a:tbl>
          </a:graphicData>
        </a:graphic>
      </p:graphicFrame>
      <p:sp>
        <p:nvSpPr>
          <p:cNvPr id="31" name="梯形 30">
            <a:extLst>
              <a:ext uri="{FF2B5EF4-FFF2-40B4-BE49-F238E27FC236}">
                <a16:creationId xmlns:a16="http://schemas.microsoft.com/office/drawing/2014/main" id="{4B0E0A53-8C1A-6C52-01CB-56A83914D171}"/>
              </a:ext>
            </a:extLst>
          </p:cNvPr>
          <p:cNvSpPr/>
          <p:nvPr/>
        </p:nvSpPr>
        <p:spPr>
          <a:xfrm rot="5400000">
            <a:off x="7683257" y="3746456"/>
            <a:ext cx="2084781" cy="1260543"/>
          </a:xfrm>
          <a:prstGeom prst="trapezoid">
            <a:avLst>
              <a:gd name="adj" fmla="val 4274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CF9C74-D30C-92E8-291E-B8BE38A85472}"/>
              </a:ext>
            </a:extLst>
          </p:cNvPr>
          <p:cNvSpPr txBox="1"/>
          <p:nvPr/>
        </p:nvSpPr>
        <p:spPr>
          <a:xfrm>
            <a:off x="8039088" y="3557536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CEEF339-7036-D54A-BE62-147EDC7F7602}"/>
              </a:ext>
            </a:extLst>
          </p:cNvPr>
          <p:cNvSpPr txBox="1"/>
          <p:nvPr/>
        </p:nvSpPr>
        <p:spPr>
          <a:xfrm>
            <a:off x="8042630" y="3997015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511D20F-E2D4-D513-0E61-E8103F526444}"/>
              </a:ext>
            </a:extLst>
          </p:cNvPr>
          <p:cNvSpPr txBox="1"/>
          <p:nvPr/>
        </p:nvSpPr>
        <p:spPr>
          <a:xfrm>
            <a:off x="8046173" y="4436495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3269208-FD1E-CF50-2A81-A686AFD06D89}"/>
              </a:ext>
            </a:extLst>
          </p:cNvPr>
          <p:cNvSpPr txBox="1"/>
          <p:nvPr/>
        </p:nvSpPr>
        <p:spPr>
          <a:xfrm>
            <a:off x="8049716" y="4875977"/>
            <a:ext cx="5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74EFE99-B9E9-0853-4D97-818F12E939D5}"/>
              </a:ext>
            </a:extLst>
          </p:cNvPr>
          <p:cNvCxnSpPr>
            <a:cxnSpLocks/>
          </p:cNvCxnSpPr>
          <p:nvPr/>
        </p:nvCxnSpPr>
        <p:spPr>
          <a:xfrm flipV="1">
            <a:off x="8523167" y="3146762"/>
            <a:ext cx="0" cy="38428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5A79BB9-A7F4-61DD-5DB6-915D7521BC7D}"/>
              </a:ext>
            </a:extLst>
          </p:cNvPr>
          <p:cNvCxnSpPr>
            <a:cxnSpLocks/>
          </p:cNvCxnSpPr>
          <p:nvPr/>
        </p:nvCxnSpPr>
        <p:spPr>
          <a:xfrm flipV="1">
            <a:off x="8927202" y="3146762"/>
            <a:ext cx="0" cy="5422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ECA715E4-4715-5032-7802-E7C09C2D6964}"/>
              </a:ext>
            </a:extLst>
          </p:cNvPr>
          <p:cNvSpPr txBox="1"/>
          <p:nvPr/>
        </p:nvSpPr>
        <p:spPr>
          <a:xfrm>
            <a:off x="8248831" y="2801040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D239D0A-0F0A-93C5-83AB-2B9362C76561}"/>
              </a:ext>
            </a:extLst>
          </p:cNvPr>
          <p:cNvSpPr txBox="1"/>
          <p:nvPr/>
        </p:nvSpPr>
        <p:spPr>
          <a:xfrm>
            <a:off x="8661815" y="2799864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7EA5E5B-7393-3BC9-35FF-C504DEE64254}"/>
              </a:ext>
            </a:extLst>
          </p:cNvPr>
          <p:cNvCxnSpPr>
            <a:cxnSpLocks/>
          </p:cNvCxnSpPr>
          <p:nvPr/>
        </p:nvCxnSpPr>
        <p:spPr>
          <a:xfrm>
            <a:off x="9355919" y="4376727"/>
            <a:ext cx="4017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DC7672D-E1FA-C338-1F39-50A9CD6505DE}"/>
              </a:ext>
            </a:extLst>
          </p:cNvPr>
          <p:cNvSpPr txBox="1"/>
          <p:nvPr/>
        </p:nvSpPr>
        <p:spPr>
          <a:xfrm>
            <a:off x="9629414" y="4176925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ECAE2F4-B815-77FD-770D-B0E799080549}"/>
              </a:ext>
            </a:extLst>
          </p:cNvPr>
          <p:cNvCxnSpPr>
            <a:cxnSpLocks/>
          </p:cNvCxnSpPr>
          <p:nvPr/>
        </p:nvCxnSpPr>
        <p:spPr>
          <a:xfrm>
            <a:off x="1456660" y="3889840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37EB6C3-F187-E2F8-65D2-1E9A8DC3C885}"/>
              </a:ext>
            </a:extLst>
          </p:cNvPr>
          <p:cNvCxnSpPr>
            <a:cxnSpLocks/>
          </p:cNvCxnSpPr>
          <p:nvPr/>
        </p:nvCxnSpPr>
        <p:spPr>
          <a:xfrm>
            <a:off x="1456660" y="4712092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B8CB535-9553-7997-AA0A-137149740EC6}"/>
              </a:ext>
            </a:extLst>
          </p:cNvPr>
          <p:cNvCxnSpPr>
            <a:cxnSpLocks/>
          </p:cNvCxnSpPr>
          <p:nvPr/>
        </p:nvCxnSpPr>
        <p:spPr>
          <a:xfrm>
            <a:off x="1456660" y="5534344"/>
            <a:ext cx="3519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30B3B6D-0E55-64E6-B82B-3854D72299B0}"/>
              </a:ext>
            </a:extLst>
          </p:cNvPr>
          <p:cNvCxnSpPr>
            <a:cxnSpLocks/>
          </p:cNvCxnSpPr>
          <p:nvPr/>
        </p:nvCxnSpPr>
        <p:spPr>
          <a:xfrm>
            <a:off x="7288175" y="3737287"/>
            <a:ext cx="8072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F1BF7CD-7CD0-28E3-DEA9-C9F2001F6962}"/>
              </a:ext>
            </a:extLst>
          </p:cNvPr>
          <p:cNvCxnSpPr>
            <a:cxnSpLocks/>
            <a:stCxn id="53" idx="6"/>
          </p:cNvCxnSpPr>
          <p:nvPr/>
        </p:nvCxnSpPr>
        <p:spPr>
          <a:xfrm flipV="1">
            <a:off x="7049050" y="4159889"/>
            <a:ext cx="1046326" cy="83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2D40522F-E814-0875-2A9C-45FF2A5E6E10}"/>
              </a:ext>
            </a:extLst>
          </p:cNvPr>
          <p:cNvCxnSpPr>
            <a:cxnSpLocks/>
          </p:cNvCxnSpPr>
          <p:nvPr/>
        </p:nvCxnSpPr>
        <p:spPr>
          <a:xfrm>
            <a:off x="6267680" y="4608934"/>
            <a:ext cx="18276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66E1701-AE04-AE89-6706-C1EB6BE68F16}"/>
              </a:ext>
            </a:extLst>
          </p:cNvPr>
          <p:cNvCxnSpPr>
            <a:cxnSpLocks/>
          </p:cNvCxnSpPr>
          <p:nvPr/>
        </p:nvCxnSpPr>
        <p:spPr>
          <a:xfrm>
            <a:off x="6267680" y="5076767"/>
            <a:ext cx="1836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5975B15-B4D9-2FBC-A5D4-5EC2D76E8C98}"/>
              </a:ext>
            </a:extLst>
          </p:cNvPr>
          <p:cNvCxnSpPr>
            <a:cxnSpLocks/>
          </p:cNvCxnSpPr>
          <p:nvPr/>
        </p:nvCxnSpPr>
        <p:spPr>
          <a:xfrm>
            <a:off x="7301477" y="3334337"/>
            <a:ext cx="0" cy="4029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A133CECE-2A28-9DA3-FDFD-88BFE75E0F43}"/>
              </a:ext>
            </a:extLst>
          </p:cNvPr>
          <p:cNvSpPr txBox="1"/>
          <p:nvPr/>
        </p:nvSpPr>
        <p:spPr>
          <a:xfrm>
            <a:off x="7028972" y="3020906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8509DD12-8091-5393-EF6F-1201346CCAF8}"/>
              </a:ext>
            </a:extLst>
          </p:cNvPr>
          <p:cNvGrpSpPr/>
          <p:nvPr/>
        </p:nvGrpSpPr>
        <p:grpSpPr>
          <a:xfrm>
            <a:off x="6474234" y="3923706"/>
            <a:ext cx="574816" cy="489098"/>
            <a:chOff x="5966235" y="4165259"/>
            <a:chExt cx="574816" cy="489098"/>
          </a:xfrm>
        </p:grpSpPr>
        <p:sp>
          <p:nvSpPr>
            <p:cNvPr id="52" name="等腰三角形 51">
              <a:extLst>
                <a:ext uri="{FF2B5EF4-FFF2-40B4-BE49-F238E27FC236}">
                  <a16:creationId xmlns:a16="http://schemas.microsoft.com/office/drawing/2014/main" id="{0FAAD735-6B88-57F1-E351-270AF67FE24B}"/>
                </a:ext>
              </a:extLst>
            </p:cNvPr>
            <p:cNvSpPr/>
            <p:nvPr/>
          </p:nvSpPr>
          <p:spPr>
            <a:xfrm rot="5400000">
              <a:off x="5952519" y="4178975"/>
              <a:ext cx="489098" cy="461665"/>
            </a:xfrm>
            <a:prstGeom prst="triangl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C0F6C7B-FC71-9726-75B3-7096E0BF907B}"/>
                </a:ext>
              </a:extLst>
            </p:cNvPr>
            <p:cNvSpPr/>
            <p:nvPr/>
          </p:nvSpPr>
          <p:spPr>
            <a:xfrm>
              <a:off x="6446580" y="4362571"/>
              <a:ext cx="94471" cy="94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00BC91C-EB4C-3110-9DE2-AA42627DA553}"/>
              </a:ext>
            </a:extLst>
          </p:cNvPr>
          <p:cNvCxnSpPr>
            <a:cxnSpLocks/>
          </p:cNvCxnSpPr>
          <p:nvPr/>
        </p:nvCxnSpPr>
        <p:spPr>
          <a:xfrm>
            <a:off x="6066831" y="4175202"/>
            <a:ext cx="4017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70F4FEA0-3DB0-7E2A-F050-AEE03DE02FCA}"/>
              </a:ext>
            </a:extLst>
          </p:cNvPr>
          <p:cNvSpPr txBox="1"/>
          <p:nvPr/>
        </p:nvSpPr>
        <p:spPr>
          <a:xfrm>
            <a:off x="5646365" y="3977869"/>
            <a:ext cx="5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B3E74ECB-3A27-A918-1A3B-D475DD7A6813}"/>
              </a:ext>
            </a:extLst>
          </p:cNvPr>
          <p:cNvCxnSpPr>
            <a:cxnSpLocks/>
          </p:cNvCxnSpPr>
          <p:nvPr/>
        </p:nvCxnSpPr>
        <p:spPr>
          <a:xfrm>
            <a:off x="6267681" y="4174085"/>
            <a:ext cx="0" cy="9026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E4138E0C-FEE3-509C-72DC-FEF7709B660F}"/>
              </a:ext>
            </a:extLst>
          </p:cNvPr>
          <p:cNvSpPr/>
          <p:nvPr/>
        </p:nvSpPr>
        <p:spPr>
          <a:xfrm>
            <a:off x="6208297" y="4124031"/>
            <a:ext cx="99482" cy="10279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AC3EF264-F83A-6E39-061E-5A441F33D404}"/>
              </a:ext>
            </a:extLst>
          </p:cNvPr>
          <p:cNvSpPr/>
          <p:nvPr/>
        </p:nvSpPr>
        <p:spPr>
          <a:xfrm>
            <a:off x="6218458" y="4554137"/>
            <a:ext cx="99482" cy="10279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9FAFC05-0E28-5596-6ACC-8DDCA226186C}"/>
              </a:ext>
            </a:extLst>
          </p:cNvPr>
          <p:cNvSpPr txBox="1"/>
          <p:nvPr/>
        </p:nvSpPr>
        <p:spPr>
          <a:xfrm>
            <a:off x="8904631" y="5609863"/>
            <a:ext cx="1598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四选一多路选择器</a:t>
            </a:r>
          </a:p>
        </p:txBody>
      </p:sp>
    </p:spTree>
    <p:extLst>
      <p:ext uri="{BB962C8B-B14F-4D97-AF65-F5344CB8AC3E}">
        <p14:creationId xmlns:p14="http://schemas.microsoft.com/office/powerpoint/2010/main" val="248325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/>
      <p:bldP spid="34" grpId="0"/>
      <p:bldP spid="35" grpId="0"/>
      <p:bldP spid="38" grpId="0"/>
      <p:bldP spid="39" grpId="0"/>
      <p:bldP spid="41" grpId="0"/>
      <p:bldP spid="50" grpId="0"/>
      <p:bldP spid="55" grpId="0"/>
      <p:bldP spid="57" grpId="0" animBg="1"/>
      <p:bldP spid="58" grpId="0" animBg="1"/>
      <p:bldP spid="5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5E9A3-5BF9-B1B6-EFAC-A42E92FE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4F3155D-0B27-0BFE-4D7D-92DE51D16A5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占位符 6">
            <a:extLst>
              <a:ext uri="{FF2B5EF4-FFF2-40B4-BE49-F238E27FC236}">
                <a16:creationId xmlns:a16="http://schemas.microsoft.com/office/drawing/2014/main" id="{07F9ACB9-149C-95E6-80CC-4C1D8E42F7CC}"/>
              </a:ext>
            </a:extLst>
          </p:cNvPr>
          <p:cNvSpPr txBox="1">
            <a:spLocks/>
          </p:cNvSpPr>
          <p:nvPr/>
        </p:nvSpPr>
        <p:spPr>
          <a:xfrm>
            <a:off x="341523" y="1277952"/>
            <a:ext cx="11501609" cy="4616067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defPPr>
              <a:defRPr lang="zh-CN"/>
            </a:defPPr>
            <a:lvl1pPr marL="0" lv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rgbClr val="034A9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实现组合逻辑电路时，可将其标准与或式中的所有最小项对应的译码器输出连接到一个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034A90"/>
              </a:buClr>
              <a:buSzPct val="100000"/>
              <a:buFont typeface="Wingdings" panose="05000000000000000000" pitchFamily="2" charset="2"/>
              <a:buChar char="p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034A9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多路选择器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实现组合逻辑电路时：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如果“</a:t>
            </a:r>
            <a:r>
              <a:rPr lang="zh-CN" altLang="en-US" sz="2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输入变量数目 </a:t>
            </a:r>
            <a:r>
              <a:rPr lang="en-US" altLang="zh-CN" sz="2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选择端口数目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”，则输入变量连接多路选择器的选择端口，相应的</a:t>
            </a:r>
            <a:r>
              <a:rPr lang="en-US" altLang="zh-CN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连接到对应的数据输入端口。</a:t>
            </a:r>
            <a:endParaRPr lang="en-US" altLang="zh-CN" sz="22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indent="-342900" algn="just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如果“</a:t>
            </a:r>
            <a:r>
              <a:rPr lang="zh-CN" altLang="en-US" sz="2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输入变量数目 </a:t>
            </a:r>
            <a:r>
              <a:rPr lang="en-US" altLang="zh-CN" sz="2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lang="zh-CN" altLang="en-US" sz="22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选择端口数目</a:t>
            </a:r>
            <a:r>
              <a:rPr lang="zh-CN" altLang="en-US" sz="22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”，则部分输入变量连接多路选择器的选择端口，获取剩余变量和输出的逻辑关系（卡诺图），并连接到对应的数据输入端口。</a:t>
            </a:r>
            <a:endParaRPr lang="en-US" altLang="zh-CN" sz="22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925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7FCAF-7815-E657-EB6E-681E123B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156CD86-79C6-FF4F-D991-8CBB67C9D066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4A9051-26C8-C3CF-01C9-898694DEE85B}"/>
              </a:ext>
            </a:extLst>
          </p:cNvPr>
          <p:cNvGrpSpPr/>
          <p:nvPr/>
        </p:nvGrpSpPr>
        <p:grpSpPr>
          <a:xfrm>
            <a:off x="4756382" y="36482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1A39AE81-F610-9A12-A5ED-F98058EA7D3B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54355D6F-7FF7-6FF0-418E-C9F1FDBCF665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C89FCDA5-78DA-7361-E80E-77E7403907D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6D5A87E-DA52-9AAE-1E13-332522A6D7A1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229D22FA-12FF-4D2B-FBC0-24C47268FC8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E928F874-DA8F-062F-C74D-20746C3D645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54620662-FDA0-48A7-B721-7CED135B5A29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DE2421EF-67E5-B2F5-F4D8-EA443B6D88B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74366146-32DD-C224-5C0F-4C972148D1A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AAF8FB1-8137-9949-A0BB-8B249EC2D865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E5622D9B-F701-4E20-255E-A522B8ADF6E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D206846A-BCCE-4E27-1FE2-083FC712E2B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B966170-8E88-5399-B71D-C23769B6B3B0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D21BC86E-1C9D-F131-9FBF-0BD04958B5D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加法器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MH_SubTitle_1">
            <a:extLst>
              <a:ext uri="{FF2B5EF4-FFF2-40B4-BE49-F238E27FC236}">
                <a16:creationId xmlns:a16="http://schemas.microsoft.com/office/drawing/2014/main" id="{D19DB4AA-D0AB-6054-0A18-CF8B7EF30A8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491943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比较器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SubTitle_1">
            <a:extLst>
              <a:ext uri="{FF2B5EF4-FFF2-40B4-BE49-F238E27FC236}">
                <a16:creationId xmlns:a16="http://schemas.microsoft.com/office/drawing/2014/main" id="{00FC54B7-DC45-FA6D-8E48-E24BF2CF450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85712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移位器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2350328A-6CA9-DBAA-573B-224D747645C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430484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乘法器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7DA6E809-3EB5-A0F8-C75D-58DA4AF241F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430483" y="5491943"/>
            <a:ext cx="328346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算术逻辑单元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73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D51FD-A43C-3520-6C6C-3CE0A5FE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52FD1CA-820E-48CA-E554-6662D658867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半加器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616916-4948-2451-7209-E16844E7A4E2}"/>
              </a:ext>
            </a:extLst>
          </p:cNvPr>
          <p:cNvSpPr txBox="1"/>
          <p:nvPr/>
        </p:nvSpPr>
        <p:spPr>
          <a:xfrm>
            <a:off x="338588" y="1277890"/>
            <a:ext cx="11528292" cy="492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半加器（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half-adder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）有两个输入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，两个输出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之和，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为进位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位半加器设计多位加法器，则半加器存在一个问题，即它缺少一个进位输入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来接收前一个半加器的进位输出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29A220-4BF5-69A5-F181-797A221A9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8" y="2632295"/>
            <a:ext cx="2432961" cy="2487223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650EF92-F838-F1AD-CC53-244DC16B6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57956"/>
              </p:ext>
            </p:extLst>
          </p:nvPr>
        </p:nvGraphicFramePr>
        <p:xfrm>
          <a:off x="3942080" y="2722880"/>
          <a:ext cx="4318000" cy="20767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742777225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0577074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959088538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609253779"/>
                    </a:ext>
                  </a:extLst>
                </a:gridCol>
              </a:tblGrid>
              <a:tr h="4153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20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</a:t>
                      </a:r>
                      <a:endParaRPr lang="zh-CN" altLang="en-US" sz="20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613615"/>
                  </a:ext>
                </a:extLst>
              </a:tr>
              <a:tr h="4153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111466"/>
                  </a:ext>
                </a:extLst>
              </a:tr>
              <a:tr h="4153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99317"/>
                  </a:ext>
                </a:extLst>
              </a:tr>
              <a:tr h="4153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032646"/>
                  </a:ext>
                </a:extLst>
              </a:tr>
              <a:tr h="4153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45090"/>
                  </a:ext>
                </a:extLst>
              </a:tr>
            </a:tbl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F3FC359A-A4A8-FA02-1E58-70145AFED6C1}"/>
              </a:ext>
            </a:extLst>
          </p:cNvPr>
          <p:cNvGrpSpPr/>
          <p:nvPr/>
        </p:nvGrpSpPr>
        <p:grpSpPr>
          <a:xfrm>
            <a:off x="8837088" y="3268192"/>
            <a:ext cx="2338911" cy="993490"/>
            <a:chOff x="8837088" y="3268192"/>
            <a:chExt cx="2338911" cy="993490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37D2504-90DC-255D-B6CC-00F11554A9F8}"/>
                </a:ext>
              </a:extLst>
            </p:cNvPr>
            <p:cNvSpPr txBox="1"/>
            <p:nvPr/>
          </p:nvSpPr>
          <p:spPr>
            <a:xfrm>
              <a:off x="8837088" y="3268192"/>
              <a:ext cx="2338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30A0"/>
                  </a:solidFill>
                </a:rPr>
                <a:t>S = A ⊕ B</a:t>
              </a:r>
              <a:endParaRPr lang="zh-CN" altLang="en-US" sz="2400" dirty="0">
                <a:solidFill>
                  <a:srgbClr val="7030A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5D78642-8449-15AC-4CB1-D9AECA6937EA}"/>
                </a:ext>
              </a:extLst>
            </p:cNvPr>
            <p:cNvSpPr txBox="1"/>
            <p:nvPr/>
          </p:nvSpPr>
          <p:spPr>
            <a:xfrm>
              <a:off x="8837088" y="3757682"/>
              <a:ext cx="2338911" cy="504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30A0"/>
                  </a:solidFill>
                </a:rPr>
                <a:t>C</a:t>
              </a:r>
              <a:r>
                <a:rPr lang="en-US" altLang="zh-CN" sz="2400" baseline="-25000" dirty="0">
                  <a:solidFill>
                    <a:srgbClr val="7030A0"/>
                  </a:solidFill>
                </a:rPr>
                <a:t>out</a:t>
              </a:r>
              <a:r>
                <a:rPr lang="en-US" altLang="zh-CN" sz="2400" dirty="0">
                  <a:solidFill>
                    <a:srgbClr val="7030A0"/>
                  </a:solidFill>
                </a:rPr>
                <a:t> = A &amp; B</a:t>
              </a:r>
              <a:endParaRPr lang="zh-CN" altLang="en-US" sz="2400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290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7060-38CE-005E-1F5A-7A1CABEE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5946C4B-7F16-AFCE-BBF9-9685C4D0FE6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全加器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B118F1-AF0D-25F3-A13E-06E46B058E70}"/>
              </a:ext>
            </a:extLst>
          </p:cNvPr>
          <p:cNvSpPr txBox="1"/>
          <p:nvPr/>
        </p:nvSpPr>
        <p:spPr>
          <a:xfrm>
            <a:off x="338588" y="1277890"/>
            <a:ext cx="11528292" cy="2473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全加器（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full-adder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）在半加器的基础之上增加了一个进位输入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D90CE2-93DB-2708-3BFE-574EB2CDF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6" y="2430501"/>
            <a:ext cx="3510787" cy="2944139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7C03471-7B0A-8EC2-3722-256E4B043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093796"/>
              </p:ext>
            </p:extLst>
          </p:nvPr>
        </p:nvGraphicFramePr>
        <p:xfrm>
          <a:off x="3650965" y="2514831"/>
          <a:ext cx="4402390" cy="3566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80478">
                  <a:extLst>
                    <a:ext uri="{9D8B030D-6E8A-4147-A177-3AD203B41FA5}">
                      <a16:colId xmlns:a16="http://schemas.microsoft.com/office/drawing/2014/main" val="742777225"/>
                    </a:ext>
                  </a:extLst>
                </a:gridCol>
                <a:gridCol w="880478">
                  <a:extLst>
                    <a:ext uri="{9D8B030D-6E8A-4147-A177-3AD203B41FA5}">
                      <a16:colId xmlns:a16="http://schemas.microsoft.com/office/drawing/2014/main" val="105770743"/>
                    </a:ext>
                  </a:extLst>
                </a:gridCol>
                <a:gridCol w="880478">
                  <a:extLst>
                    <a:ext uri="{9D8B030D-6E8A-4147-A177-3AD203B41FA5}">
                      <a16:colId xmlns:a16="http://schemas.microsoft.com/office/drawing/2014/main" val="3773090571"/>
                    </a:ext>
                  </a:extLst>
                </a:gridCol>
                <a:gridCol w="880478">
                  <a:extLst>
                    <a:ext uri="{9D8B030D-6E8A-4147-A177-3AD203B41FA5}">
                      <a16:colId xmlns:a16="http://schemas.microsoft.com/office/drawing/2014/main" val="3959088538"/>
                    </a:ext>
                  </a:extLst>
                </a:gridCol>
                <a:gridCol w="880478">
                  <a:extLst>
                    <a:ext uri="{9D8B030D-6E8A-4147-A177-3AD203B41FA5}">
                      <a16:colId xmlns:a16="http://schemas.microsoft.com/office/drawing/2014/main" val="1609253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A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C</a:t>
                      </a:r>
                      <a:r>
                        <a:rPr lang="en-US" altLang="zh-CN" sz="2000" baseline="-25000" dirty="0"/>
                        <a:t>in</a:t>
                      </a:r>
                      <a:endParaRPr lang="zh-CN" altLang="en-US" sz="20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C</a:t>
                      </a:r>
                      <a:r>
                        <a:rPr lang="en-US" altLang="zh-CN" sz="2000" baseline="-25000" dirty="0"/>
                        <a:t>out</a:t>
                      </a:r>
                      <a:endParaRPr lang="zh-CN" altLang="en-US" sz="20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S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61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111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99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03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45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6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04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861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640907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659D613B-4D9C-8904-68DA-29B54D5309CE}"/>
              </a:ext>
            </a:extLst>
          </p:cNvPr>
          <p:cNvGrpSpPr/>
          <p:nvPr/>
        </p:nvGrpSpPr>
        <p:grpSpPr>
          <a:xfrm>
            <a:off x="8354633" y="3568490"/>
            <a:ext cx="3878023" cy="994715"/>
            <a:chOff x="8813097" y="3778627"/>
            <a:chExt cx="1831311" cy="99471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9A82701-B5AE-B241-11F5-4C85A6CC58BF}"/>
                </a:ext>
              </a:extLst>
            </p:cNvPr>
            <p:cNvSpPr txBox="1"/>
            <p:nvPr/>
          </p:nvSpPr>
          <p:spPr>
            <a:xfrm>
              <a:off x="8813100" y="3778627"/>
              <a:ext cx="1330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30A0"/>
                  </a:solidFill>
                </a:rPr>
                <a:t>S = A ⊕ B ⊕ C</a:t>
              </a:r>
              <a:r>
                <a:rPr lang="en-US" altLang="zh-CN" sz="2400" baseline="-25000" dirty="0">
                  <a:solidFill>
                    <a:srgbClr val="7030A0"/>
                  </a:solidFill>
                  <a:cs typeface="+mn-ea"/>
                </a:rPr>
                <a:t>in</a:t>
              </a:r>
              <a:endParaRPr lang="zh-CN" altLang="en-US" sz="2400" dirty="0">
                <a:solidFill>
                  <a:srgbClr val="7030A0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D1B1528-8CBC-8CFE-84B3-0F7B20D8F5AD}"/>
                </a:ext>
              </a:extLst>
            </p:cNvPr>
            <p:cNvSpPr txBox="1"/>
            <p:nvPr/>
          </p:nvSpPr>
          <p:spPr>
            <a:xfrm>
              <a:off x="8813097" y="4311677"/>
              <a:ext cx="18313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30A0"/>
                  </a:solidFill>
                </a:rPr>
                <a:t>C</a:t>
              </a:r>
              <a:r>
                <a:rPr lang="en-US" altLang="zh-CN" sz="2400" baseline="-25000" dirty="0">
                  <a:solidFill>
                    <a:srgbClr val="7030A0"/>
                  </a:solidFill>
                </a:rPr>
                <a:t>out</a:t>
              </a:r>
              <a:r>
                <a:rPr lang="en-US" altLang="zh-CN" sz="2400" dirty="0">
                  <a:solidFill>
                    <a:srgbClr val="7030A0"/>
                  </a:solidFill>
                </a:rPr>
                <a:t> = A &amp; B + A &amp; C</a:t>
              </a:r>
              <a:r>
                <a:rPr lang="en-US" altLang="zh-CN" sz="2400" baseline="-25000" dirty="0">
                  <a:solidFill>
                    <a:srgbClr val="7030A0"/>
                  </a:solidFill>
                  <a:cs typeface="+mn-ea"/>
                </a:rPr>
                <a:t>in </a:t>
              </a:r>
              <a:r>
                <a:rPr lang="en-US" altLang="zh-CN" sz="2400" dirty="0">
                  <a:solidFill>
                    <a:srgbClr val="7030A0"/>
                  </a:solidFill>
                </a:rPr>
                <a:t>+ B &amp; C</a:t>
              </a:r>
              <a:r>
                <a:rPr lang="en-US" altLang="zh-CN" sz="2400" baseline="-25000" dirty="0">
                  <a:solidFill>
                    <a:srgbClr val="7030A0"/>
                  </a:solidFill>
                  <a:cs typeface="+mn-ea"/>
                </a:rPr>
                <a:t>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212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5E4A-C06C-0B70-080A-2EAAD5AE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9C6BB16D-96CC-67AB-BF04-F2164CD9F5D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多位加法器（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CPA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ED70EF-5576-EC44-A4C2-FA5853E19BB4}"/>
              </a:ext>
            </a:extLst>
          </p:cNvPr>
          <p:cNvSpPr txBox="1"/>
          <p:nvPr/>
        </p:nvSpPr>
        <p:spPr>
          <a:xfrm>
            <a:off x="338588" y="1277890"/>
            <a:ext cx="11528292" cy="5397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位加法器将两个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位输入（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）与一个进位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相加，产生一个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位结果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和一个输出进位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。因为在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位加法器内部，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位进位将传播到下一位，所以这种加法器通常称为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进位传播加法器（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Carry Propagate Adder, CPA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对于高位宽的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CPA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先行进位加法器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前缀加法器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更具优势，但需要消耗更多的硬件资源（请大家时刻谨记：任何工程设计都体现了折中的思想（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Tradoff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）！）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6AD87A-DB10-2607-A974-8109BF5B9B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439" y="3169150"/>
            <a:ext cx="2929133" cy="223597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167716EA-8C5C-FC5D-D702-02393BFFBB75}"/>
              </a:ext>
            </a:extLst>
          </p:cNvPr>
          <p:cNvGrpSpPr/>
          <p:nvPr/>
        </p:nvGrpSpPr>
        <p:grpSpPr>
          <a:xfrm>
            <a:off x="3933950" y="3424226"/>
            <a:ext cx="7441552" cy="1940851"/>
            <a:chOff x="3933950" y="3424226"/>
            <a:chExt cx="7441552" cy="1940851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CE5DB020-7440-3AA6-346E-B18F0BBCAF4B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2"/>
              </p:custDataLst>
              <p:extLst>
                <p:ext uri="{D42A27DB-BD31-4B8C-83A1-F6EECF244321}">
                  <p14:modId xmlns:p14="http://schemas.microsoft.com/office/powerpoint/2010/main" val="1423241137"/>
                </p:ext>
              </p:extLst>
            </p:nvPr>
          </p:nvGraphicFramePr>
          <p:xfrm>
            <a:off x="3933950" y="3424226"/>
            <a:ext cx="7441552" cy="1624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3135960" imgH="684360" progId="Visio.Drawing.6">
                    <p:embed/>
                  </p:oleObj>
                </mc:Choice>
                <mc:Fallback>
                  <p:oleObj name="VISIO" r:id="rId6" imgW="3135960" imgH="684360" progId="Visio.Drawing.6">
                    <p:embed/>
                    <p:pic>
                      <p:nvPicPr>
                        <p:cNvPr id="18" name="Object 4">
                          <a:extLst>
                            <a:ext uri="{FF2B5EF4-FFF2-40B4-BE49-F238E27FC236}">
                              <a16:creationId xmlns:a16="http://schemas.microsoft.com/office/drawing/2014/main" id="{AC094CAE-A904-486D-8F5D-0586561E77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3950" y="3424226"/>
                          <a:ext cx="7441552" cy="16242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7C362DC-FC1E-C8E2-274D-3698C7740210}"/>
                </a:ext>
              </a:extLst>
            </p:cNvPr>
            <p:cNvSpPr txBox="1"/>
            <p:nvPr/>
          </p:nvSpPr>
          <p:spPr>
            <a:xfrm>
              <a:off x="6289040" y="4997047"/>
              <a:ext cx="2783840" cy="368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行波进位加法器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04EE1FD-4EE2-AEB2-5FE2-A6EC60F00AF8}"/>
              </a:ext>
            </a:extLst>
          </p:cNvPr>
          <p:cNvGrpSpPr/>
          <p:nvPr/>
        </p:nvGrpSpPr>
        <p:grpSpPr>
          <a:xfrm>
            <a:off x="4612639" y="4185535"/>
            <a:ext cx="6116321" cy="0"/>
            <a:chOff x="4612639" y="4185535"/>
            <a:chExt cx="6116321" cy="0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14F1D5F-8251-D2F0-3A94-3E113B0DC38A}"/>
                </a:ext>
              </a:extLst>
            </p:cNvPr>
            <p:cNvCxnSpPr>
              <a:cxnSpLocks/>
            </p:cNvCxnSpPr>
            <p:nvPr/>
          </p:nvCxnSpPr>
          <p:spPr>
            <a:xfrm>
              <a:off x="4612639" y="4185535"/>
              <a:ext cx="19304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9F16A06-C196-84A8-A4E3-733DE415C65C}"/>
                </a:ext>
              </a:extLst>
            </p:cNvPr>
            <p:cNvCxnSpPr>
              <a:cxnSpLocks/>
            </p:cNvCxnSpPr>
            <p:nvPr/>
          </p:nvCxnSpPr>
          <p:spPr>
            <a:xfrm>
              <a:off x="5740398" y="4185535"/>
              <a:ext cx="396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3FF7731-1D9B-EFCD-5363-F1CBEA5F0E89}"/>
                </a:ext>
              </a:extLst>
            </p:cNvPr>
            <p:cNvCxnSpPr>
              <a:cxnSpLocks/>
            </p:cNvCxnSpPr>
            <p:nvPr/>
          </p:nvCxnSpPr>
          <p:spPr>
            <a:xfrm>
              <a:off x="7101839" y="4185535"/>
              <a:ext cx="1046481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0FE38572-8B3C-C772-F979-26308F5A95D0}"/>
                </a:ext>
              </a:extLst>
            </p:cNvPr>
            <p:cNvCxnSpPr>
              <a:cxnSpLocks/>
            </p:cNvCxnSpPr>
            <p:nvPr/>
          </p:nvCxnSpPr>
          <p:spPr>
            <a:xfrm>
              <a:off x="9113520" y="4185535"/>
              <a:ext cx="396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B159B40-7DCF-E428-222D-5CA8DA2BB31E}"/>
                </a:ext>
              </a:extLst>
            </p:cNvPr>
            <p:cNvCxnSpPr>
              <a:cxnSpLocks/>
            </p:cNvCxnSpPr>
            <p:nvPr/>
          </p:nvCxnSpPr>
          <p:spPr>
            <a:xfrm>
              <a:off x="10474960" y="4185535"/>
              <a:ext cx="25400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9D8FDA1-7A91-21D9-F4CE-BDEBB6FAFB13}"/>
              </a:ext>
            </a:extLst>
          </p:cNvPr>
          <p:cNvGrpSpPr/>
          <p:nvPr/>
        </p:nvGrpSpPr>
        <p:grpSpPr>
          <a:xfrm>
            <a:off x="7337643" y="3033028"/>
            <a:ext cx="1458794" cy="943742"/>
            <a:chOff x="7337643" y="3033028"/>
            <a:chExt cx="1458794" cy="94374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1A472FB9-ADA2-2297-840F-7ED4140C1C20}"/>
                </a:ext>
              </a:extLst>
            </p:cNvPr>
            <p:cNvCxnSpPr/>
            <p:nvPr/>
          </p:nvCxnSpPr>
          <p:spPr>
            <a:xfrm flipV="1">
              <a:off x="7548880" y="3424226"/>
              <a:ext cx="518160" cy="552544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EB96644-D255-64A5-7A5A-56620AC71F5E}"/>
                </a:ext>
              </a:extLst>
            </p:cNvPr>
            <p:cNvSpPr txBox="1"/>
            <p:nvPr/>
          </p:nvSpPr>
          <p:spPr>
            <a:xfrm>
              <a:off x="7337643" y="3033028"/>
              <a:ext cx="1458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进位链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993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2BDF5-4F2A-2179-CE97-9F88E7CFC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A8D28C3-9023-7DE2-A104-4F582CE0650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减法器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5DF913-DB1A-FAF3-940A-9191A6B3E21D}"/>
              </a:ext>
            </a:extLst>
          </p:cNvPr>
          <p:cNvSpPr txBox="1"/>
          <p:nvPr/>
        </p:nvSpPr>
        <p:spPr>
          <a:xfrm>
            <a:off x="338588" y="1277890"/>
            <a:ext cx="1152829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补码的减法可以表示为“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[A-B]</a:t>
            </a:r>
            <a:r>
              <a:rPr lang="zh-CN" altLang="en-US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[A+(-B)]</a:t>
            </a:r>
            <a:r>
              <a:rPr lang="zh-CN" altLang="en-US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[A]</a:t>
            </a:r>
            <a:r>
              <a:rPr lang="zh-CN" altLang="en-US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+[-B]</a:t>
            </a:r>
            <a:r>
              <a:rPr lang="zh-CN" altLang="en-US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[A]</a:t>
            </a:r>
            <a:r>
              <a:rPr lang="zh-CN" altLang="en-US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+[B]</a:t>
            </a:r>
            <a:r>
              <a:rPr lang="zh-CN" altLang="en-US" sz="2400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 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”，由此可见，减法器可以由加法器进行实现（无符号数同样适用）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742D51-E86F-3190-EF99-C7C3601BC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612" y="2545493"/>
            <a:ext cx="2157328" cy="34608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D37563-F04D-17A4-F9BD-3F152B42B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77" y="2918378"/>
            <a:ext cx="1921240" cy="308798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5AFD62-F3E3-CCA8-1AF4-8C5F60C55C38}"/>
              </a:ext>
            </a:extLst>
          </p:cNvPr>
          <p:cNvSpPr txBox="1"/>
          <p:nvPr/>
        </p:nvSpPr>
        <p:spPr>
          <a:xfrm>
            <a:off x="811005" y="6082227"/>
            <a:ext cx="1571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电路符号</a:t>
            </a:r>
            <a:endParaRPr lang="en-US" altLang="zh-CN" sz="2400" b="1" baseline="-25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CF145C-0D6E-315E-B035-0570FEA802FA}"/>
              </a:ext>
            </a:extLst>
          </p:cNvPr>
          <p:cNvSpPr txBox="1"/>
          <p:nvPr/>
        </p:nvSpPr>
        <p:spPr>
          <a:xfrm>
            <a:off x="3680577" y="6082227"/>
            <a:ext cx="1500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电路实现</a:t>
            </a:r>
            <a:endParaRPr lang="en-US" altLang="zh-CN" sz="2400" b="1" baseline="-25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817821D-5C0B-D2F9-FA30-80DA25706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755" y="2550697"/>
            <a:ext cx="3819165" cy="359929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002EF69-C7CE-F151-5AA8-3535847E605D}"/>
              </a:ext>
            </a:extLst>
          </p:cNvPr>
          <p:cNvSpPr txBox="1"/>
          <p:nvPr/>
        </p:nvSpPr>
        <p:spPr>
          <a:xfrm>
            <a:off x="6478800" y="6082227"/>
            <a:ext cx="4571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同时支持加</a:t>
            </a:r>
            <a:r>
              <a:rPr lang="en-US" altLang="zh-CN" sz="24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减法的加法器结构</a:t>
            </a:r>
            <a:endParaRPr lang="en-US" altLang="zh-CN" sz="2400" b="1" baseline="-25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BB9F503-683F-4421-0996-C0949B006528}"/>
              </a:ext>
            </a:extLst>
          </p:cNvPr>
          <p:cNvCxnSpPr/>
          <p:nvPr/>
        </p:nvCxnSpPr>
        <p:spPr>
          <a:xfrm>
            <a:off x="10363200" y="1442720"/>
            <a:ext cx="360000" cy="0"/>
          </a:xfrm>
          <a:prstGeom prst="straightConnector1">
            <a:avLst/>
          </a:prstGeom>
          <a:ln w="28575">
            <a:solidFill>
              <a:srgbClr val="034A9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9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46BC-F5DE-F02F-42AC-DA183BC1A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F1AB5F35-ED64-A9EF-ABA3-88E0A30A47C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带标志位的加法器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F47DDBB-C529-7960-2A8C-FCB9FA3A52A7}"/>
              </a:ext>
            </a:extLst>
          </p:cNvPr>
          <p:cNvSpPr txBox="1"/>
          <p:nvPr/>
        </p:nvSpPr>
        <p:spPr>
          <a:xfrm>
            <a:off x="338588" y="1277890"/>
            <a:ext cx="11528292" cy="121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位加法器不能完全支持两个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位补码相加，因为无法判断是否进位、溢出等情况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程序中经常需要比较大小，通过（在加法器中）做减法得到的标志信息来判断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D666DE09-A44B-6135-9155-1535D1D0F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88" y="2853334"/>
            <a:ext cx="3406069" cy="3313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4591CC3-F778-8FFE-CBC8-E25DF91327AE}"/>
              </a:ext>
            </a:extLst>
          </p:cNvPr>
          <p:cNvSpPr/>
          <p:nvPr/>
        </p:nvSpPr>
        <p:spPr>
          <a:xfrm>
            <a:off x="9643651" y="3043094"/>
            <a:ext cx="2209761" cy="2934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溢出标志</a:t>
            </a:r>
            <a:r>
              <a:rPr lang="en-US" altLang="zh-CN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</a:t>
            </a:r>
          </a:p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 =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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n-1</a:t>
            </a:r>
          </a:p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符号标志</a:t>
            </a:r>
            <a:r>
              <a:rPr lang="en-US" altLang="zh-CN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SF</a:t>
            </a:r>
          </a:p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SF=F</a:t>
            </a:r>
            <a:r>
              <a:rPr lang="en-US" altLang="zh-CN" sz="20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n-1</a:t>
            </a:r>
          </a:p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零标志</a:t>
            </a:r>
            <a:r>
              <a:rPr lang="en-US" altLang="zh-CN" sz="2000" b="1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ZF</a:t>
            </a:r>
            <a:endParaRPr lang="en-US" altLang="zh-CN" sz="2000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ZF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= (F==0)</a:t>
            </a:r>
          </a:p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进位</a:t>
            </a:r>
            <a:r>
              <a:rPr lang="en-US" altLang="zh-CN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借位标志</a:t>
            </a:r>
            <a:r>
              <a:rPr lang="en-US" altLang="zh-CN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CF</a:t>
            </a:r>
          </a:p>
          <a:p>
            <a:pPr algn="just">
              <a:lnSpc>
                <a:spcPts val="2800"/>
              </a:lnSpc>
              <a:buClr>
                <a:srgbClr val="1F497D"/>
              </a:buClr>
              <a:defRPr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CF=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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C</a:t>
            </a:r>
            <a:r>
              <a:rPr lang="en-US" altLang="zh-CN" sz="2000" b="1" baseline="-25000" dirty="0" err="1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ymbol" panose="05050102010706020507" pitchFamily="18" charset="2"/>
              </a:rPr>
              <a:t>in</a:t>
            </a:r>
            <a:endParaRPr lang="zh-CN" altLang="en-US" sz="2000" b="1" baseline="-2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D3AA347F-17AB-AA5D-B958-375F16B4E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494" y="2853334"/>
            <a:ext cx="5448346" cy="337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146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CD25-6D9E-0604-CEC7-9E5228AF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4D47E2D-9069-4EFE-8DA0-121ED71017AC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7313028-0402-AF89-F2F2-4492AD3D0851}"/>
              </a:ext>
            </a:extLst>
          </p:cNvPr>
          <p:cNvGrpSpPr/>
          <p:nvPr/>
        </p:nvGrpSpPr>
        <p:grpSpPr>
          <a:xfrm>
            <a:off x="4756382" y="36482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8B8CDD9-A8E3-D2BB-540D-6E3662E0DC6A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19DAEB38-1B3C-C3D5-2BB7-7435316BEDA1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65B514A3-F007-5655-2A6C-121C2770E84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186ADFF-E63C-2ED9-86DE-A1EA498C2F1B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7A21DD57-E36D-B8D4-A6DC-2E26E4F731A4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9B3631BB-A0B6-847E-5F46-68E06399B30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6E1AFE2-330F-61B3-5141-0E1664F94A0E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F9ACFA61-FE68-FC88-419B-18494186D9D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D7DBD56D-5FF6-84E7-CBD1-EB8AF013FED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94114C6-0CF8-3C42-0688-EE932E46E29D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7BDA2CF8-E9BA-87E7-902D-9679E9D89397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1C6F71FB-8902-1EFD-24AC-C69EC8E8BC8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E98C303D-063A-76EB-4F02-2463CE228040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6568B1CB-52F8-1CA8-8DE7-5560C69C675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加法器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MH_SubTitle_1">
            <a:extLst>
              <a:ext uri="{FF2B5EF4-FFF2-40B4-BE49-F238E27FC236}">
                <a16:creationId xmlns:a16="http://schemas.microsoft.com/office/drawing/2014/main" id="{FE9DD516-DFF9-00A8-5282-565371B7881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491943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比较器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SubTitle_1">
            <a:extLst>
              <a:ext uri="{FF2B5EF4-FFF2-40B4-BE49-F238E27FC236}">
                <a16:creationId xmlns:a16="http://schemas.microsoft.com/office/drawing/2014/main" id="{44346E08-04A6-C081-CDA6-D3ED8F16DC90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85712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移位器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AED4C097-0D1F-D157-B021-7B4A68350F8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430484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乘法器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9870BF1A-F812-CBEA-279E-896512453A97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430483" y="5491943"/>
            <a:ext cx="328346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算术逻辑单元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59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40E3-F4B6-C1DB-DC3B-4A6E6FD6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B8E9220-9AA8-BCBA-D5E2-96B6270D974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比较器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963166-5438-2820-B8E2-4754EB20A9D8}"/>
              </a:ext>
            </a:extLst>
          </p:cNvPr>
          <p:cNvSpPr txBox="1"/>
          <p:nvPr/>
        </p:nvSpPr>
        <p:spPr>
          <a:xfrm>
            <a:off x="338588" y="1277890"/>
            <a:ext cx="11528292" cy="2300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比较器是判断两个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是否相等，或者一个比另一个大还是小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常见有两种类型：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相等比较器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，产生一个输出，表示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是否等于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== B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，产生一个或多个输出，表示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的关系（</a:t>
            </a:r>
            <a:r>
              <a:rPr lang="en-US" altLang="zh-CN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&gt;, &lt;</a:t>
            </a: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等）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A4B9D25-74F9-26AF-7479-D7EBA91CE64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4431723"/>
              </p:ext>
            </p:extLst>
          </p:nvPr>
        </p:nvGraphicFramePr>
        <p:xfrm>
          <a:off x="6096000" y="3783936"/>
          <a:ext cx="1535889" cy="246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91120" imgH="990720" progId="Visio.Drawing.6">
                  <p:embed/>
                </p:oleObj>
              </mc:Choice>
              <mc:Fallback>
                <p:oleObj name="VISIO" r:id="rId6" imgW="591120" imgH="990720" progId="Visio.Drawing.6">
                  <p:embed/>
                  <p:pic>
                    <p:nvPicPr>
                      <p:cNvPr id="22" name="Object 4">
                        <a:extLst>
                          <a:ext uri="{FF2B5EF4-FFF2-40B4-BE49-F238E27FC236}">
                            <a16:creationId xmlns:a16="http://schemas.microsoft.com/office/drawing/2014/main" id="{BD2F3BDD-726C-46A0-B70D-C203A65FD9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783936"/>
                        <a:ext cx="1535889" cy="2463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5778C87-DBCB-B306-D945-C36D00E634E6}"/>
              </a:ext>
            </a:extLst>
          </p:cNvPr>
          <p:cNvSpPr txBox="1"/>
          <p:nvPr/>
        </p:nvSpPr>
        <p:spPr>
          <a:xfrm>
            <a:off x="5669246" y="6359411"/>
            <a:ext cx="23893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endParaRPr lang="en-US" altLang="zh-CN" sz="2000" b="1" baseline="-25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61A9D2-132A-70D7-DB46-BBBC8D5C7EBE}"/>
              </a:ext>
            </a:extLst>
          </p:cNvPr>
          <p:cNvGrpSpPr/>
          <p:nvPr/>
        </p:nvGrpSpPr>
        <p:grpSpPr>
          <a:xfrm>
            <a:off x="436880" y="3619531"/>
            <a:ext cx="4622800" cy="3139990"/>
            <a:chOff x="436880" y="3619531"/>
            <a:chExt cx="4622800" cy="3139990"/>
          </a:xfrm>
        </p:grpSpPr>
        <p:graphicFrame>
          <p:nvGraphicFramePr>
            <p:cNvPr id="3" name="Object 5">
              <a:extLst>
                <a:ext uri="{FF2B5EF4-FFF2-40B4-BE49-F238E27FC236}">
                  <a16:creationId xmlns:a16="http://schemas.microsoft.com/office/drawing/2014/main" id="{F7D0DE7E-CD44-F1AE-0CFD-D5BB9C6665DE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3"/>
              </p:custDataLst>
              <p:extLst>
                <p:ext uri="{D42A27DB-BD31-4B8C-83A1-F6EECF244321}">
                  <p14:modId xmlns:p14="http://schemas.microsoft.com/office/powerpoint/2010/main" val="3902795618"/>
                </p:ext>
              </p:extLst>
            </p:nvPr>
          </p:nvGraphicFramePr>
          <p:xfrm>
            <a:off x="645519" y="3619531"/>
            <a:ext cx="4414161" cy="2628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8" imgW="2836080" imgH="1689480" progId="Visio.Drawing.6">
                    <p:embed/>
                  </p:oleObj>
                </mc:Choice>
                <mc:Fallback>
                  <p:oleObj name="VISIO" r:id="rId8" imgW="2836080" imgH="1689480" progId="Visio.Drawing.6">
                    <p:embed/>
                    <p:pic>
                      <p:nvPicPr>
                        <p:cNvPr id="26" name="Object 5">
                          <a:extLst>
                            <a:ext uri="{FF2B5EF4-FFF2-40B4-BE49-F238E27FC236}">
                              <a16:creationId xmlns:a16="http://schemas.microsoft.com/office/drawing/2014/main" id="{87DD2124-0817-428E-AA82-34D6449158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519" y="3619531"/>
                          <a:ext cx="4414161" cy="26281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85F955F-8712-6613-82B8-2F28814FB3E7}"/>
                </a:ext>
              </a:extLst>
            </p:cNvPr>
            <p:cNvSpPr txBox="1"/>
            <p:nvPr/>
          </p:nvSpPr>
          <p:spPr>
            <a:xfrm>
              <a:off x="1136125" y="6359411"/>
              <a:ext cx="23893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相等比较器</a:t>
              </a:r>
              <a:endParaRPr lang="en-US" altLang="zh-CN" sz="2000" b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C07D185-9B25-6BC9-B52E-9E90FB639D73}"/>
                </a:ext>
              </a:extLst>
            </p:cNvPr>
            <p:cNvSpPr txBox="1"/>
            <p:nvPr/>
          </p:nvSpPr>
          <p:spPr>
            <a:xfrm>
              <a:off x="436880" y="3783936"/>
              <a:ext cx="1584960" cy="4001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符号</a:t>
              </a:r>
              <a:endParaRPr lang="en-US" altLang="zh-CN" sz="2000" b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D4BF532-8E9C-8301-6C58-F0D425BFA17D}"/>
                </a:ext>
              </a:extLst>
            </p:cNvPr>
            <p:cNvSpPr txBox="1"/>
            <p:nvPr/>
          </p:nvSpPr>
          <p:spPr>
            <a:xfrm>
              <a:off x="2733040" y="3783936"/>
              <a:ext cx="1584960" cy="4001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endParaRPr lang="en-US" altLang="zh-CN" sz="2000" b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242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9BD6-A96F-16AE-E2BB-31F6EF6F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1BAEF5D-2739-5EF6-AA8E-13EC466EDC3B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E03BA84-692F-D818-6591-454C3CCF413F}"/>
              </a:ext>
            </a:extLst>
          </p:cNvPr>
          <p:cNvGrpSpPr/>
          <p:nvPr/>
        </p:nvGrpSpPr>
        <p:grpSpPr>
          <a:xfrm>
            <a:off x="4756382" y="36482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D8995E11-4D08-39F9-9D3F-D0905456E6BB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DAFB7192-6930-B0A1-EEC7-7E4F84324C4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039BA9EF-F694-EA48-CF38-F4FE59F7227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A03E87D-F3A7-A665-9B0F-8196650AA448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58EEE1D7-46F0-2C4F-C79C-620179F3F0D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AEC94211-3399-340C-8445-F9F0BFB3FE7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8AD55D5-B289-ED10-0C0D-FFF66476A3DB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ACE3289E-B9E0-B785-5A23-7F5B3D79C4E5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F476593B-586C-8E2F-6956-B96A246B27A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CAA665EF-48BA-4C52-17DF-936E17D5D49B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2144C2DC-4CE8-AE88-18B4-C51B1F85402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796E994F-0EC9-33C5-F271-40ED80CC4A2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B4EE25B0-E813-0B88-D683-F83DD6A14630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C2ED5A94-A1DA-5F31-7DD7-D13EA2E0918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加法器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MH_SubTitle_1">
            <a:extLst>
              <a:ext uri="{FF2B5EF4-FFF2-40B4-BE49-F238E27FC236}">
                <a16:creationId xmlns:a16="http://schemas.microsoft.com/office/drawing/2014/main" id="{E048FA19-F88B-024F-B65E-6AF9A24710A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491943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比较器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SubTitle_1">
            <a:extLst>
              <a:ext uri="{FF2B5EF4-FFF2-40B4-BE49-F238E27FC236}">
                <a16:creationId xmlns:a16="http://schemas.microsoft.com/office/drawing/2014/main" id="{B73D3433-FAA9-55AA-1C95-B13C7882033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85712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移位器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9963D581-65E9-1F41-90FC-7EB21E0CB74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430484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乘法器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417E812C-8F5A-66BA-4280-8FAAE57B3E4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430483" y="5491943"/>
            <a:ext cx="328346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算术逻辑单元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73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93E0-0794-F12F-D551-311CF76F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2C494D45-43D9-6F84-6080-59CA74F8435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移位器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3A48B7-8B66-8DCB-5D93-5D3D296F646C}"/>
              </a:ext>
            </a:extLst>
          </p:cNvPr>
          <p:cNvSpPr txBox="1"/>
          <p:nvPr/>
        </p:nvSpPr>
        <p:spPr>
          <a:xfrm>
            <a:off x="338588" y="942610"/>
            <a:ext cx="11528292" cy="5551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逻辑移位器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：将数据向左（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LSL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）或向右（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LSR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）移动指定位数，空出的位置补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算术移位器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：算术左移（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LSL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相同，算术右移（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ASR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）时使用原数据的最高位填充空位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endParaRPr lang="zh-CN" altLang="en-US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循环移位器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：循环移动数据，从一端移走位重新填充到另一端的空位上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A136EF-FF28-7FB8-CF21-E92DB9E8E63E}"/>
              </a:ext>
            </a:extLst>
          </p:cNvPr>
          <p:cNvSpPr txBox="1"/>
          <p:nvPr/>
        </p:nvSpPr>
        <p:spPr>
          <a:xfrm>
            <a:off x="513439" y="1662696"/>
            <a:ext cx="3621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00100 &gt;&gt; 2 = 00001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016480-B760-F779-566D-269476930D73}"/>
              </a:ext>
            </a:extLst>
          </p:cNvPr>
          <p:cNvSpPr txBox="1"/>
          <p:nvPr/>
        </p:nvSpPr>
        <p:spPr>
          <a:xfrm>
            <a:off x="513439" y="2180856"/>
            <a:ext cx="3621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00100 &lt;&lt; 2 = 10000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5883B0-B0AE-B8E6-C85C-6400A9B9602D}"/>
              </a:ext>
            </a:extLst>
          </p:cNvPr>
          <p:cNvSpPr txBox="1"/>
          <p:nvPr/>
        </p:nvSpPr>
        <p:spPr>
          <a:xfrm>
            <a:off x="513439" y="4001255"/>
            <a:ext cx="3621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10100 &gt;&gt; 2 = 11101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C9D923-5E48-9D7B-7E82-DD5651B44D38}"/>
              </a:ext>
            </a:extLst>
          </p:cNvPr>
          <p:cNvSpPr txBox="1"/>
          <p:nvPr/>
        </p:nvSpPr>
        <p:spPr>
          <a:xfrm>
            <a:off x="513439" y="4519415"/>
            <a:ext cx="3621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10100 &lt;&lt; 2 = 10000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09766E-3F36-47CF-A738-57A3DD3BB98F}"/>
              </a:ext>
            </a:extLst>
          </p:cNvPr>
          <p:cNvSpPr txBox="1"/>
          <p:nvPr/>
        </p:nvSpPr>
        <p:spPr>
          <a:xfrm>
            <a:off x="513439" y="5796317"/>
            <a:ext cx="5115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10100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 = 00101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A6F9EC-FDD0-6718-D4F9-5A79E2E8346A}"/>
              </a:ext>
            </a:extLst>
          </p:cNvPr>
          <p:cNvSpPr txBox="1"/>
          <p:nvPr/>
        </p:nvSpPr>
        <p:spPr>
          <a:xfrm>
            <a:off x="564239" y="6314477"/>
            <a:ext cx="5044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10100 ROL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&lt;&lt;&lt;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 = 10010</a:t>
            </a:r>
            <a:endParaRPr lang="en-US" altLang="zh-CN" sz="2400" baseline="-2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5CBA12-78BD-E3B2-727E-0BA148CA9698}"/>
              </a:ext>
            </a:extLst>
          </p:cNvPr>
          <p:cNvSpPr txBox="1"/>
          <p:nvPr/>
        </p:nvSpPr>
        <p:spPr>
          <a:xfrm>
            <a:off x="3917039" y="4519415"/>
            <a:ext cx="6009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超出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位有符号数的表数范围，结果溢出</a:t>
            </a:r>
            <a:endParaRPr lang="en-US" altLang="zh-CN" sz="2400" baseline="-250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237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0" grpId="0"/>
      <p:bldP spid="21" grpId="0"/>
      <p:bldP spid="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49213-1FA1-D8C7-8866-8EFED8E79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85A2C4AB-8E45-E7E8-33A0-63C07643973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移位器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1BB20A-FCD1-D5BF-C740-EA443E9858E9}"/>
              </a:ext>
            </a:extLst>
          </p:cNvPr>
          <p:cNvSpPr txBox="1"/>
          <p:nvPr/>
        </p:nvSpPr>
        <p:spPr>
          <a:xfrm>
            <a:off x="338588" y="1272225"/>
            <a:ext cx="5757412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位移位器可以用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4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N:1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复用器构成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CAB7F0B0-3E07-E432-76E6-24AB8F85B52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2533988"/>
              </p:ext>
            </p:extLst>
          </p:nvPr>
        </p:nvGraphicFramePr>
        <p:xfrm>
          <a:off x="512763" y="2470150"/>
          <a:ext cx="4006074" cy="1889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046880" imgH="515160" progId="Visio.Drawing.11">
                  <p:embed/>
                </p:oleObj>
              </mc:Choice>
              <mc:Fallback>
                <p:oleObj name="Visio" r:id="rId6" imgW="1046880" imgH="515160" progId="Visio.Drawing.11">
                  <p:embed/>
                  <p:pic>
                    <p:nvPicPr>
                      <p:cNvPr id="39" name="Object 4">
                        <a:extLst>
                          <a:ext uri="{FF2B5EF4-FFF2-40B4-BE49-F238E27FC236}">
                            <a16:creationId xmlns:a16="http://schemas.microsoft.com/office/drawing/2014/main" id="{A2F7A12E-2B0B-4665-A46F-3C2CD5D964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2470150"/>
                        <a:ext cx="4006074" cy="1889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4EB53E8D-D4BE-26BE-6560-A15792E50DCA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50215508"/>
              </p:ext>
            </p:extLst>
          </p:nvPr>
        </p:nvGraphicFramePr>
        <p:xfrm>
          <a:off x="6544211" y="1562753"/>
          <a:ext cx="3613150" cy="517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354320" imgH="2536560" progId="Visio.Drawing.11">
                  <p:embed/>
                </p:oleObj>
              </mc:Choice>
              <mc:Fallback>
                <p:oleObj name="Visio" r:id="rId8" imgW="1354320" imgH="2536560" progId="Visio.Drawing.11">
                  <p:embed/>
                  <p:pic>
                    <p:nvPicPr>
                      <p:cNvPr id="44" name="Object 5">
                        <a:extLst>
                          <a:ext uri="{FF2B5EF4-FFF2-40B4-BE49-F238E27FC236}">
                            <a16:creationId xmlns:a16="http://schemas.microsoft.com/office/drawing/2014/main" id="{6624E10A-A513-45ED-BE51-AAA953F87E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4211" y="1562753"/>
                        <a:ext cx="3613150" cy="5176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下箭头 7">
            <a:extLst>
              <a:ext uri="{FF2B5EF4-FFF2-40B4-BE49-F238E27FC236}">
                <a16:creationId xmlns:a16="http://schemas.microsoft.com/office/drawing/2014/main" id="{2F4196CB-5D16-8183-C62B-0567B0E4B911}"/>
              </a:ext>
            </a:extLst>
          </p:cNvPr>
          <p:cNvSpPr/>
          <p:nvPr/>
        </p:nvSpPr>
        <p:spPr>
          <a:xfrm rot="16200000">
            <a:off x="5346855" y="3261159"/>
            <a:ext cx="402714" cy="1162327"/>
          </a:xfrm>
          <a:prstGeom prst="downArrow">
            <a:avLst/>
          </a:prstGeom>
          <a:solidFill>
            <a:srgbClr val="034A9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61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1F7F-8212-FF83-7C9E-CBFDC755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17A08FC-6B64-F5D7-AA36-0E9ED3D5DA16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5F4780C-0CBF-4F64-FB8F-B3BFA6E9D474}"/>
              </a:ext>
            </a:extLst>
          </p:cNvPr>
          <p:cNvGrpSpPr/>
          <p:nvPr/>
        </p:nvGrpSpPr>
        <p:grpSpPr>
          <a:xfrm>
            <a:off x="4756382" y="36482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38C02D3-70AD-F999-3625-BD8D271F9A53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61637C71-E91F-C71D-A39B-13F0D4F76ED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F6EF4412-D7C5-4451-5B2C-567665BE97A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3D8CBE0-A755-DC5D-0D0D-073CAADFC5DC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861F00DA-0446-A7A6-DBBB-1C507230E1FB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46F176B8-5AA7-A17B-7261-429DE5AC2DB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98366C2-F204-39DE-DE68-42E69D024A17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CD884775-105D-E3B1-2FB5-F0E00B08A44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BD8D79EB-FC8D-C29B-590B-52C3FC17EF3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7B5764C-0909-2A6D-6B96-E0379730F212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10D405AC-B6FC-E2A5-A9FC-7ED381060D82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163F455B-DF80-A37E-2C17-454BEC7E210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7EA7C4DB-CE91-7658-9FCB-51576FB0F07E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08D40A71-2C50-3C4C-87C5-D5FD51E3521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加法器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MH_SubTitle_1">
            <a:extLst>
              <a:ext uri="{FF2B5EF4-FFF2-40B4-BE49-F238E27FC236}">
                <a16:creationId xmlns:a16="http://schemas.microsoft.com/office/drawing/2014/main" id="{7B4657C2-AE3C-E36E-59AB-08EAEE7D5F6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491943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比较器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SubTitle_1">
            <a:extLst>
              <a:ext uri="{FF2B5EF4-FFF2-40B4-BE49-F238E27FC236}">
                <a16:creationId xmlns:a16="http://schemas.microsoft.com/office/drawing/2014/main" id="{D5D14E90-5431-7345-25AB-CAE8EAB4B0D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85712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移位器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09963B41-FD74-14A6-D211-B5CD53BF11C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430484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乘法器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86630F00-425B-B0AE-F544-B4AAD298698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430483" y="5491943"/>
            <a:ext cx="328346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算术逻辑单元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89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D99C-5558-1AA7-0D89-80F589966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60EAB0A8-9230-7EC3-F640-97365370F71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乘法器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9B8E8C-0CB8-FE19-267F-13CE16C5D3D0}"/>
              </a:ext>
            </a:extLst>
          </p:cNvPr>
          <p:cNvSpPr txBox="1"/>
          <p:nvPr/>
        </p:nvSpPr>
        <p:spPr>
          <a:xfrm>
            <a:off x="338588" y="1272225"/>
            <a:ext cx="11528292" cy="492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无符号二进制数的乘法和十进制的乘法很相似，可通过移位和加法实现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位二进制数相乘，产生一个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位结果，其部分积要么是被乘数，要么全部是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位二进制数乘法相当于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运算，所以可以使用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门电路产生部分积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A88F549-479C-A3BB-4C77-6722EE570F01}"/>
              </a:ext>
            </a:extLst>
          </p:cNvPr>
          <p:cNvGrpSpPr/>
          <p:nvPr/>
        </p:nvGrpSpPr>
        <p:grpSpPr>
          <a:xfrm>
            <a:off x="1244600" y="2480065"/>
            <a:ext cx="1285240" cy="1800554"/>
            <a:chOff x="1244600" y="2387600"/>
            <a:chExt cx="1285240" cy="1800554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ABAEB1A-EA27-1F50-C511-38E9DEFF7CAD}"/>
                </a:ext>
              </a:extLst>
            </p:cNvPr>
            <p:cNvSpPr txBox="1"/>
            <p:nvPr/>
          </p:nvSpPr>
          <p:spPr>
            <a:xfrm>
              <a:off x="1391920" y="2387600"/>
              <a:ext cx="11379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230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28B3DAF-F061-3701-769D-AF174F9C9CBC}"/>
                </a:ext>
              </a:extLst>
            </p:cNvPr>
            <p:cNvSpPr txBox="1"/>
            <p:nvPr/>
          </p:nvSpPr>
          <p:spPr>
            <a:xfrm>
              <a:off x="1564640" y="2712720"/>
              <a:ext cx="965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9DDE1D2-396E-AF36-06CB-3358A453DA71}"/>
                </a:ext>
              </a:extLst>
            </p:cNvPr>
            <p:cNvCxnSpPr>
              <a:cxnSpLocks/>
            </p:cNvCxnSpPr>
            <p:nvPr/>
          </p:nvCxnSpPr>
          <p:spPr>
            <a:xfrm>
              <a:off x="1300480" y="3112830"/>
              <a:ext cx="9652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E55617C-EE13-B5B5-CE48-F4BEEAE81D70}"/>
                </a:ext>
              </a:extLst>
            </p:cNvPr>
            <p:cNvSpPr txBox="1"/>
            <p:nvPr/>
          </p:nvSpPr>
          <p:spPr>
            <a:xfrm>
              <a:off x="1391920" y="3108960"/>
              <a:ext cx="11379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460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098DEB6-857A-AC98-2972-3FEF91092816}"/>
                </a:ext>
              </a:extLst>
            </p:cNvPr>
            <p:cNvSpPr txBox="1"/>
            <p:nvPr/>
          </p:nvSpPr>
          <p:spPr>
            <a:xfrm>
              <a:off x="1244600" y="3442604"/>
              <a:ext cx="11379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920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0A49C3D-D918-E745-8E5D-0F691ADC04F8}"/>
                </a:ext>
              </a:extLst>
            </p:cNvPr>
            <p:cNvCxnSpPr>
              <a:cxnSpLocks/>
            </p:cNvCxnSpPr>
            <p:nvPr/>
          </p:nvCxnSpPr>
          <p:spPr>
            <a:xfrm>
              <a:off x="1300480" y="3813870"/>
              <a:ext cx="9652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EE45E4B-4F57-170C-9D4A-E0D6897CBB6B}"/>
                </a:ext>
              </a:extLst>
            </p:cNvPr>
            <p:cNvSpPr txBox="1"/>
            <p:nvPr/>
          </p:nvSpPr>
          <p:spPr>
            <a:xfrm>
              <a:off x="1305560" y="3788044"/>
              <a:ext cx="11379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9660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B74DA0D-11EE-E1CE-56F0-B231DD5FF016}"/>
                </a:ext>
              </a:extLst>
            </p:cNvPr>
            <p:cNvSpPr txBox="1"/>
            <p:nvPr/>
          </p:nvSpPr>
          <p:spPr>
            <a:xfrm>
              <a:off x="1244600" y="2740354"/>
              <a:ext cx="3962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29E5F4D-81D0-9F19-543B-22CA7F045B18}"/>
                </a:ext>
              </a:extLst>
            </p:cNvPr>
            <p:cNvSpPr txBox="1"/>
            <p:nvPr/>
          </p:nvSpPr>
          <p:spPr>
            <a:xfrm>
              <a:off x="1244600" y="3441394"/>
              <a:ext cx="3962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A24DE641-6338-CE8B-CA3C-885D0AE3A816}"/>
              </a:ext>
            </a:extLst>
          </p:cNvPr>
          <p:cNvSpPr txBox="1"/>
          <p:nvPr/>
        </p:nvSpPr>
        <p:spPr>
          <a:xfrm>
            <a:off x="5130798" y="2480065"/>
            <a:ext cx="965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ED6BAB6-135B-6BDE-6BB0-7E970A662F86}"/>
              </a:ext>
            </a:extLst>
          </p:cNvPr>
          <p:cNvSpPr txBox="1"/>
          <p:nvPr/>
        </p:nvSpPr>
        <p:spPr>
          <a:xfrm>
            <a:off x="5130800" y="2805185"/>
            <a:ext cx="96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0111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D5B78A0-6760-FF28-5D61-72EA90038E4D}"/>
              </a:ext>
            </a:extLst>
          </p:cNvPr>
          <p:cNvCxnSpPr>
            <a:cxnSpLocks/>
          </p:cNvCxnSpPr>
          <p:nvPr/>
        </p:nvCxnSpPr>
        <p:spPr>
          <a:xfrm>
            <a:off x="4366517" y="3205295"/>
            <a:ext cx="16431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469F0B4-E8D4-6156-788D-035BE5D5D678}"/>
              </a:ext>
            </a:extLst>
          </p:cNvPr>
          <p:cNvSpPr txBox="1"/>
          <p:nvPr/>
        </p:nvSpPr>
        <p:spPr>
          <a:xfrm>
            <a:off x="5044438" y="3209948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0035B2D-7200-5AD4-8606-DD2227E44FEE}"/>
              </a:ext>
            </a:extLst>
          </p:cNvPr>
          <p:cNvSpPr txBox="1"/>
          <p:nvPr/>
        </p:nvSpPr>
        <p:spPr>
          <a:xfrm>
            <a:off x="4897118" y="3519404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8E04AFB-14FC-CB8E-6433-5E2C64D306D2}"/>
              </a:ext>
            </a:extLst>
          </p:cNvPr>
          <p:cNvCxnSpPr>
            <a:cxnSpLocks/>
          </p:cNvCxnSpPr>
          <p:nvPr/>
        </p:nvCxnSpPr>
        <p:spPr>
          <a:xfrm>
            <a:off x="4366517" y="4543330"/>
            <a:ext cx="164312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AE5927A-30B3-C0B7-B04B-6CA7D99CCAC1}"/>
              </a:ext>
            </a:extLst>
          </p:cNvPr>
          <p:cNvSpPr txBox="1"/>
          <p:nvPr/>
        </p:nvSpPr>
        <p:spPr>
          <a:xfrm>
            <a:off x="4727883" y="4548326"/>
            <a:ext cx="132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0100011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DF63F2B-1408-0E58-A12B-21B48DDB42CE}"/>
              </a:ext>
            </a:extLst>
          </p:cNvPr>
          <p:cNvSpPr txBox="1"/>
          <p:nvPr/>
        </p:nvSpPr>
        <p:spPr>
          <a:xfrm>
            <a:off x="4810760" y="2832819"/>
            <a:ext cx="396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01C06AD-B5E4-A872-F8F0-7CDBB8848FE8}"/>
              </a:ext>
            </a:extLst>
          </p:cNvPr>
          <p:cNvSpPr txBox="1"/>
          <p:nvPr/>
        </p:nvSpPr>
        <p:spPr>
          <a:xfrm>
            <a:off x="4394320" y="4124958"/>
            <a:ext cx="396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FE2BFB0-83D3-3460-1890-E6D83E8F7F52}"/>
              </a:ext>
            </a:extLst>
          </p:cNvPr>
          <p:cNvSpPr txBox="1"/>
          <p:nvPr/>
        </p:nvSpPr>
        <p:spPr>
          <a:xfrm>
            <a:off x="4744779" y="3828860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8059606-E985-5370-F1A1-FAC4880F203A}"/>
              </a:ext>
            </a:extLst>
          </p:cNvPr>
          <p:cNvSpPr txBox="1"/>
          <p:nvPr/>
        </p:nvSpPr>
        <p:spPr>
          <a:xfrm>
            <a:off x="4597459" y="4138316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C3F79EB-76ED-785D-338C-4A24254ACD2D}"/>
              </a:ext>
            </a:extLst>
          </p:cNvPr>
          <p:cNvSpPr txBox="1"/>
          <p:nvPr/>
        </p:nvSpPr>
        <p:spPr>
          <a:xfrm>
            <a:off x="1214120" y="1999628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</a:t>
            </a:r>
            <a:endParaRPr lang="zh-CN" altLang="en-US" b="1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786A8C5-512B-BABC-D58D-AD05C4156A51}"/>
              </a:ext>
            </a:extLst>
          </p:cNvPr>
          <p:cNvSpPr txBox="1"/>
          <p:nvPr/>
        </p:nvSpPr>
        <p:spPr>
          <a:xfrm>
            <a:off x="4822432" y="1999628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7EEAD60-6AE3-1BF1-E987-CF7C9CD8FDE0}"/>
              </a:ext>
            </a:extLst>
          </p:cNvPr>
          <p:cNvSpPr txBox="1"/>
          <p:nvPr/>
        </p:nvSpPr>
        <p:spPr>
          <a:xfrm>
            <a:off x="2870376" y="2418421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乘数</a:t>
            </a:r>
            <a:endParaRPr lang="zh-CN" altLang="en-US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55F64FB-FE9B-AF9B-4A40-7AE32D07BB22}"/>
              </a:ext>
            </a:extLst>
          </p:cNvPr>
          <p:cNvSpPr txBox="1"/>
          <p:nvPr/>
        </p:nvSpPr>
        <p:spPr>
          <a:xfrm>
            <a:off x="2886384" y="2836230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被乘数</a:t>
            </a:r>
            <a:endParaRPr lang="zh-CN" altLang="en-US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9703334-9B2F-897D-0C4C-9F14526394AA}"/>
              </a:ext>
            </a:extLst>
          </p:cNvPr>
          <p:cNvSpPr txBox="1"/>
          <p:nvPr/>
        </p:nvSpPr>
        <p:spPr>
          <a:xfrm>
            <a:off x="2870376" y="3332468"/>
            <a:ext cx="113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部分积</a:t>
            </a:r>
            <a:endParaRPr lang="zh-CN" altLang="en-US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7D40114-23E8-8D9E-F272-ECE308823279}"/>
              </a:ext>
            </a:extLst>
          </p:cNvPr>
          <p:cNvCxnSpPr>
            <a:cxnSpLocks/>
          </p:cNvCxnSpPr>
          <p:nvPr/>
        </p:nvCxnSpPr>
        <p:spPr>
          <a:xfrm>
            <a:off x="3938952" y="2618476"/>
            <a:ext cx="5760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352CA9CA-18A0-63D6-15BD-C18BDD7861E8}"/>
              </a:ext>
            </a:extLst>
          </p:cNvPr>
          <p:cNvCxnSpPr>
            <a:cxnSpLocks/>
          </p:cNvCxnSpPr>
          <p:nvPr/>
        </p:nvCxnSpPr>
        <p:spPr>
          <a:xfrm>
            <a:off x="3938952" y="3032874"/>
            <a:ext cx="5760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447BF068-B323-32D0-F165-38FC566076DC}"/>
              </a:ext>
            </a:extLst>
          </p:cNvPr>
          <p:cNvCxnSpPr>
            <a:cxnSpLocks/>
          </p:cNvCxnSpPr>
          <p:nvPr/>
        </p:nvCxnSpPr>
        <p:spPr>
          <a:xfrm>
            <a:off x="3938952" y="3532523"/>
            <a:ext cx="5760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DB86EFAC-B063-98FA-CC84-3763B00980D1}"/>
              </a:ext>
            </a:extLst>
          </p:cNvPr>
          <p:cNvCxnSpPr>
            <a:cxnSpLocks/>
          </p:cNvCxnSpPr>
          <p:nvPr/>
        </p:nvCxnSpPr>
        <p:spPr>
          <a:xfrm>
            <a:off x="2385848" y="2616766"/>
            <a:ext cx="576000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4E674809-1C6B-739D-EB7B-FEE7D92AB279}"/>
              </a:ext>
            </a:extLst>
          </p:cNvPr>
          <p:cNvCxnSpPr>
            <a:cxnSpLocks/>
          </p:cNvCxnSpPr>
          <p:nvPr/>
        </p:nvCxnSpPr>
        <p:spPr>
          <a:xfrm>
            <a:off x="2385848" y="3031164"/>
            <a:ext cx="576000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4458927E-B634-255A-87E9-4B0B361B876E}"/>
              </a:ext>
            </a:extLst>
          </p:cNvPr>
          <p:cNvCxnSpPr>
            <a:cxnSpLocks/>
          </p:cNvCxnSpPr>
          <p:nvPr/>
        </p:nvCxnSpPr>
        <p:spPr>
          <a:xfrm>
            <a:off x="2385848" y="3530813"/>
            <a:ext cx="576000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58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222B3-32E6-13B3-FBE7-9A51710A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90F9577-9071-AE5A-2CCB-CA2E905B1B1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乘法器（</a:t>
            </a:r>
            <a:r>
              <a:rPr lang="en-US" altLang="zh-CN" sz="3600" b="1" dirty="0">
                <a:solidFill>
                  <a:srgbClr val="FFFFFF"/>
                </a:solidFill>
                <a:latin typeface="微软雅黑"/>
                <a:ea typeface="微软雅黑"/>
              </a:rPr>
              <a:t>cont.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  <a:endParaRPr lang="zh-CN" altLang="en-US" sz="3600" b="1" i="0" u="none" strike="noStrike" kern="1200" spc="0" baseline="0" dirty="0">
              <a:ln>
                <a:noFill/>
              </a:ln>
              <a:solidFill>
                <a:srgbClr val="FFFFFF"/>
              </a:solidFill>
              <a:effectLst/>
              <a:latin typeface="微软雅黑"/>
              <a:ea typeface="微软雅黑"/>
            </a:endParaRP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2B36665D-C734-A1F5-E8E8-EC0A3266F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81" y="1524000"/>
            <a:ext cx="1075826" cy="220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id="{C546FA27-450E-4BD6-9F8C-4E2A014A1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43" y="1366465"/>
            <a:ext cx="11379244" cy="4299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882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1CEE-63DB-BF2B-E15D-90E38AD56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C8139BC-5D9F-F9EA-5250-686D7E946A30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2AF4CE9-80EC-0214-5BA9-5E6931BB8E7B}"/>
              </a:ext>
            </a:extLst>
          </p:cNvPr>
          <p:cNvGrpSpPr/>
          <p:nvPr/>
        </p:nvGrpSpPr>
        <p:grpSpPr>
          <a:xfrm>
            <a:off x="4756382" y="364823"/>
            <a:ext cx="6216679" cy="4365976"/>
            <a:chOff x="4679263" y="1182853"/>
            <a:chExt cx="6216679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8BA9BA23-0C40-9888-BEDF-36BCAB967225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88C80E1C-6F4F-A373-BC12-51CD287B090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B3D546D9-4DD3-F2F2-DEE7-DFB38A81A45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编码器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E574A33-42B4-2CBE-E646-8602301C7403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B5664921-B833-5995-8691-A24240877EEB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2971A016-85AB-248E-BB6B-F7A3181FA5C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译码器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E29CB91-72DE-1AFC-7578-B4EB5CBDF5F7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D3332348-8A82-A047-2CCF-C1822630ED3C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3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52B29F9F-D4B1-DCE2-A9B1-3AFF8A4E422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多路选择器（复用器）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3987EBE-8951-7280-BD69-47CEE24782CF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2E50C074-C732-784C-8EE9-ABE7EF7A591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4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31432040-CBCA-9F00-0B5B-CD7946E50D3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算术电路</a:t>
                </a:r>
                <a:endParaRPr lang="en-US" altLang="zh-CN" sz="3600" b="1" kern="0" noProof="1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FD35463-01EE-99FF-BDFD-4E0DDF7E0A2C}"/>
              </a:ext>
            </a:extLst>
          </p:cNvPr>
          <p:cNvSpPr/>
          <p:nvPr/>
        </p:nvSpPr>
        <p:spPr>
          <a:xfrm>
            <a:off x="1032931" y="945684"/>
            <a:ext cx="1902774" cy="4970591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块</a:t>
            </a:r>
          </a:p>
        </p:txBody>
      </p:sp>
      <p:sp>
        <p:nvSpPr>
          <p:cNvPr id="2" name="MH_SubTitle_1">
            <a:extLst>
              <a:ext uri="{FF2B5EF4-FFF2-40B4-BE49-F238E27FC236}">
                <a16:creationId xmlns:a16="http://schemas.microsoft.com/office/drawing/2014/main" id="{FE64EBCD-F17A-C327-AC76-4530F9830655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87907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加法器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MH_SubTitle_1">
            <a:extLst>
              <a:ext uri="{FF2B5EF4-FFF2-40B4-BE49-F238E27FC236}">
                <a16:creationId xmlns:a16="http://schemas.microsoft.com/office/drawing/2014/main" id="{C58CA9AC-CA73-60D0-EA7F-A4583B6C5FB4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887907" y="5491943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比较器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SubTitle_1">
            <a:extLst>
              <a:ext uri="{FF2B5EF4-FFF2-40B4-BE49-F238E27FC236}">
                <a16:creationId xmlns:a16="http://schemas.microsoft.com/office/drawing/2014/main" id="{4786284D-D66F-02AB-81E5-6051D678209C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887907" y="6185712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移位器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SubTitle_1">
            <a:extLst>
              <a:ext uri="{FF2B5EF4-FFF2-40B4-BE49-F238E27FC236}">
                <a16:creationId xmlns:a16="http://schemas.microsoft.com/office/drawing/2014/main" id="{FCD923F1-4363-4376-526A-8E40F33A18C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430484" y="4798174"/>
            <a:ext cx="19085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乘法器</a:t>
            </a:r>
            <a:endParaRPr lang="en-US" altLang="zh-CN" sz="3200" b="1" kern="0" noProof="1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SubTitle_1">
            <a:extLst>
              <a:ext uri="{FF2B5EF4-FFF2-40B4-BE49-F238E27FC236}">
                <a16:creationId xmlns:a16="http://schemas.microsoft.com/office/drawing/2014/main" id="{A5528CB6-422D-FCC0-7710-84DED0D17238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430483" y="5491943"/>
            <a:ext cx="328346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3200" b="1" kern="0" noProof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算术逻辑单元</a:t>
            </a:r>
            <a:endParaRPr lang="en-US" altLang="zh-CN" sz="3200" b="1" kern="0" noProof="1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40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2B25-C28D-268A-C3F2-048BD177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D2161E3F-DD34-3F9B-0981-3425B7144F7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算术逻辑单元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0DF4C8-9ECB-5563-D240-9CF4CE82587B}"/>
              </a:ext>
            </a:extLst>
          </p:cNvPr>
          <p:cNvSpPr txBox="1"/>
          <p:nvPr/>
        </p:nvSpPr>
        <p:spPr>
          <a:xfrm>
            <a:off x="338588" y="1272225"/>
            <a:ext cx="11528292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算术逻辑单元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Arithmetic and Logical Unit, ALU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将多种算术和逻辑运算组合到一个单元模块中。典型的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可以执行加法、减法、量值比较、逻辑运算等。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是大多数计算机的核心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6DE25062-F14B-7378-F1E8-D95EBD6BA1E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6366369"/>
              </p:ext>
            </p:extLst>
          </p:nvPr>
        </p:nvGraphicFramePr>
        <p:xfrm>
          <a:off x="513438" y="3235629"/>
          <a:ext cx="2311955" cy="2439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640440" imgH="707040" progId="Visio.Drawing.6">
                  <p:embed/>
                </p:oleObj>
              </mc:Choice>
              <mc:Fallback>
                <p:oleObj name="VISIO" r:id="rId6" imgW="640440" imgH="707040" progId="Visio.Drawing.6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A654E8F8-6268-4E3A-AB54-4118BCA54F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438" y="3235629"/>
                        <a:ext cx="2311955" cy="2439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AF01343-CDD9-141E-D335-0157F5FF4C75}"/>
              </a:ext>
            </a:extLst>
          </p:cNvPr>
          <p:cNvSpPr/>
          <p:nvPr/>
        </p:nvSpPr>
        <p:spPr>
          <a:xfrm>
            <a:off x="338588" y="5766252"/>
            <a:ext cx="3154436" cy="649079"/>
          </a:xfrm>
          <a:prstGeom prst="rect">
            <a:avLst/>
          </a:prstGeom>
          <a:noFill/>
          <a:ln w="3175" cap="flat" cmpd="sng" algn="ctr">
            <a:noFill/>
            <a:prstDash val="dash"/>
          </a:ln>
          <a:effectLst/>
        </p:spPr>
        <p:txBody>
          <a:bodyPr rtlCol="0" anchor="t" anchorCtr="0"/>
          <a:lstStyle/>
          <a:p>
            <a:pPr algn="just" fontAlgn="base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SLT</a:t>
            </a:r>
            <a:r>
              <a:rPr lang="zh-CN" altLang="en-US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（小于则置位）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操作，当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A&lt;B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时，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Y = 1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；否则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Y = 0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2250B0E-6025-6C1D-E650-DDD9EB338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295656"/>
              </p:ext>
            </p:extLst>
          </p:nvPr>
        </p:nvGraphicFramePr>
        <p:xfrm>
          <a:off x="3708322" y="3123491"/>
          <a:ext cx="3504136" cy="3566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2068">
                  <a:extLst>
                    <a:ext uri="{9D8B030D-6E8A-4147-A177-3AD203B41FA5}">
                      <a16:colId xmlns:a16="http://schemas.microsoft.com/office/drawing/2014/main" val="1505586053"/>
                    </a:ext>
                  </a:extLst>
                </a:gridCol>
                <a:gridCol w="1752068">
                  <a:extLst>
                    <a:ext uri="{9D8B030D-6E8A-4147-A177-3AD203B41FA5}">
                      <a16:colId xmlns:a16="http://schemas.microsoft.com/office/drawing/2014/main" val="3545032238"/>
                    </a:ext>
                  </a:extLst>
                </a:gridCol>
              </a:tblGrid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000" kern="1200" baseline="-250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2:0</a:t>
                      </a:r>
                      <a:endParaRPr lang="zh-CN" altLang="en-US" sz="2000" kern="1200" baseline="-250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A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701232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&amp; 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364293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| 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818865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+ 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954979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used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70292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&amp; ~B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86997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| ~B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640071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– 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401364"/>
                  </a:ext>
                </a:extLst>
              </a:tr>
              <a:tr h="3228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SLT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890089"/>
                  </a:ext>
                </a:extLst>
              </a:tr>
            </a:tbl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854D021D-AE54-5C0F-0DCB-0567E1EFA308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238083807"/>
              </p:ext>
            </p:extLst>
          </p:nvPr>
        </p:nvGraphicFramePr>
        <p:xfrm>
          <a:off x="7912451" y="2429254"/>
          <a:ext cx="4062078" cy="4260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663640" imgH="2794320" progId="Visio.Drawing.6">
                  <p:embed/>
                </p:oleObj>
              </mc:Choice>
              <mc:Fallback>
                <p:oleObj name="VISIO" r:id="rId8" imgW="2663640" imgH="2794320" progId="Visio.Drawing.6">
                  <p:embed/>
                  <p:pic>
                    <p:nvPicPr>
                      <p:cNvPr id="21" name="Object 4">
                        <a:extLst>
                          <a:ext uri="{FF2B5EF4-FFF2-40B4-BE49-F238E27FC236}">
                            <a16:creationId xmlns:a16="http://schemas.microsoft.com/office/drawing/2014/main" id="{57D38ED1-C6A6-44E2-B4F6-29A574CE8A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451" y="2429254"/>
                        <a:ext cx="4062078" cy="42603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9333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34658-8F2D-FE40-56FD-D2E766AD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5344F29-BBAC-E257-63E9-90498790D1A6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942BAE7-F698-D325-8A12-5AFEBD96D36E}"/>
              </a:ext>
            </a:extLst>
          </p:cNvPr>
          <p:cNvGrpSpPr/>
          <p:nvPr/>
        </p:nvGrpSpPr>
        <p:grpSpPr>
          <a:xfrm>
            <a:off x="147215" y="2411404"/>
            <a:ext cx="3693334" cy="2042945"/>
            <a:chOff x="117" y="2141"/>
            <a:chExt cx="4129" cy="2413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D25C0F3-CA59-1812-5839-D2437D538F5F}"/>
                </a:ext>
              </a:extLst>
            </p:cNvPr>
            <p:cNvSpPr/>
            <p:nvPr/>
          </p:nvSpPr>
          <p:spPr>
            <a:xfrm>
              <a:off x="117" y="2141"/>
              <a:ext cx="4129" cy="18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第二章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组合逻辑电路设计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9F67C6B-1221-9290-5251-E73A3FED1B73}"/>
                </a:ext>
              </a:extLst>
            </p:cNvPr>
            <p:cNvSpPr/>
            <p:nvPr/>
          </p:nvSpPr>
          <p:spPr>
            <a:xfrm>
              <a:off x="176" y="4190"/>
              <a:ext cx="4012" cy="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+mn-ea"/>
                </a:rPr>
                <a:t>Combinational Circuit Design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67B3CF8-67B0-5F06-FF0A-0F598279EDC3}"/>
              </a:ext>
            </a:extLst>
          </p:cNvPr>
          <p:cNvGrpSpPr/>
          <p:nvPr/>
        </p:nvGrpSpPr>
        <p:grpSpPr>
          <a:xfrm>
            <a:off x="4756382" y="1259972"/>
            <a:ext cx="5874985" cy="4365976"/>
            <a:chOff x="4679263" y="1182853"/>
            <a:chExt cx="5874985" cy="436597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E491723-A819-8635-BAB3-616F6F60E955}"/>
                </a:ext>
              </a:extLst>
            </p:cNvPr>
            <p:cNvGrpSpPr/>
            <p:nvPr/>
          </p:nvGrpSpPr>
          <p:grpSpPr>
            <a:xfrm>
              <a:off x="4679263" y="1182853"/>
              <a:ext cx="5443843" cy="761130"/>
              <a:chOff x="7532" y="2656"/>
              <a:chExt cx="6086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E3BE12D2-E027-2909-0781-869484D0F9FF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kumimoji="0" lang="zh-CN" altLang="en-US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一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6827F9BB-C5F8-E124-BAE4-EDE76BFBC72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组合逻辑电路概述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423892B-EB7F-BBA1-CFE0-F64FAEA00EC0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05568399-ED84-0A3A-E337-1E0C1DED04C3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二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A8C752D5-4BD8-CDD6-4FDE-DD9CA1F9CA9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组合逻辑电路的化简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4CD644D-7E12-AE8D-243A-7550F65C0552}"/>
                </a:ext>
              </a:extLst>
            </p:cNvPr>
            <p:cNvGrpSpPr/>
            <p:nvPr/>
          </p:nvGrpSpPr>
          <p:grpSpPr>
            <a:xfrm>
              <a:off x="4679263" y="3586083"/>
              <a:ext cx="5874985" cy="761130"/>
              <a:chOff x="7532" y="2656"/>
              <a:chExt cx="6568" cy="899"/>
            </a:xfrm>
          </p:grpSpPr>
          <p:sp>
            <p:nvSpPr>
              <p:cNvPr id="11" name="圆角矩形 5">
                <a:extLst>
                  <a:ext uri="{FF2B5EF4-FFF2-40B4-BE49-F238E27FC236}">
                    <a16:creationId xmlns:a16="http://schemas.microsoft.com/office/drawing/2014/main" id="{15EB9960-1F74-3B60-7806-57997032BEBE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三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MH_SubTitle_1">
                <a:extLst>
                  <a:ext uri="{FF2B5EF4-FFF2-40B4-BE49-F238E27FC236}">
                    <a16:creationId xmlns:a16="http://schemas.microsoft.com/office/drawing/2014/main" id="{B255ACF9-B815-2DBD-7981-14EB6C3B843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组合逻辑电路模块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CE4606F-195C-2ACB-4EB1-1B4AB736036A}"/>
                </a:ext>
              </a:extLst>
            </p:cNvPr>
            <p:cNvGrpSpPr/>
            <p:nvPr/>
          </p:nvGrpSpPr>
          <p:grpSpPr>
            <a:xfrm>
              <a:off x="4679263" y="4787699"/>
              <a:ext cx="5874985" cy="761130"/>
              <a:chOff x="7532" y="2656"/>
              <a:chExt cx="6568" cy="899"/>
            </a:xfrm>
          </p:grpSpPr>
          <p:sp>
            <p:nvSpPr>
              <p:cNvPr id="14" name="圆角矩形 5">
                <a:extLst>
                  <a:ext uri="{FF2B5EF4-FFF2-40B4-BE49-F238E27FC236}">
                    <a16:creationId xmlns:a16="http://schemas.microsoft.com/office/drawing/2014/main" id="{72D7880F-C376-FDCD-AFD5-A0AC23F36D80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(</a:t>
                </a:r>
                <a:r>
                  <a:rPr lang="zh-CN" altLang="en-US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四</a:t>
                </a: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)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MH_SubTitle_1">
                <a:extLst>
                  <a:ext uri="{FF2B5EF4-FFF2-40B4-BE49-F238E27FC236}">
                    <a16:creationId xmlns:a16="http://schemas.microsoft.com/office/drawing/2014/main" id="{B6A113A2-D8D2-A806-F5F1-9632DFA88C1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5303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组合逻辑电路时序分析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135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5E177-5F66-E1B1-C736-F6A75CA0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F49C061-7269-8491-5C05-487B2FE901E3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A1B7234-28D9-593D-949C-BBB407D5A08B}"/>
              </a:ext>
            </a:extLst>
          </p:cNvPr>
          <p:cNvGrpSpPr/>
          <p:nvPr/>
        </p:nvGrpSpPr>
        <p:grpSpPr>
          <a:xfrm>
            <a:off x="4756382" y="2453505"/>
            <a:ext cx="6216679" cy="1962745"/>
            <a:chOff x="4679263" y="1182853"/>
            <a:chExt cx="6216679" cy="196274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D4330E2-E28C-2D17-A579-8E76CAC655FD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B252933D-F65C-BA86-0353-A71F342E082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40215B6F-12EE-5ACA-A7D8-C30543FDFC3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传播延迟和最小延迟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76C3289-9CF0-CBC9-4897-1CD43445E6AE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41D480BF-FB75-1047-F269-EE1AA5FF434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00DDABE1-26C8-9614-E1E0-5E85700602E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毛刺</a:t>
                </a: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C7A9EDD1-0E2B-8F34-86FB-3675735C7E19}"/>
              </a:ext>
            </a:extLst>
          </p:cNvPr>
          <p:cNvSpPr/>
          <p:nvPr/>
        </p:nvSpPr>
        <p:spPr>
          <a:xfrm>
            <a:off x="1032931" y="310417"/>
            <a:ext cx="1902774" cy="62324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时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分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102036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41E8F-0FF6-5BF5-D6F8-C4929AD7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A8EB199-CD4C-06AC-5AF9-1E08C4659D96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7A32CE1-DA85-78F4-AC27-50E1678A9C40}"/>
              </a:ext>
            </a:extLst>
          </p:cNvPr>
          <p:cNvGrpSpPr/>
          <p:nvPr/>
        </p:nvGrpSpPr>
        <p:grpSpPr>
          <a:xfrm>
            <a:off x="4756382" y="2453505"/>
            <a:ext cx="6216679" cy="1962745"/>
            <a:chOff x="4679263" y="1182853"/>
            <a:chExt cx="6216679" cy="196274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777A146-E5DB-36FF-67C8-975A6E692AF9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AEC6AB55-69D6-44B6-4039-699384E98999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262DDD82-F776-5FBA-8111-56471CBC98D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传播延迟和最小延迟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5172CEA-3F11-3D37-807D-94C826929FAD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E76EB4F5-655B-DCD3-29C5-0360808E43DA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F15E8109-19C9-DADC-F335-EBE280679CA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毛刺</a:t>
                </a: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C23D08D6-9BE4-3B07-5649-DCBE25ACF90D}"/>
              </a:ext>
            </a:extLst>
          </p:cNvPr>
          <p:cNvSpPr/>
          <p:nvPr/>
        </p:nvSpPr>
        <p:spPr>
          <a:xfrm>
            <a:off x="1032931" y="310417"/>
            <a:ext cx="1902774" cy="62324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时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分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135665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C536-5740-33F3-FE57-F400E53E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1A40F532-4512-E82D-1B53-4C27BFA3B7D4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时序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38411E-FA77-0D90-0321-079A054B57DA}"/>
              </a:ext>
            </a:extLst>
          </p:cNvPr>
          <p:cNvSpPr txBox="1"/>
          <p:nvPr/>
        </p:nvSpPr>
        <p:spPr>
          <a:xfrm>
            <a:off x="338588" y="1272225"/>
            <a:ext cx="11528292" cy="499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在实际电路中，输出响应输入的改变而改变需要一定的时间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电路设计中最具有挑战性的问题是时序，也就是如何使电路运行得最快？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2842383-07A4-8986-7A4B-471DFAE2BA2D}"/>
              </a:ext>
            </a:extLst>
          </p:cNvPr>
          <p:cNvGrpSpPr/>
          <p:nvPr/>
        </p:nvGrpSpPr>
        <p:grpSpPr>
          <a:xfrm>
            <a:off x="1190236" y="3007636"/>
            <a:ext cx="2868517" cy="1491859"/>
            <a:chOff x="2279297" y="3182247"/>
            <a:chExt cx="2868517" cy="1491859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3C02CC2E-C2E6-1402-FCED-99A80ABD50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603469"/>
                </p:ext>
              </p:extLst>
            </p:nvPr>
          </p:nvGraphicFramePr>
          <p:xfrm>
            <a:off x="2279297" y="3182247"/>
            <a:ext cx="2868517" cy="10917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2533599" imgH="961974" progId="Visio.Drawing.15">
                    <p:embed/>
                  </p:oleObj>
                </mc:Choice>
                <mc:Fallback>
                  <p:oleObj name="Visio" r:id="rId4" imgW="2533599" imgH="961974" progId="Visio.Drawing.15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279297" y="3182247"/>
                          <a:ext cx="2868517" cy="10917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1D36200-6351-0A49-C333-19AAB11F80FC}"/>
                </a:ext>
              </a:extLst>
            </p:cNvPr>
            <p:cNvSpPr txBox="1"/>
            <p:nvPr/>
          </p:nvSpPr>
          <p:spPr>
            <a:xfrm>
              <a:off x="2608925" y="4273996"/>
              <a:ext cx="22092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缓冲器（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buffer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8A23704-0FA3-204F-404C-7CA979CDAD43}"/>
              </a:ext>
            </a:extLst>
          </p:cNvPr>
          <p:cNvGrpSpPr/>
          <p:nvPr/>
        </p:nvGrpSpPr>
        <p:grpSpPr>
          <a:xfrm>
            <a:off x="5113711" y="2373599"/>
            <a:ext cx="4461803" cy="2751200"/>
            <a:chOff x="5381507" y="2435247"/>
            <a:chExt cx="4461803" cy="2751200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7683887D-0BE0-40AA-A5AF-4FC65035AE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6080337"/>
                </p:ext>
              </p:extLst>
            </p:nvPr>
          </p:nvGraphicFramePr>
          <p:xfrm>
            <a:off x="5381507" y="2435247"/>
            <a:ext cx="4461803" cy="23598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6" imgW="2648308" imgH="1403525" progId="Visio.Drawing.15">
                    <p:embed/>
                  </p:oleObj>
                </mc:Choice>
                <mc:Fallback>
                  <p:oleObj name="Visio" r:id="rId6" imgW="2648308" imgH="1403525" progId="Visio.Drawing.15">
                    <p:embed/>
                    <p:pic>
                      <p:nvPicPr>
                        <p:cNvPr id="6" name="对象 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381507" y="2435247"/>
                          <a:ext cx="4461803" cy="23598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D8079A2-1375-A1BF-E8F7-8480E2ED7F51}"/>
                </a:ext>
              </a:extLst>
            </p:cNvPr>
            <p:cNvSpPr txBox="1"/>
            <p:nvPr/>
          </p:nvSpPr>
          <p:spPr>
            <a:xfrm>
              <a:off x="6250496" y="4817115"/>
              <a:ext cx="2723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缓冲器</a:t>
              </a:r>
              <a:r>
                <a:rPr lang="zh-CN" alt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时序图（波形图）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352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6CB1-1B7E-3357-50B2-08DDE7DF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E7E0964-D428-AC07-9D9F-E6C701EEA27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传播延迟和最小延迟的定义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0A81B8-0255-5BDB-B746-BDAC6B7F3C59}"/>
              </a:ext>
            </a:extLst>
          </p:cNvPr>
          <p:cNvSpPr txBox="1"/>
          <p:nvPr/>
        </p:nvSpPr>
        <p:spPr>
          <a:xfrm>
            <a:off x="338588" y="1272225"/>
            <a:ext cx="6051938" cy="3762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传播延迟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propagation delay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2400" i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i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输入改变直到一个或多个输出改变为最终值所经历的最长时间延迟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最小延迟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contamination delay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2400" i="1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i="1" baseline="-25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endParaRPr lang="en-US" altLang="zh-CN" sz="2400" i="1" baseline="-25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输入发生变化直到任何一个输出开始改变的最短时间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CCE851-B51E-88F0-F7FF-24070D89FB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72"/>
          <a:stretch/>
        </p:blipFill>
        <p:spPr>
          <a:xfrm>
            <a:off x="7019496" y="1587666"/>
            <a:ext cx="4833916" cy="314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93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3ED6B-6AE3-A624-3F3C-3D949744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01EF87BE-961C-5F87-4EFE-FBED0B8EADE6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延迟产生的原因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21F104-336D-09BB-5C02-33F3DB60E6B5}"/>
              </a:ext>
            </a:extLst>
          </p:cNvPr>
          <p:cNvSpPr txBox="1"/>
          <p:nvPr/>
        </p:nvSpPr>
        <p:spPr>
          <a:xfrm>
            <a:off x="338587" y="1272225"/>
            <a:ext cx="11507515" cy="4454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产生延迟的原因报告：</a:t>
            </a:r>
            <a:endParaRPr lang="en-US" altLang="zh-CN" sz="2400" i="1" baseline="-25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电路中的电阻和电容的充放电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光速的上限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en-US" altLang="zh-CN" sz="2400" i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i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 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i="1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i="1" baseline="-25000" dirty="0" err="1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r>
              <a:rPr lang="en-US" altLang="zh-CN" sz="2400" i="1" baseline="-25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的值可能不同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上升沿和下降沿的延迟可能不同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电路存在多个输入和输出时，不同输出的延迟可能不同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电路对温度敏感，电路较热时速度会变慢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460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F573-A2E4-5736-C279-52A20A0B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5B9AEE1-D6AB-54DA-D7E3-8FFADCE45C3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关键路径与最短路径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96A6C4-8B4C-6DDC-143B-021108728379}"/>
              </a:ext>
            </a:extLst>
          </p:cNvPr>
          <p:cNvSpPr txBox="1"/>
          <p:nvPr/>
        </p:nvSpPr>
        <p:spPr>
          <a:xfrm>
            <a:off x="338587" y="1272225"/>
            <a:ext cx="11507515" cy="121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关键路径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critical path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）：信号传输最长，也是最慢的一条路径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short path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）：信号通过最快的一条路径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761F8CC-4ECD-270B-796C-A065928188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18459"/>
              </p:ext>
            </p:extLst>
          </p:nvPr>
        </p:nvGraphicFramePr>
        <p:xfrm>
          <a:off x="790484" y="3188251"/>
          <a:ext cx="4775200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771884" imgH="1695617" progId="Visio.Drawing.15">
                  <p:embed/>
                </p:oleObj>
              </mc:Choice>
              <mc:Fallback>
                <p:oleObj name="Visio" r:id="rId4" imgW="4771884" imgH="1695617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0484" y="3188251"/>
                        <a:ext cx="4775200" cy="170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E0E60F38-1B15-0296-3EB1-9271CC5158D5}"/>
              </a:ext>
            </a:extLst>
          </p:cNvPr>
          <p:cNvGrpSpPr/>
          <p:nvPr/>
        </p:nvGrpSpPr>
        <p:grpSpPr>
          <a:xfrm>
            <a:off x="1150831" y="3043719"/>
            <a:ext cx="3977780" cy="1393195"/>
            <a:chOff x="1619075" y="3306038"/>
            <a:chExt cx="3977780" cy="139319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E4FD6C6-4C9F-8004-FD80-2699C9C1712E}"/>
                </a:ext>
              </a:extLst>
            </p:cNvPr>
            <p:cNvGrpSpPr/>
            <p:nvPr/>
          </p:nvGrpSpPr>
          <p:grpSpPr>
            <a:xfrm>
              <a:off x="1619075" y="3816991"/>
              <a:ext cx="3977780" cy="882242"/>
              <a:chOff x="1619075" y="3816991"/>
              <a:chExt cx="3977780" cy="882242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2A89CAB0-084C-4925-AAA4-3D504B95C548}"/>
                  </a:ext>
                </a:extLst>
              </p:cNvPr>
              <p:cNvCxnSpPr/>
              <p:nvPr/>
            </p:nvCxnSpPr>
            <p:spPr>
              <a:xfrm>
                <a:off x="1619075" y="3816991"/>
                <a:ext cx="151002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E510EED3-358F-9298-E12E-8A489CE27743}"/>
                  </a:ext>
                </a:extLst>
              </p:cNvPr>
              <p:cNvCxnSpPr/>
              <p:nvPr/>
            </p:nvCxnSpPr>
            <p:spPr>
              <a:xfrm>
                <a:off x="1628862" y="4002947"/>
                <a:ext cx="151002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E9E2312E-3B08-FEF3-F256-D3B5B4E7F3D1}"/>
                  </a:ext>
                </a:extLst>
              </p:cNvPr>
              <p:cNvCxnSpPr/>
              <p:nvPr/>
            </p:nvCxnSpPr>
            <p:spPr>
              <a:xfrm flipV="1">
                <a:off x="2316759" y="3909270"/>
                <a:ext cx="418052" cy="1398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4599116A-04A0-749F-1B21-014FEF7E2FC7}"/>
                  </a:ext>
                </a:extLst>
              </p:cNvPr>
              <p:cNvCxnSpPr/>
              <p:nvPr/>
            </p:nvCxnSpPr>
            <p:spPr>
              <a:xfrm flipV="1">
                <a:off x="2718033" y="3909270"/>
                <a:ext cx="0" cy="268447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AB99D86E-C22A-455C-CA9F-4C2CB68A5A6E}"/>
                  </a:ext>
                </a:extLst>
              </p:cNvPr>
              <p:cNvCxnSpPr/>
              <p:nvPr/>
            </p:nvCxnSpPr>
            <p:spPr>
              <a:xfrm>
                <a:off x="2726422" y="4170725"/>
                <a:ext cx="687897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49FB43F6-C27A-7627-9DC4-CE449631BCCC}"/>
                  </a:ext>
                </a:extLst>
              </p:cNvPr>
              <p:cNvCxnSpPr/>
              <p:nvPr/>
            </p:nvCxnSpPr>
            <p:spPr>
              <a:xfrm>
                <a:off x="3875714" y="4269501"/>
                <a:ext cx="453005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B5C9D727-9EA6-6B50-50F0-18793EB0006D}"/>
                  </a:ext>
                </a:extLst>
              </p:cNvPr>
              <p:cNvCxnSpPr/>
              <p:nvPr/>
            </p:nvCxnSpPr>
            <p:spPr>
              <a:xfrm flipV="1">
                <a:off x="4320330" y="4261113"/>
                <a:ext cx="0" cy="361221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70C91908-E1B9-75A8-E292-25AF09A7AE52}"/>
                  </a:ext>
                </a:extLst>
              </p:cNvPr>
              <p:cNvCxnSpPr/>
              <p:nvPr/>
            </p:nvCxnSpPr>
            <p:spPr>
              <a:xfrm>
                <a:off x="4313340" y="4597167"/>
                <a:ext cx="594220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ECDDB98-5C5D-E043-D08E-2C4A7FE623F1}"/>
                  </a:ext>
                </a:extLst>
              </p:cNvPr>
              <p:cNvCxnSpPr/>
              <p:nvPr/>
            </p:nvCxnSpPr>
            <p:spPr>
              <a:xfrm>
                <a:off x="5445853" y="4699233"/>
                <a:ext cx="151002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B5E729C-A417-94A4-86AB-2B1446E66AA7}"/>
                </a:ext>
              </a:extLst>
            </p:cNvPr>
            <p:cNvSpPr txBox="1"/>
            <p:nvPr/>
          </p:nvSpPr>
          <p:spPr>
            <a:xfrm>
              <a:off x="3045203" y="3306038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关键路径</a:t>
              </a: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22B5AE0-F68A-B0AD-70F6-AB57274CFC7A}"/>
                </a:ext>
              </a:extLst>
            </p:cNvPr>
            <p:cNvCxnSpPr/>
            <p:nvPr/>
          </p:nvCxnSpPr>
          <p:spPr>
            <a:xfrm flipH="1">
              <a:off x="3162650" y="3675370"/>
              <a:ext cx="394282" cy="325924"/>
            </a:xfrm>
            <a:prstGeom prst="straightConnector1">
              <a:avLst/>
            </a:prstGeom>
            <a:ln w="28575">
              <a:solidFill>
                <a:srgbClr val="034A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1F8086C-FD4E-11A2-EFF1-301035EFA138}"/>
              </a:ext>
            </a:extLst>
          </p:cNvPr>
          <p:cNvGrpSpPr/>
          <p:nvPr/>
        </p:nvGrpSpPr>
        <p:grpSpPr>
          <a:xfrm>
            <a:off x="3178084" y="4687680"/>
            <a:ext cx="1107996" cy="737953"/>
            <a:chOff x="3184933" y="4949999"/>
            <a:chExt cx="1107996" cy="737953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355543B-FF6D-486D-8CBB-628AA0F16550}"/>
                </a:ext>
              </a:extLst>
            </p:cNvPr>
            <p:cNvSpPr txBox="1"/>
            <p:nvPr/>
          </p:nvSpPr>
          <p:spPr>
            <a:xfrm>
              <a:off x="3184933" y="531862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最短路径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5C37E88C-DC39-4422-3B6D-BB9DFF34163C}"/>
                </a:ext>
              </a:extLst>
            </p:cNvPr>
            <p:cNvCxnSpPr>
              <a:stCxn id="18" idx="0"/>
            </p:cNvCxnSpPr>
            <p:nvPr/>
          </p:nvCxnSpPr>
          <p:spPr>
            <a:xfrm flipH="1" flipV="1">
              <a:off x="3246539" y="4949999"/>
              <a:ext cx="492392" cy="36862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9B0AF57-9306-AF5F-ACAE-0F48AE388781}"/>
              </a:ext>
            </a:extLst>
          </p:cNvPr>
          <p:cNvCxnSpPr>
            <a:cxnSpLocks/>
          </p:cNvCxnSpPr>
          <p:nvPr/>
        </p:nvCxnSpPr>
        <p:spPr>
          <a:xfrm>
            <a:off x="1185236" y="4529451"/>
            <a:ext cx="3254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19AA283-0223-5A2D-9BF2-E53F6D9DA774}"/>
                  </a:ext>
                </a:extLst>
              </p:cNvPr>
              <p:cNvSpPr txBox="1"/>
              <p:nvPr/>
            </p:nvSpPr>
            <p:spPr>
              <a:xfrm>
                <a:off x="6075379" y="3058866"/>
                <a:ext cx="3713196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关键路径：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𝑝𝑑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𝐴𝑁𝐷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𝑂𝑅</m:t>
                        </m:r>
                      </m:sub>
                    </m:sSub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D19AA283-0223-5A2D-9BF2-E53F6D9DA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379" y="3058866"/>
                <a:ext cx="3713196" cy="390748"/>
              </a:xfrm>
              <a:prstGeom prst="rect">
                <a:avLst/>
              </a:prstGeom>
              <a:blipFill>
                <a:blip r:embed="rId6"/>
                <a:stretch>
                  <a:fillRect l="-1478" t="-9375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94A01C6-23F0-3C86-7E0A-1A34493ED965}"/>
                  </a:ext>
                </a:extLst>
              </p:cNvPr>
              <p:cNvSpPr txBox="1"/>
              <p:nvPr/>
            </p:nvSpPr>
            <p:spPr>
              <a:xfrm>
                <a:off x="6075380" y="4766932"/>
                <a:ext cx="2656305" cy="378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最短路径：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𝑐𝑑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𝐴𝑁𝐷</m:t>
                        </m:r>
                      </m:sub>
                    </m:sSub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94A01C6-23F0-3C86-7E0A-1A34493ED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380" y="4766932"/>
                <a:ext cx="2656305" cy="378630"/>
              </a:xfrm>
              <a:prstGeom prst="rect">
                <a:avLst/>
              </a:prstGeom>
              <a:blipFill>
                <a:blip r:embed="rId7"/>
                <a:stretch>
                  <a:fillRect l="-2069" t="-9677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93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A10C-37CD-95CB-ABD3-2ACA98FA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A8676B0-879F-8D2E-89C5-D1CB620CBEF7}"/>
              </a:ext>
            </a:extLst>
          </p:cNvPr>
          <p:cNvSpPr/>
          <p:nvPr/>
        </p:nvSpPr>
        <p:spPr>
          <a:xfrm>
            <a:off x="0" y="1904"/>
            <a:ext cx="3999098" cy="6856095"/>
          </a:xfrm>
          <a:prstGeom prst="rect">
            <a:avLst/>
          </a:prstGeom>
          <a:solidFill>
            <a:srgbClr val="014B8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          </a:t>
            </a:r>
            <a:endParaRPr kumimoji="0" lang="zh-CN" altLang="en-US" sz="24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FC0C891-18D2-F415-1FC4-00FC1D71533E}"/>
              </a:ext>
            </a:extLst>
          </p:cNvPr>
          <p:cNvGrpSpPr/>
          <p:nvPr/>
        </p:nvGrpSpPr>
        <p:grpSpPr>
          <a:xfrm>
            <a:off x="4756382" y="2453505"/>
            <a:ext cx="6216679" cy="1962745"/>
            <a:chOff x="4679263" y="1182853"/>
            <a:chExt cx="6216679" cy="196274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517C1B3-D03C-3FA8-5846-B68452C73FF2}"/>
                </a:ext>
              </a:extLst>
            </p:cNvPr>
            <p:cNvGrpSpPr/>
            <p:nvPr/>
          </p:nvGrpSpPr>
          <p:grpSpPr>
            <a:xfrm>
              <a:off x="4679263" y="1182853"/>
              <a:ext cx="6216679" cy="761130"/>
              <a:chOff x="7532" y="2656"/>
              <a:chExt cx="6950" cy="899"/>
            </a:xfrm>
          </p:grpSpPr>
          <p:sp>
            <p:nvSpPr>
              <p:cNvPr id="30" name="圆角矩形 5">
                <a:extLst>
                  <a:ext uri="{FF2B5EF4-FFF2-40B4-BE49-F238E27FC236}">
                    <a16:creationId xmlns:a16="http://schemas.microsoft.com/office/drawing/2014/main" id="{6A45DA2A-B357-CA13-E406-220B6573EA12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1" i="0" u="none" strike="noStrike" kern="0" cap="none" spc="0" normalizeH="0" baseline="0" noProof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1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MH_SubTitle_1">
                <a:extLst>
                  <a:ext uri="{FF2B5EF4-FFF2-40B4-BE49-F238E27FC236}">
                    <a16:creationId xmlns:a16="http://schemas.microsoft.com/office/drawing/2014/main" id="{99A45CF8-A054-1898-6843-84581AC2ED6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797" y="2789"/>
                <a:ext cx="5685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传播延迟和最小延迟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73853DE-4E49-5693-7A1B-989925E9603D}"/>
                </a:ext>
              </a:extLst>
            </p:cNvPr>
            <p:cNvGrpSpPr/>
            <p:nvPr/>
          </p:nvGrpSpPr>
          <p:grpSpPr>
            <a:xfrm>
              <a:off x="4679263" y="2384468"/>
              <a:ext cx="5443843" cy="761130"/>
              <a:chOff x="7532" y="2656"/>
              <a:chExt cx="6086" cy="899"/>
            </a:xfrm>
          </p:grpSpPr>
          <p:sp>
            <p:nvSpPr>
              <p:cNvPr id="8" name="圆角矩形 5">
                <a:extLst>
                  <a:ext uri="{FF2B5EF4-FFF2-40B4-BE49-F238E27FC236}">
                    <a16:creationId xmlns:a16="http://schemas.microsoft.com/office/drawing/2014/main" id="{B441581A-87CE-2AC7-3D51-B306BF2447A6}"/>
                  </a:ext>
                </a:extLst>
              </p:cNvPr>
              <p:cNvSpPr/>
              <p:nvPr/>
            </p:nvSpPr>
            <p:spPr>
              <a:xfrm>
                <a:off x="7532" y="2656"/>
                <a:ext cx="903" cy="899"/>
              </a:xfrm>
              <a:prstGeom prst="roundRect">
                <a:avLst/>
              </a:prstGeom>
              <a:solidFill>
                <a:srgbClr val="014B8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72000" rIns="72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3200" b="1" kern="0" noProof="1">
                    <a:solidFill>
                      <a:prstClr val="whit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 Unicode MS" panose="020B0604020202020204" pitchFamily="34" charset="-122"/>
                    <a:sym typeface="Arial" panose="020B0604020202020204" pitchFamily="34" charset="0"/>
                  </a:rPr>
                  <a:t>2</a:t>
                </a:r>
                <a:endParaRPr kumimoji="0" lang="zh-CN" altLang="en-US" sz="320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 Unicode MS" panose="020B0604020202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MH_SubTitle_1">
                <a:extLst>
                  <a:ext uri="{FF2B5EF4-FFF2-40B4-BE49-F238E27FC236}">
                    <a16:creationId xmlns:a16="http://schemas.microsoft.com/office/drawing/2014/main" id="{DCC76DBD-DDCA-E83F-7738-34318E7F944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8797" y="2789"/>
                <a:ext cx="4821" cy="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3600" b="1" kern="0" noProof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毛刺</a:t>
                </a:r>
              </a:p>
            </p:txBody>
          </p:sp>
        </p:grp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D77C5A5D-1960-D3C5-2A85-8165C7466BA3}"/>
              </a:ext>
            </a:extLst>
          </p:cNvPr>
          <p:cNvSpPr/>
          <p:nvPr/>
        </p:nvSpPr>
        <p:spPr>
          <a:xfrm>
            <a:off x="1032931" y="310417"/>
            <a:ext cx="1902774" cy="62324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组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合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逻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辑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电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路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时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序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分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372245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3C5BA-C620-3ABC-8A4A-FE3C5C44D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52CBEAED-0E40-FECB-05E0-1CCBD8FACF1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“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毛刺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”的产生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3595ED-0CCB-D5F1-7F34-D8E587DF3226}"/>
              </a:ext>
            </a:extLst>
          </p:cNvPr>
          <p:cNvSpPr txBox="1"/>
          <p:nvPr/>
        </p:nvSpPr>
        <p:spPr>
          <a:xfrm>
            <a:off x="338587" y="1272225"/>
            <a:ext cx="11507515" cy="1842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一个输入改变引起输出的多次变化</a:t>
            </a:r>
            <a:endParaRPr lang="en-US" altLang="zh-CN" sz="20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也称为“冒险”（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hazard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= 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= 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的瞬间发生了什么？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A46A683-F03E-F49C-5D6E-5BB1A5CF3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851198"/>
              </p:ext>
            </p:extLst>
          </p:nvPr>
        </p:nvGraphicFramePr>
        <p:xfrm>
          <a:off x="718794" y="3819193"/>
          <a:ext cx="5435303" cy="2283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400458" imgH="1428711" progId="Visio.Drawing.15">
                  <p:embed/>
                </p:oleObj>
              </mc:Choice>
              <mc:Fallback>
                <p:oleObj name="Visio" r:id="rId4" imgW="3400458" imgH="1428711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8794" y="3819193"/>
                        <a:ext cx="5435303" cy="2283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18C3C9E2-C860-ADF9-06AC-AF6409B3873E}"/>
              </a:ext>
            </a:extLst>
          </p:cNvPr>
          <p:cNvGrpSpPr/>
          <p:nvPr/>
        </p:nvGrpSpPr>
        <p:grpSpPr>
          <a:xfrm>
            <a:off x="6809941" y="3520101"/>
            <a:ext cx="3667759" cy="2185789"/>
            <a:chOff x="3881121" y="4085788"/>
            <a:chExt cx="3667759" cy="2185789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388B9F-FA7E-E8C4-9F2B-F9114F533DF2}"/>
                </a:ext>
              </a:extLst>
            </p:cNvPr>
            <p:cNvSpPr/>
            <p:nvPr/>
          </p:nvSpPr>
          <p:spPr>
            <a:xfrm>
              <a:off x="4673600" y="4856480"/>
              <a:ext cx="2875280" cy="1415097"/>
            </a:xfrm>
            <a:prstGeom prst="rect">
              <a:avLst/>
            </a:prstGeom>
            <a:noFill/>
            <a:ln w="28575">
              <a:solidFill>
                <a:srgbClr val="034A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0B25D4C-CC6C-74E5-16E4-12FC01F7D5AE}"/>
                </a:ext>
              </a:extLst>
            </p:cNvPr>
            <p:cNvCxnSpPr>
              <a:stCxn id="22" idx="1"/>
              <a:endCxn id="22" idx="3"/>
            </p:cNvCxnSpPr>
            <p:nvPr/>
          </p:nvCxnSpPr>
          <p:spPr>
            <a:xfrm>
              <a:off x="4673600" y="5564029"/>
              <a:ext cx="2875280" cy="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6FDA539-11A6-2A13-39D4-1CBDB5472AB4}"/>
                </a:ext>
              </a:extLst>
            </p:cNvPr>
            <p:cNvCxnSpPr>
              <a:cxnSpLocks/>
              <a:stCxn id="22" idx="0"/>
              <a:endCxn id="22" idx="2"/>
            </p:cNvCxnSpPr>
            <p:nvPr/>
          </p:nvCxnSpPr>
          <p:spPr>
            <a:xfrm>
              <a:off x="6111240" y="4856480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144FCAD-C347-77DE-2D9C-4C037E95EF40}"/>
                </a:ext>
              </a:extLst>
            </p:cNvPr>
            <p:cNvCxnSpPr>
              <a:cxnSpLocks/>
            </p:cNvCxnSpPr>
            <p:nvPr/>
          </p:nvCxnSpPr>
          <p:spPr>
            <a:xfrm>
              <a:off x="5389880" y="4856480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AF9A429-89C8-9E97-DD2C-211AA10E9A41}"/>
                </a:ext>
              </a:extLst>
            </p:cNvPr>
            <p:cNvCxnSpPr>
              <a:cxnSpLocks/>
            </p:cNvCxnSpPr>
            <p:nvPr/>
          </p:nvCxnSpPr>
          <p:spPr>
            <a:xfrm>
              <a:off x="6812280" y="4856480"/>
              <a:ext cx="0" cy="1415097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E98A3AC-5C10-9735-197F-DFD0F938E689}"/>
                </a:ext>
              </a:extLst>
            </p:cNvPr>
            <p:cNvCxnSpPr>
              <a:cxnSpLocks/>
            </p:cNvCxnSpPr>
            <p:nvPr/>
          </p:nvCxnSpPr>
          <p:spPr>
            <a:xfrm>
              <a:off x="3942080" y="4133280"/>
              <a:ext cx="736601" cy="733360"/>
            </a:xfrm>
            <a:prstGeom prst="line">
              <a:avLst/>
            </a:prstGeom>
            <a:ln w="28575">
              <a:solidFill>
                <a:srgbClr val="034A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3D2BCA3F-D17A-05BF-C35B-734BD62C6575}"/>
                </a:ext>
              </a:extLst>
            </p:cNvPr>
            <p:cNvSpPr txBox="1"/>
            <p:nvPr/>
          </p:nvSpPr>
          <p:spPr>
            <a:xfrm>
              <a:off x="3881121" y="4499960"/>
              <a:ext cx="441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4A7F891-C85D-5ACF-EB3C-1B22A344A478}"/>
                </a:ext>
              </a:extLst>
            </p:cNvPr>
            <p:cNvSpPr txBox="1"/>
            <p:nvPr/>
          </p:nvSpPr>
          <p:spPr>
            <a:xfrm>
              <a:off x="4323081" y="4085788"/>
              <a:ext cx="7365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AB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5A7B48B-904D-22BE-8834-277D62E104E0}"/>
                </a:ext>
              </a:extLst>
            </p:cNvPr>
            <p:cNvSpPr txBox="1"/>
            <p:nvPr/>
          </p:nvSpPr>
          <p:spPr>
            <a:xfrm>
              <a:off x="466090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9B7DA8C-2A2E-8F1D-FE50-8EDFA1888104}"/>
                </a:ext>
              </a:extLst>
            </p:cNvPr>
            <p:cNvSpPr txBox="1"/>
            <p:nvPr/>
          </p:nvSpPr>
          <p:spPr>
            <a:xfrm>
              <a:off x="539242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4B0ADCDD-B694-8654-988D-7D9BC7A5AA52}"/>
                </a:ext>
              </a:extLst>
            </p:cNvPr>
            <p:cNvSpPr txBox="1"/>
            <p:nvPr/>
          </p:nvSpPr>
          <p:spPr>
            <a:xfrm>
              <a:off x="610362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F5B0509-E5A2-99AF-8ED4-DC7BF79A218B}"/>
                </a:ext>
              </a:extLst>
            </p:cNvPr>
            <p:cNvSpPr txBox="1"/>
            <p:nvPr/>
          </p:nvSpPr>
          <p:spPr>
            <a:xfrm>
              <a:off x="6804660" y="4446210"/>
              <a:ext cx="736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0ABCCA6-3330-B64E-1977-424295706BC2}"/>
                </a:ext>
              </a:extLst>
            </p:cNvPr>
            <p:cNvSpPr txBox="1"/>
            <p:nvPr/>
          </p:nvSpPr>
          <p:spPr>
            <a:xfrm>
              <a:off x="4300221" y="5033265"/>
              <a:ext cx="36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1D995B5-EE79-41A3-1C99-6D8D0D52896E}"/>
                </a:ext>
              </a:extLst>
            </p:cNvPr>
            <p:cNvSpPr txBox="1"/>
            <p:nvPr/>
          </p:nvSpPr>
          <p:spPr>
            <a:xfrm>
              <a:off x="4300221" y="5724145"/>
              <a:ext cx="36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EE4326B5-9C56-7A9C-CB02-C0930418FB1C}"/>
                </a:ext>
              </a:extLst>
            </p:cNvPr>
            <p:cNvGrpSpPr/>
            <p:nvPr/>
          </p:nvGrpSpPr>
          <p:grpSpPr>
            <a:xfrm>
              <a:off x="4860881" y="5023105"/>
              <a:ext cx="360000" cy="1090990"/>
              <a:chOff x="4860881" y="5033265"/>
              <a:chExt cx="360000" cy="1090990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D2079A5-20E1-16F2-1032-F7B477A6324F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E43D080-DF72-EEF0-2A83-1F998433BF85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8F75659A-5FAD-F11A-997E-09BF258A9495}"/>
                </a:ext>
              </a:extLst>
            </p:cNvPr>
            <p:cNvGrpSpPr/>
            <p:nvPr/>
          </p:nvGrpSpPr>
          <p:grpSpPr>
            <a:xfrm>
              <a:off x="5575468" y="5023105"/>
              <a:ext cx="360000" cy="1090990"/>
              <a:chOff x="4860881" y="5033265"/>
              <a:chExt cx="360000" cy="1090990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43D0E5A-5F02-C48F-4423-635DBE449B56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7B8875B-5CB5-F77E-D47F-07C0491EE979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2AD4B378-38AC-5E6C-7532-057F9E7C80F6}"/>
                </a:ext>
              </a:extLst>
            </p:cNvPr>
            <p:cNvGrpSpPr/>
            <p:nvPr/>
          </p:nvGrpSpPr>
          <p:grpSpPr>
            <a:xfrm>
              <a:off x="6290055" y="5023105"/>
              <a:ext cx="360000" cy="1090990"/>
              <a:chOff x="4860881" y="5033265"/>
              <a:chExt cx="360000" cy="1090990"/>
            </a:xfrm>
          </p:grpSpPr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EE13593-A711-EE52-16C0-25E717E0F5F3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15B32F2-DFB7-7BEF-71FE-1739F4B764F8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E1946CC-D756-CB59-DBA9-205E83C2F2EB}"/>
                </a:ext>
              </a:extLst>
            </p:cNvPr>
            <p:cNvGrpSpPr/>
            <p:nvPr/>
          </p:nvGrpSpPr>
          <p:grpSpPr>
            <a:xfrm>
              <a:off x="7004641" y="5023105"/>
              <a:ext cx="360000" cy="1090990"/>
              <a:chOff x="4860881" y="5033265"/>
              <a:chExt cx="360000" cy="1090990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19C62BC-5577-33E3-0759-E075F697D030}"/>
                  </a:ext>
                </a:extLst>
              </p:cNvPr>
              <p:cNvSpPr txBox="1"/>
              <p:nvPr/>
            </p:nvSpPr>
            <p:spPr>
              <a:xfrm>
                <a:off x="4860881" y="503326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75EF319E-2310-9EF3-1E0E-CBAA00CD2C8D}"/>
                  </a:ext>
                </a:extLst>
              </p:cNvPr>
              <p:cNvSpPr txBox="1"/>
              <p:nvPr/>
            </p:nvSpPr>
            <p:spPr>
              <a:xfrm>
                <a:off x="4860881" y="5724145"/>
                <a:ext cx="360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C63AD3A2-DC11-6278-8457-8C491B2DAFDB}"/>
              </a:ext>
            </a:extLst>
          </p:cNvPr>
          <p:cNvSpPr txBox="1"/>
          <p:nvPr/>
        </p:nvSpPr>
        <p:spPr>
          <a:xfrm>
            <a:off x="6357821" y="3357080"/>
            <a:ext cx="490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7C0AF8A-2F37-D37D-7391-3C2AA10B75C6}"/>
              </a:ext>
            </a:extLst>
          </p:cNvPr>
          <p:cNvSpPr/>
          <p:nvPr/>
        </p:nvSpPr>
        <p:spPr>
          <a:xfrm>
            <a:off x="7668822" y="4373010"/>
            <a:ext cx="600709" cy="124358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23DB15EE-26C7-6460-B8C7-31632B350B09}"/>
              </a:ext>
            </a:extLst>
          </p:cNvPr>
          <p:cNvSpPr/>
          <p:nvPr/>
        </p:nvSpPr>
        <p:spPr>
          <a:xfrm>
            <a:off x="8379026" y="5062007"/>
            <a:ext cx="1296000" cy="56166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454D222-2192-ADC2-5728-BDE7ED93063D}"/>
                  </a:ext>
                </a:extLst>
              </p:cNvPr>
              <p:cNvSpPr txBox="1"/>
              <p:nvPr/>
            </p:nvSpPr>
            <p:spPr>
              <a:xfrm>
                <a:off x="8066445" y="5878583"/>
                <a:ext cx="1982787" cy="462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BC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454D222-2192-ADC2-5728-BDE7ED930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445" y="5878583"/>
                <a:ext cx="1982787" cy="462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80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0ED4B-50EC-234A-56EC-BA67C23AC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C4D89A0F-E392-1AAC-F862-1D962895301E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“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毛刺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”产生的分析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B257811-8532-941A-D46C-DBF488A42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099885"/>
              </p:ext>
            </p:extLst>
          </p:nvPr>
        </p:nvGraphicFramePr>
        <p:xfrm>
          <a:off x="718796" y="2554971"/>
          <a:ext cx="4420595" cy="1857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400458" imgH="1428711" progId="Visio.Drawing.15">
                  <p:embed/>
                </p:oleObj>
              </mc:Choice>
              <mc:Fallback>
                <p:oleObj name="Visio" r:id="rId4" imgW="3400458" imgH="1428711" progId="Visio.Drawing.15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8796" y="2554971"/>
                        <a:ext cx="4420595" cy="1857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E00835A5-25E1-FE45-5669-C853FCFFD0DF}"/>
              </a:ext>
            </a:extLst>
          </p:cNvPr>
          <p:cNvGrpSpPr/>
          <p:nvPr/>
        </p:nvGrpSpPr>
        <p:grpSpPr>
          <a:xfrm>
            <a:off x="1642108" y="2661068"/>
            <a:ext cx="3629162" cy="759805"/>
            <a:chOff x="1551963" y="2192945"/>
            <a:chExt cx="3629162" cy="75980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517EF9B-CD2D-CDDD-B476-E38D33C7CA02}"/>
                </a:ext>
              </a:extLst>
            </p:cNvPr>
            <p:cNvGrpSpPr/>
            <p:nvPr/>
          </p:nvGrpSpPr>
          <p:grpSpPr>
            <a:xfrm>
              <a:off x="1551963" y="2635250"/>
              <a:ext cx="2268174" cy="317500"/>
              <a:chOff x="1551963" y="2635250"/>
              <a:chExt cx="2268174" cy="317500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B007F0F7-ECCA-8615-7B7B-2F18FD8EE09F}"/>
                  </a:ext>
                </a:extLst>
              </p:cNvPr>
              <p:cNvCxnSpPr/>
              <p:nvPr/>
            </p:nvCxnSpPr>
            <p:spPr>
              <a:xfrm>
                <a:off x="1551963" y="2749550"/>
                <a:ext cx="218114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2DB1C83F-853E-E010-563E-71095BFC7C14}"/>
                  </a:ext>
                </a:extLst>
              </p:cNvPr>
              <p:cNvCxnSpPr/>
              <p:nvPr/>
            </p:nvCxnSpPr>
            <p:spPr>
              <a:xfrm>
                <a:off x="2059963" y="2762250"/>
                <a:ext cx="480037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9CBC832D-BDE8-BC34-E67E-FDC25FAFC970}"/>
                  </a:ext>
                </a:extLst>
              </p:cNvPr>
              <p:cNvCxnSpPr/>
              <p:nvPr/>
            </p:nvCxnSpPr>
            <p:spPr>
              <a:xfrm>
                <a:off x="3164863" y="2635250"/>
                <a:ext cx="327637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111DAFA8-221F-98DB-D73B-81BEBE8FFDB7}"/>
                  </a:ext>
                </a:extLst>
              </p:cNvPr>
              <p:cNvCxnSpPr/>
              <p:nvPr/>
            </p:nvCxnSpPr>
            <p:spPr>
              <a:xfrm>
                <a:off x="3492500" y="2952750"/>
                <a:ext cx="327637" cy="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E3E7D150-201F-F610-A6DC-A8E37306FCB9}"/>
                  </a:ext>
                </a:extLst>
              </p:cNvPr>
              <p:cNvCxnSpPr/>
              <p:nvPr/>
            </p:nvCxnSpPr>
            <p:spPr>
              <a:xfrm>
                <a:off x="3492500" y="2635250"/>
                <a:ext cx="0" cy="317500"/>
              </a:xfrm>
              <a:prstGeom prst="line">
                <a:avLst/>
              </a:prstGeom>
              <a:ln w="38100">
                <a:solidFill>
                  <a:srgbClr val="034A9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EED62E7-8156-37C1-9A60-D63799F9875A}"/>
                </a:ext>
              </a:extLst>
            </p:cNvPr>
            <p:cNvSpPr txBox="1"/>
            <p:nvPr/>
          </p:nvSpPr>
          <p:spPr>
            <a:xfrm>
              <a:off x="3126053" y="2239090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  <a:r>
                <a:rPr lang="zh-CN" altLang="en-US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 </a:t>
              </a:r>
              <a:r>
                <a:rPr lang="en-US" altLang="zh-CN" b="1" dirty="0">
                  <a:solidFill>
                    <a:srgbClr val="034A9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D20E139-0C07-7708-E499-58A1BAA74938}"/>
                </a:ext>
              </a:extLst>
            </p:cNvPr>
            <p:cNvSpPr txBox="1"/>
            <p:nvPr/>
          </p:nvSpPr>
          <p:spPr>
            <a:xfrm>
              <a:off x="4073129" y="219294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关键路径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FA90B1E7-DED0-5162-7E3A-B738672FFF22}"/>
                </a:ext>
              </a:extLst>
            </p:cNvPr>
            <p:cNvCxnSpPr/>
            <p:nvPr/>
          </p:nvCxnSpPr>
          <p:spPr>
            <a:xfrm flipH="1">
              <a:off x="3679449" y="2434739"/>
              <a:ext cx="394282" cy="325924"/>
            </a:xfrm>
            <a:prstGeom prst="straightConnector1">
              <a:avLst/>
            </a:prstGeom>
            <a:ln w="28575">
              <a:solidFill>
                <a:srgbClr val="034A9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3B848D4-D703-8961-9AD9-879FD18A95A2}"/>
              </a:ext>
            </a:extLst>
          </p:cNvPr>
          <p:cNvGrpSpPr/>
          <p:nvPr/>
        </p:nvGrpSpPr>
        <p:grpSpPr>
          <a:xfrm>
            <a:off x="1381758" y="3228786"/>
            <a:ext cx="2711224" cy="1449655"/>
            <a:chOff x="1291613" y="2760663"/>
            <a:chExt cx="2711224" cy="144965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7E6A566-CBF2-FD0F-A8C8-F4E0478A09AC}"/>
                </a:ext>
              </a:extLst>
            </p:cNvPr>
            <p:cNvGrpSpPr/>
            <p:nvPr/>
          </p:nvGrpSpPr>
          <p:grpSpPr>
            <a:xfrm>
              <a:off x="1643717" y="2760663"/>
              <a:ext cx="2170785" cy="698430"/>
              <a:chOff x="1643717" y="2760663"/>
              <a:chExt cx="2170785" cy="698430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54584675-0D4B-DE38-FEFE-826046857C8C}"/>
                  </a:ext>
                </a:extLst>
              </p:cNvPr>
              <p:cNvCxnSpPr/>
              <p:nvPr/>
            </p:nvCxnSpPr>
            <p:spPr>
              <a:xfrm flipV="1">
                <a:off x="1643717" y="3327400"/>
                <a:ext cx="896283" cy="856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0440BBC8-F70E-7C60-4A4F-44C0EBF83F5A}"/>
                  </a:ext>
                </a:extLst>
              </p:cNvPr>
              <p:cNvCxnSpPr/>
              <p:nvPr/>
            </p:nvCxnSpPr>
            <p:spPr>
              <a:xfrm flipV="1">
                <a:off x="1656417" y="2760663"/>
                <a:ext cx="0" cy="57530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085C5168-462E-18D4-9422-B558DD404A22}"/>
                  </a:ext>
                </a:extLst>
              </p:cNvPr>
              <p:cNvCxnSpPr/>
              <p:nvPr/>
            </p:nvCxnSpPr>
            <p:spPr>
              <a:xfrm>
                <a:off x="3164146" y="3452743"/>
                <a:ext cx="32835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6F4FD6CA-5370-4DFB-7CB1-FBE133F84A99}"/>
                  </a:ext>
                </a:extLst>
              </p:cNvPr>
              <p:cNvCxnSpPr/>
              <p:nvPr/>
            </p:nvCxnSpPr>
            <p:spPr>
              <a:xfrm flipV="1">
                <a:off x="3486149" y="3175000"/>
                <a:ext cx="0" cy="28409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>
                <a:extLst>
                  <a:ext uri="{FF2B5EF4-FFF2-40B4-BE49-F238E27FC236}">
                    <a16:creationId xmlns:a16="http://schemas.microsoft.com/office/drawing/2014/main" id="{95B87608-CEEF-225B-0B58-D8E720FDD2DF}"/>
                  </a:ext>
                </a:extLst>
              </p:cNvPr>
              <p:cNvCxnSpPr/>
              <p:nvPr/>
            </p:nvCxnSpPr>
            <p:spPr>
              <a:xfrm>
                <a:off x="3486149" y="3187700"/>
                <a:ext cx="32835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3FD0694-AA4C-8A98-443A-8E3DC0A5A34A}"/>
                </a:ext>
              </a:extLst>
            </p:cNvPr>
            <p:cNvGrpSpPr/>
            <p:nvPr/>
          </p:nvGrpSpPr>
          <p:grpSpPr>
            <a:xfrm>
              <a:off x="1291613" y="3347077"/>
              <a:ext cx="1107996" cy="863241"/>
              <a:chOff x="2924583" y="4721880"/>
              <a:chExt cx="1107996" cy="863241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5D421E7-E463-E205-E2F8-6115E5112D72}"/>
                  </a:ext>
                </a:extLst>
              </p:cNvPr>
              <p:cNvSpPr txBox="1"/>
              <p:nvPr/>
            </p:nvSpPr>
            <p:spPr>
              <a:xfrm>
                <a:off x="2924583" y="5215789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最短路径</a:t>
                </a:r>
              </a:p>
            </p:txBody>
          </p: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BC244A11-7272-A435-27D0-06693C781E94}"/>
                  </a:ext>
                </a:extLst>
              </p:cNvPr>
              <p:cNvCxnSpPr/>
              <p:nvPr/>
            </p:nvCxnSpPr>
            <p:spPr>
              <a:xfrm flipV="1">
                <a:off x="3544320" y="4721880"/>
                <a:ext cx="194611" cy="48832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B55523E-029A-D395-7DFB-105212B834AA}"/>
                </a:ext>
              </a:extLst>
            </p:cNvPr>
            <p:cNvSpPr txBox="1"/>
            <p:nvPr/>
          </p:nvSpPr>
          <p:spPr>
            <a:xfrm>
              <a:off x="3164146" y="3467997"/>
              <a:ext cx="8386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 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445CB9B5-D7F8-2DDA-304E-1C347E3A042C}"/>
              </a:ext>
            </a:extLst>
          </p:cNvPr>
          <p:cNvSpPr/>
          <p:nvPr/>
        </p:nvSpPr>
        <p:spPr>
          <a:xfrm>
            <a:off x="4932272" y="3367039"/>
            <a:ext cx="1350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6069658-36FB-8C84-2B85-FFDAE81C8D5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15"/>
          <a:stretch/>
        </p:blipFill>
        <p:spPr>
          <a:xfrm>
            <a:off x="5903928" y="1810168"/>
            <a:ext cx="5572611" cy="3328327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A11501FE-9C5D-B74D-CEFE-38DD42214830}"/>
              </a:ext>
            </a:extLst>
          </p:cNvPr>
          <p:cNvSpPr txBox="1"/>
          <p:nvPr/>
        </p:nvSpPr>
        <p:spPr>
          <a:xfrm>
            <a:off x="3162993" y="310500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n1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3F94B7E-237A-662A-C0BD-F2A41D0627C4}"/>
              </a:ext>
            </a:extLst>
          </p:cNvPr>
          <p:cNvSpPr txBox="1"/>
          <p:nvPr/>
        </p:nvSpPr>
        <p:spPr>
          <a:xfrm>
            <a:off x="3205043" y="357051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718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A41B-0A29-5AED-DFE0-212D05B0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H_SubTitle_1">
            <a:extLst>
              <a:ext uri="{FF2B5EF4-FFF2-40B4-BE49-F238E27FC236}">
                <a16:creationId xmlns:a16="http://schemas.microsoft.com/office/drawing/2014/main" id="{3E3B0180-9FA9-094D-0AA2-39C731868D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513439" y="14199"/>
            <a:ext cx="7837347" cy="5539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lvl="0">
              <a:defRPr>
                <a:solidFill>
                  <a:schemeClr val="tx1"/>
                </a:solidFill>
                <a:latin typeface="Arial"/>
                <a:ea typeface="宋体"/>
              </a:defRPr>
            </a:lvl1pPr>
            <a:lvl2pPr marL="742950" lvl="1" indent="-285750">
              <a:defRPr>
                <a:solidFill>
                  <a:schemeClr val="tx1"/>
                </a:solidFill>
                <a:latin typeface="Arial"/>
                <a:ea typeface="宋体"/>
              </a:defRPr>
            </a:lvl2pPr>
            <a:lvl3pPr marL="1143000" lvl="2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3pPr>
            <a:lvl4pPr marL="1600200" lvl="3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4pPr>
            <a:lvl5pPr marL="2057400" lvl="4" indent="-228600">
              <a:defRPr>
                <a:solidFill>
                  <a:schemeClr val="tx1"/>
                </a:solidFill>
                <a:latin typeface="Arial"/>
                <a:ea typeface="宋体"/>
              </a:defRPr>
            </a:lvl5pPr>
            <a:lvl6pPr marL="2514600" lvl="5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6pPr>
            <a:lvl7pPr marL="2971800" lvl="6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7pPr>
            <a:lvl8pPr marL="3429000" lvl="7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8pPr>
            <a:lvl9pPr marL="3886200" lvl="8" indent="-228600" defTabSz="91313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宋体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消除“</a:t>
            </a:r>
            <a:r>
              <a:rPr lang="zh-CN" altLang="en-US" sz="3600" b="1" dirty="0">
                <a:solidFill>
                  <a:srgbClr val="FFFFFF"/>
                </a:solidFill>
                <a:latin typeface="微软雅黑"/>
                <a:ea typeface="微软雅黑"/>
              </a:rPr>
              <a:t>毛刺</a:t>
            </a:r>
            <a:r>
              <a:rPr lang="zh-CN" altLang="en-US" sz="3600" b="1" i="0" u="none" strike="noStrike" kern="1200" spc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/>
                <a:ea typeface="微软雅黑"/>
              </a:rPr>
              <a:t>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63CC1F-B57E-B7B1-DE29-F09134962703}"/>
              </a:ext>
            </a:extLst>
          </p:cNvPr>
          <p:cNvSpPr txBox="1"/>
          <p:nvPr/>
        </p:nvSpPr>
        <p:spPr>
          <a:xfrm>
            <a:off x="338587" y="1272225"/>
            <a:ext cx="11507515" cy="499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当信号的变化在卡诺图中穿越</a:t>
            </a:r>
            <a:r>
              <a:rPr lang="en-US" altLang="zh-CN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个主蕴含项的边缘时会出现“毛刺”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通过在卡诺图中增加多于的蕴含项来盖住这些边缘以避免毛刺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多个输出（几乎）同时变化也会产生毛刺，此时就无法通过增加硬件来避免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034A9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034A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毛刺在大多数电路中都存在</a:t>
            </a:r>
            <a:endParaRPr lang="en-US" altLang="zh-CN" sz="2400" dirty="0">
              <a:solidFill>
                <a:srgbClr val="034A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CBEB3B90-2555-F379-6688-DA1456C1A0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8694756"/>
              </p:ext>
            </p:extLst>
          </p:nvPr>
        </p:nvGraphicFramePr>
        <p:xfrm>
          <a:off x="1034032" y="2483026"/>
          <a:ext cx="3394129" cy="255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746000" imgH="1314360" progId="Visio.Drawing.6">
                  <p:embed/>
                </p:oleObj>
              </mc:Choice>
              <mc:Fallback>
                <p:oleObj name="VISIO" r:id="rId6" imgW="1746000" imgH="1314360" progId="Visio.Drawing.6">
                  <p:embed/>
                  <p:pic>
                    <p:nvPicPr>
                      <p:cNvPr id="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032" y="2483026"/>
                        <a:ext cx="3394129" cy="2554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78331174-CF3D-0CC4-AB94-00F98492F530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28711637"/>
              </p:ext>
            </p:extLst>
          </p:nvPr>
        </p:nvGraphicFramePr>
        <p:xfrm>
          <a:off x="5164043" y="2688509"/>
          <a:ext cx="5056605" cy="224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2286000" imgH="1015200" progId="Visio.Drawing.11">
                  <p:embed/>
                </p:oleObj>
              </mc:Choice>
              <mc:Fallback>
                <p:oleObj name="Visio" r:id="rId8" imgW="2286000" imgH="1015200" progId="Visio.Drawing.11">
                  <p:embed/>
                  <p:pic>
                    <p:nvPicPr>
                      <p:cNvPr id="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043" y="2688509"/>
                        <a:ext cx="5056605" cy="224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008350FA-25DE-F350-5646-DC344B4680E5}"/>
              </a:ext>
            </a:extLst>
          </p:cNvPr>
          <p:cNvSpPr/>
          <p:nvPr/>
        </p:nvSpPr>
        <p:spPr>
          <a:xfrm>
            <a:off x="1797978" y="3914454"/>
            <a:ext cx="1212349" cy="544530"/>
          </a:xfrm>
          <a:prstGeom prst="roundRect">
            <a:avLst>
              <a:gd name="adj" fmla="val 36792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8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193202"/>
  <p:tag name="MH_LIBRARY" val="GRAPHIC"/>
  <p:tag name="MH_TYPE" val="SubTitle"/>
  <p:tag name="MH_ORDER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15975</TotalTime>
  <Words>6792</Words>
  <Application>Microsoft Office PowerPoint</Application>
  <PresentationFormat>宽屏</PresentationFormat>
  <Paragraphs>2476</Paragraphs>
  <Slides>105</Slides>
  <Notes>76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105</vt:i4>
      </vt:variant>
    </vt:vector>
  </HeadingPairs>
  <TitlesOfParts>
    <vt:vector size="121" baseType="lpstr">
      <vt:lpstr>等线</vt:lpstr>
      <vt:lpstr>等线 Light</vt:lpstr>
      <vt:lpstr>黑体</vt:lpstr>
      <vt:lpstr>楷体_GB2312</vt:lpstr>
      <vt:lpstr>思源黑体 CN Normal</vt:lpstr>
      <vt:lpstr>Microsoft YaHei</vt:lpstr>
      <vt:lpstr>Microsoft YaHei</vt:lpstr>
      <vt:lpstr>Arial</vt:lpstr>
      <vt:lpstr>Calibri</vt:lpstr>
      <vt:lpstr>Cambria Math</vt:lpstr>
      <vt:lpstr>Times New Roman</vt:lpstr>
      <vt:lpstr>Wingdings</vt:lpstr>
      <vt:lpstr>Office 主题</vt:lpstr>
      <vt:lpstr>自定义设计方案</vt:lpstr>
      <vt:lpstr>Visio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Willie</dc:creator>
  <cp:lastModifiedBy>Jizeng Wei</cp:lastModifiedBy>
  <cp:revision>1074</cp:revision>
  <cp:lastPrinted>2023-04-26T01:31:54Z</cp:lastPrinted>
  <dcterms:created xsi:type="dcterms:W3CDTF">2022-10-19T16:38:48Z</dcterms:created>
  <dcterms:modified xsi:type="dcterms:W3CDTF">2025-10-17T01:53:08Z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5973C3F2ECC047010F285063CB0F83D9</vt:lpwstr>
  </property>
  <property fmtid="{D5CDD505-2E9C-101B-9397-08002B2CF9AE}" pid="3" name="KSOProductBuildVer">
    <vt:lpwstr>2052-4.6.1.7451</vt:lpwstr>
  </property>
</Properties>
</file>